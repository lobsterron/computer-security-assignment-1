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09" r:id="rId2"/>
    <p:sldMasterId id="2147483722" r:id="rId3"/>
    <p:sldMasterId id="2147483727" r:id="rId4"/>
  </p:sldMasterIdLst>
  <p:notesMasterIdLst>
    <p:notesMasterId r:id="rId77"/>
  </p:notesMasterIdLst>
  <p:sldIdLst>
    <p:sldId id="285" r:id="rId5"/>
    <p:sldId id="453" r:id="rId6"/>
    <p:sldId id="269" r:id="rId7"/>
    <p:sldId id="421" r:id="rId8"/>
    <p:sldId id="328" r:id="rId9"/>
    <p:sldId id="348" r:id="rId10"/>
    <p:sldId id="347" r:id="rId11"/>
    <p:sldId id="342" r:id="rId12"/>
    <p:sldId id="422" r:id="rId13"/>
    <p:sldId id="363" r:id="rId14"/>
    <p:sldId id="430" r:id="rId15"/>
    <p:sldId id="384" r:id="rId16"/>
    <p:sldId id="385" r:id="rId17"/>
    <p:sldId id="433" r:id="rId18"/>
    <p:sldId id="486" r:id="rId19"/>
    <p:sldId id="435" r:id="rId20"/>
    <p:sldId id="436" r:id="rId21"/>
    <p:sldId id="437" r:id="rId22"/>
    <p:sldId id="438" r:id="rId23"/>
    <p:sldId id="488" r:id="rId24"/>
    <p:sldId id="423" r:id="rId25"/>
    <p:sldId id="498" r:id="rId26"/>
    <p:sldId id="390" r:id="rId27"/>
    <p:sldId id="513" r:id="rId28"/>
    <p:sldId id="499" r:id="rId29"/>
    <p:sldId id="392" r:id="rId30"/>
    <p:sldId id="394" r:id="rId31"/>
    <p:sldId id="395" r:id="rId32"/>
    <p:sldId id="481" r:id="rId33"/>
    <p:sldId id="455" r:id="rId34"/>
    <p:sldId id="477" r:id="rId35"/>
    <p:sldId id="396" r:id="rId36"/>
    <p:sldId id="399" r:id="rId37"/>
    <p:sldId id="398" r:id="rId38"/>
    <p:sldId id="425" r:id="rId39"/>
    <p:sldId id="480" r:id="rId40"/>
    <p:sldId id="426" r:id="rId41"/>
    <p:sldId id="457" r:id="rId42"/>
    <p:sldId id="456" r:id="rId43"/>
    <p:sldId id="459" r:id="rId44"/>
    <p:sldId id="434" r:id="rId45"/>
    <p:sldId id="460" r:id="rId46"/>
    <p:sldId id="374" r:id="rId47"/>
    <p:sldId id="500" r:id="rId48"/>
    <p:sldId id="377" r:id="rId49"/>
    <p:sldId id="376" r:id="rId50"/>
    <p:sldId id="375" r:id="rId51"/>
    <p:sldId id="378" r:id="rId52"/>
    <p:sldId id="382" r:id="rId53"/>
    <p:sldId id="386" r:id="rId54"/>
    <p:sldId id="501" r:id="rId55"/>
    <p:sldId id="502" r:id="rId56"/>
    <p:sldId id="503" r:id="rId57"/>
    <p:sldId id="504" r:id="rId58"/>
    <p:sldId id="505" r:id="rId59"/>
    <p:sldId id="506" r:id="rId60"/>
    <p:sldId id="507" r:id="rId61"/>
    <p:sldId id="508" r:id="rId62"/>
    <p:sldId id="483" r:id="rId63"/>
    <p:sldId id="479" r:id="rId64"/>
    <p:sldId id="458" r:id="rId65"/>
    <p:sldId id="476" r:id="rId66"/>
    <p:sldId id="489" r:id="rId67"/>
    <p:sldId id="510" r:id="rId68"/>
    <p:sldId id="511" r:id="rId69"/>
    <p:sldId id="514" r:id="rId70"/>
    <p:sldId id="515" r:id="rId71"/>
    <p:sldId id="516" r:id="rId72"/>
    <p:sldId id="517" r:id="rId73"/>
    <p:sldId id="518" r:id="rId74"/>
    <p:sldId id="383" r:id="rId75"/>
    <p:sldId id="519"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D403FB7-EF22-4211-B94D-E94FE4BDD63E}">
          <p14:sldIdLst>
            <p14:sldId id="285"/>
            <p14:sldId id="453"/>
            <p14:sldId id="269"/>
            <p14:sldId id="421"/>
            <p14:sldId id="328"/>
            <p14:sldId id="348"/>
            <p14:sldId id="347"/>
            <p14:sldId id="342"/>
          </p14:sldIdLst>
        </p14:section>
        <p14:section name="Symmetric" id="{CADDDADC-6354-45CD-9EDE-E670B1F583F7}">
          <p14:sldIdLst>
            <p14:sldId id="422"/>
            <p14:sldId id="363"/>
            <p14:sldId id="430"/>
            <p14:sldId id="384"/>
            <p14:sldId id="385"/>
            <p14:sldId id="433"/>
            <p14:sldId id="486"/>
            <p14:sldId id="435"/>
            <p14:sldId id="436"/>
            <p14:sldId id="437"/>
            <p14:sldId id="438"/>
            <p14:sldId id="488"/>
          </p14:sldIdLst>
        </p14:section>
        <p14:section name="Symmetric Encryption Techniques - Feistel Structure" id="{13FA5043-0599-45B4-A323-6288544EC54B}">
          <p14:sldIdLst>
            <p14:sldId id="423"/>
            <p14:sldId id="498"/>
            <p14:sldId id="390"/>
            <p14:sldId id="513"/>
            <p14:sldId id="499"/>
            <p14:sldId id="392"/>
            <p14:sldId id="394"/>
            <p14:sldId id="395"/>
            <p14:sldId id="481"/>
            <p14:sldId id="455"/>
            <p14:sldId id="477"/>
            <p14:sldId id="396"/>
            <p14:sldId id="399"/>
            <p14:sldId id="398"/>
            <p14:sldId id="425"/>
            <p14:sldId id="480"/>
            <p14:sldId id="426"/>
            <p14:sldId id="457"/>
            <p14:sldId id="456"/>
            <p14:sldId id="459"/>
            <p14:sldId id="434"/>
            <p14:sldId id="460"/>
            <p14:sldId id="374"/>
            <p14:sldId id="500"/>
            <p14:sldId id="377"/>
            <p14:sldId id="376"/>
            <p14:sldId id="375"/>
            <p14:sldId id="378"/>
            <p14:sldId id="382"/>
            <p14:sldId id="386"/>
            <p14:sldId id="501"/>
            <p14:sldId id="502"/>
            <p14:sldId id="503"/>
            <p14:sldId id="504"/>
            <p14:sldId id="505"/>
            <p14:sldId id="506"/>
            <p14:sldId id="507"/>
            <p14:sldId id="508"/>
            <p14:sldId id="483"/>
            <p14:sldId id="479"/>
            <p14:sldId id="458"/>
            <p14:sldId id="476"/>
            <p14:sldId id="489"/>
            <p14:sldId id="510"/>
            <p14:sldId id="511"/>
            <p14:sldId id="514"/>
            <p14:sldId id="515"/>
            <p14:sldId id="516"/>
            <p14:sldId id="517"/>
            <p14:sldId id="518"/>
            <p14:sldId id="383"/>
            <p14:sldId id="519"/>
          </p14:sldIdLst>
        </p14:section>
      </p14:sectionLst>
    </p:ext>
    <p:ext uri="{EFAFB233-063F-42B5-8137-9DF3F51BA10A}">
      <p15:sldGuideLst xmlns:p15="http://schemas.microsoft.com/office/powerpoint/2012/main">
        <p15:guide id="1" orient="horz" pos="2137" userDrawn="1">
          <p15:clr>
            <a:srgbClr val="FBAE40"/>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ur Syafiqah Zamri" initials="NSZ"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C8F7"/>
    <a:srgbClr val="CC2706"/>
    <a:srgbClr val="D42806"/>
    <a:srgbClr val="FF9933"/>
    <a:srgbClr val="C88B11"/>
    <a:srgbClr val="004B84"/>
    <a:srgbClr val="004B85"/>
    <a:srgbClr val="D08E0C"/>
    <a:srgbClr val="A720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9" autoAdjust="0"/>
    <p:restoredTop sz="71530" autoAdjust="0"/>
  </p:normalViewPr>
  <p:slideViewPr>
    <p:cSldViewPr snapToGrid="0">
      <p:cViewPr>
        <p:scale>
          <a:sx n="100" d="100"/>
          <a:sy n="100" d="100"/>
        </p:scale>
        <p:origin x="1074" y="72"/>
      </p:cViewPr>
      <p:guideLst>
        <p:guide orient="horz" pos="2137"/>
        <p:guide pos="384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zleeni Samiha Bt Haron (ACAD/UTP)" userId="6f0dd0b6-d3d5-4dab-a78a-2c1a9cfb6296" providerId="ADAL" clId="{AB106F4D-15C8-46DD-A1F0-C53DA8E7D9B2}"/>
    <pc:docChg chg="undo redo custSel addSld delSld modSld sldOrd delMainMaster modSection">
      <pc:chgData name="Nazleeni Samiha Bt Haron (ACAD/UTP)" userId="6f0dd0b6-d3d5-4dab-a78a-2c1a9cfb6296" providerId="ADAL" clId="{AB106F4D-15C8-46DD-A1F0-C53DA8E7D9B2}" dt="2024-06-19T05:21:21.404" v="2301" actId="732"/>
      <pc:docMkLst>
        <pc:docMk/>
      </pc:docMkLst>
      <pc:sldChg chg="modSp">
        <pc:chgData name="Nazleeni Samiha Bt Haron (ACAD/UTP)" userId="6f0dd0b6-d3d5-4dab-a78a-2c1a9cfb6296" providerId="ADAL" clId="{AB106F4D-15C8-46DD-A1F0-C53DA8E7D9B2}" dt="2024-06-10T08:32:57.131" v="937" actId="20577"/>
        <pc:sldMkLst>
          <pc:docMk/>
          <pc:sldMk cId="1647904536" sldId="269"/>
        </pc:sldMkLst>
      </pc:sldChg>
      <pc:sldChg chg="modSp mod">
        <pc:chgData name="Nazleeni Samiha Bt Haron (ACAD/UTP)" userId="6f0dd0b6-d3d5-4dab-a78a-2c1a9cfb6296" providerId="ADAL" clId="{AB106F4D-15C8-46DD-A1F0-C53DA8E7D9B2}" dt="2024-06-10T03:27:50.847" v="7" actId="1076"/>
        <pc:sldMkLst>
          <pc:docMk/>
          <pc:sldMk cId="2018928616" sldId="285"/>
        </pc:sldMkLst>
      </pc:sldChg>
      <pc:sldChg chg="modSp">
        <pc:chgData name="Nazleeni Samiha Bt Haron (ACAD/UTP)" userId="6f0dd0b6-d3d5-4dab-a78a-2c1a9cfb6296" providerId="ADAL" clId="{AB106F4D-15C8-46DD-A1F0-C53DA8E7D9B2}" dt="2024-06-10T03:33:20.226" v="26" actId="20577"/>
        <pc:sldMkLst>
          <pc:docMk/>
          <pc:sldMk cId="453075757" sldId="342"/>
        </pc:sldMkLst>
      </pc:sldChg>
      <pc:sldChg chg="modSp mod ord">
        <pc:chgData name="Nazleeni Samiha Bt Haron (ACAD/UTP)" userId="6f0dd0b6-d3d5-4dab-a78a-2c1a9cfb6296" providerId="ADAL" clId="{AB106F4D-15C8-46DD-A1F0-C53DA8E7D9B2}" dt="2024-06-10T05:29:14.619" v="619" actId="20577"/>
        <pc:sldMkLst>
          <pc:docMk/>
          <pc:sldMk cId="679010296" sldId="374"/>
        </pc:sldMkLst>
      </pc:sldChg>
      <pc:sldChg chg="modSp mod">
        <pc:chgData name="Nazleeni Samiha Bt Haron (ACAD/UTP)" userId="6f0dd0b6-d3d5-4dab-a78a-2c1a9cfb6296" providerId="ADAL" clId="{AB106F4D-15C8-46DD-A1F0-C53DA8E7D9B2}" dt="2024-06-10T07:56:45.416" v="638" actId="20577"/>
        <pc:sldMkLst>
          <pc:docMk/>
          <pc:sldMk cId="3829873945" sldId="376"/>
        </pc:sldMkLst>
      </pc:sldChg>
      <pc:sldChg chg="addSp delSp modSp mod">
        <pc:chgData name="Nazleeni Samiha Bt Haron (ACAD/UTP)" userId="6f0dd0b6-d3d5-4dab-a78a-2c1a9cfb6296" providerId="ADAL" clId="{AB106F4D-15C8-46DD-A1F0-C53DA8E7D9B2}" dt="2024-06-11T04:37:18.182" v="1117" actId="20577"/>
        <pc:sldMkLst>
          <pc:docMk/>
          <pc:sldMk cId="2869517848" sldId="377"/>
        </pc:sldMkLst>
      </pc:sldChg>
      <pc:sldChg chg="modSp mod">
        <pc:chgData name="Nazleeni Samiha Bt Haron (ACAD/UTP)" userId="6f0dd0b6-d3d5-4dab-a78a-2c1a9cfb6296" providerId="ADAL" clId="{AB106F4D-15C8-46DD-A1F0-C53DA8E7D9B2}" dt="2024-06-11T04:36:18.006" v="1104"/>
        <pc:sldMkLst>
          <pc:docMk/>
          <pc:sldMk cId="3975065743" sldId="378"/>
        </pc:sldMkLst>
      </pc:sldChg>
      <pc:sldChg chg="modSp mod">
        <pc:chgData name="Nazleeni Samiha Bt Haron (ACAD/UTP)" userId="6f0dd0b6-d3d5-4dab-a78a-2c1a9cfb6296" providerId="ADAL" clId="{AB106F4D-15C8-46DD-A1F0-C53DA8E7D9B2}" dt="2024-06-10T07:58:17.264" v="642" actId="20577"/>
        <pc:sldMkLst>
          <pc:docMk/>
          <pc:sldMk cId="2829552839" sldId="382"/>
        </pc:sldMkLst>
      </pc:sldChg>
      <pc:sldChg chg="modSp modNotesTx">
        <pc:chgData name="Nazleeni Samiha Bt Haron (ACAD/UTP)" userId="6f0dd0b6-d3d5-4dab-a78a-2c1a9cfb6296" providerId="ADAL" clId="{AB106F4D-15C8-46DD-A1F0-C53DA8E7D9B2}" dt="2024-06-11T05:42:42.572" v="2042" actId="6549"/>
        <pc:sldMkLst>
          <pc:docMk/>
          <pc:sldMk cId="2417084944" sldId="383"/>
        </pc:sldMkLst>
      </pc:sldChg>
      <pc:sldChg chg="modSp mod">
        <pc:chgData name="Nazleeni Samiha Bt Haron (ACAD/UTP)" userId="6f0dd0b6-d3d5-4dab-a78a-2c1a9cfb6296" providerId="ADAL" clId="{AB106F4D-15C8-46DD-A1F0-C53DA8E7D9B2}" dt="2024-06-10T03:33:45.102" v="34" actId="20577"/>
        <pc:sldMkLst>
          <pc:docMk/>
          <pc:sldMk cId="1421986692" sldId="384"/>
        </pc:sldMkLst>
      </pc:sldChg>
      <pc:sldChg chg="addSp delSp modSp mod">
        <pc:chgData name="Nazleeni Samiha Bt Haron (ACAD/UTP)" userId="6f0dd0b6-d3d5-4dab-a78a-2c1a9cfb6296" providerId="ADAL" clId="{AB106F4D-15C8-46DD-A1F0-C53DA8E7D9B2}" dt="2024-06-10T04:11:56.451" v="111" actId="1076"/>
        <pc:sldMkLst>
          <pc:docMk/>
          <pc:sldMk cId="2320645522" sldId="385"/>
        </pc:sldMkLst>
      </pc:sldChg>
      <pc:sldChg chg="addSp delSp modSp mod">
        <pc:chgData name="Nazleeni Samiha Bt Haron (ACAD/UTP)" userId="6f0dd0b6-d3d5-4dab-a78a-2c1a9cfb6296" providerId="ADAL" clId="{AB106F4D-15C8-46DD-A1F0-C53DA8E7D9B2}" dt="2024-06-10T08:00:21.689" v="651" actId="1076"/>
        <pc:sldMkLst>
          <pc:docMk/>
          <pc:sldMk cId="693251753" sldId="386"/>
        </pc:sldMkLst>
      </pc:sldChg>
      <pc:sldChg chg="delSp modSp del mod">
        <pc:chgData name="Nazleeni Samiha Bt Haron (ACAD/UTP)" userId="6f0dd0b6-d3d5-4dab-a78a-2c1a9cfb6296" providerId="ADAL" clId="{AB106F4D-15C8-46DD-A1F0-C53DA8E7D9B2}" dt="2024-06-10T08:27:20.780" v="756" actId="47"/>
        <pc:sldMkLst>
          <pc:docMk/>
          <pc:sldMk cId="3180376620" sldId="388"/>
        </pc:sldMkLst>
      </pc:sldChg>
      <pc:sldChg chg="del">
        <pc:chgData name="Nazleeni Samiha Bt Haron (ACAD/UTP)" userId="6f0dd0b6-d3d5-4dab-a78a-2c1a9cfb6296" providerId="ADAL" clId="{AB106F4D-15C8-46DD-A1F0-C53DA8E7D9B2}" dt="2024-06-10T08:28:13.138" v="766" actId="2696"/>
        <pc:sldMkLst>
          <pc:docMk/>
          <pc:sldMk cId="4224272802" sldId="389"/>
        </pc:sldMkLst>
      </pc:sldChg>
      <pc:sldChg chg="modSp add del mod">
        <pc:chgData name="Nazleeni Samiha Bt Haron (ACAD/UTP)" userId="6f0dd0b6-d3d5-4dab-a78a-2c1a9cfb6296" providerId="ADAL" clId="{AB106F4D-15C8-46DD-A1F0-C53DA8E7D9B2}" dt="2024-06-10T04:24:01.502" v="273" actId="47"/>
        <pc:sldMkLst>
          <pc:docMk/>
          <pc:sldMk cId="2371174185" sldId="390"/>
        </pc:sldMkLst>
      </pc:sldChg>
      <pc:sldChg chg="addSp delSp modSp del mod">
        <pc:chgData name="Nazleeni Samiha Bt Haron (ACAD/UTP)" userId="6f0dd0b6-d3d5-4dab-a78a-2c1a9cfb6296" providerId="ADAL" clId="{AB106F4D-15C8-46DD-A1F0-C53DA8E7D9B2}" dt="2024-06-11T04:19:22.174" v="963" actId="47"/>
        <pc:sldMkLst>
          <pc:docMk/>
          <pc:sldMk cId="3222331309" sldId="391"/>
        </pc:sldMkLst>
      </pc:sldChg>
      <pc:sldChg chg="modSp mod modNotesTx">
        <pc:chgData name="Nazleeni Samiha Bt Haron (ACAD/UTP)" userId="6f0dd0b6-d3d5-4dab-a78a-2c1a9cfb6296" providerId="ADAL" clId="{AB106F4D-15C8-46DD-A1F0-C53DA8E7D9B2}" dt="2024-06-10T04:27:17.246" v="294" actId="207"/>
        <pc:sldMkLst>
          <pc:docMk/>
          <pc:sldMk cId="1418046474" sldId="392"/>
        </pc:sldMkLst>
      </pc:sldChg>
      <pc:sldChg chg="del">
        <pc:chgData name="Nazleeni Samiha Bt Haron (ACAD/UTP)" userId="6f0dd0b6-d3d5-4dab-a78a-2c1a9cfb6296" providerId="ADAL" clId="{AB106F4D-15C8-46DD-A1F0-C53DA8E7D9B2}" dt="2024-06-10T04:24:36.056" v="274" actId="2696"/>
        <pc:sldMkLst>
          <pc:docMk/>
          <pc:sldMk cId="3929648204" sldId="393"/>
        </pc:sldMkLst>
      </pc:sldChg>
      <pc:sldChg chg="modSp mod">
        <pc:chgData name="Nazleeni Samiha Bt Haron (ACAD/UTP)" userId="6f0dd0b6-d3d5-4dab-a78a-2c1a9cfb6296" providerId="ADAL" clId="{AB106F4D-15C8-46DD-A1F0-C53DA8E7D9B2}" dt="2024-06-10T04:28:43.409" v="326" actId="14100"/>
        <pc:sldMkLst>
          <pc:docMk/>
          <pc:sldMk cId="3800580560" sldId="394"/>
        </pc:sldMkLst>
      </pc:sldChg>
      <pc:sldChg chg="addSp delSp modSp mod">
        <pc:chgData name="Nazleeni Samiha Bt Haron (ACAD/UTP)" userId="6f0dd0b6-d3d5-4dab-a78a-2c1a9cfb6296" providerId="ADAL" clId="{AB106F4D-15C8-46DD-A1F0-C53DA8E7D9B2}" dt="2024-06-10T04:33:54.099" v="380" actId="13782"/>
        <pc:sldMkLst>
          <pc:docMk/>
          <pc:sldMk cId="2028255244" sldId="395"/>
        </pc:sldMkLst>
      </pc:sldChg>
      <pc:sldChg chg="modSp mod">
        <pc:chgData name="Nazleeni Samiha Bt Haron (ACAD/UTP)" userId="6f0dd0b6-d3d5-4dab-a78a-2c1a9cfb6296" providerId="ADAL" clId="{AB106F4D-15C8-46DD-A1F0-C53DA8E7D9B2}" dt="2024-06-11T04:26:37.972" v="1050" actId="20577"/>
        <pc:sldMkLst>
          <pc:docMk/>
          <pc:sldMk cId="2978605681" sldId="396"/>
        </pc:sldMkLst>
      </pc:sldChg>
      <pc:sldChg chg="addSp modSp del mod">
        <pc:chgData name="Nazleeni Samiha Bt Haron (ACAD/UTP)" userId="6f0dd0b6-d3d5-4dab-a78a-2c1a9cfb6296" providerId="ADAL" clId="{AB106F4D-15C8-46DD-A1F0-C53DA8E7D9B2}" dt="2024-06-11T04:25:21.811" v="1011" actId="47"/>
        <pc:sldMkLst>
          <pc:docMk/>
          <pc:sldMk cId="3678873219" sldId="397"/>
        </pc:sldMkLst>
      </pc:sldChg>
      <pc:sldChg chg="addSp delSp modSp mod">
        <pc:chgData name="Nazleeni Samiha Bt Haron (ACAD/UTP)" userId="6f0dd0b6-d3d5-4dab-a78a-2c1a9cfb6296" providerId="ADAL" clId="{AB106F4D-15C8-46DD-A1F0-C53DA8E7D9B2}" dt="2024-06-11T04:23:30.971" v="1003" actId="1076"/>
        <pc:sldMkLst>
          <pc:docMk/>
          <pc:sldMk cId="3923904439" sldId="398"/>
        </pc:sldMkLst>
      </pc:sldChg>
      <pc:sldChg chg="addSp modSp mod ord">
        <pc:chgData name="Nazleeni Samiha Bt Haron (ACAD/UTP)" userId="6f0dd0b6-d3d5-4dab-a78a-2c1a9cfb6296" providerId="ADAL" clId="{AB106F4D-15C8-46DD-A1F0-C53DA8E7D9B2}" dt="2024-06-11T04:28:01.734" v="1052"/>
        <pc:sldMkLst>
          <pc:docMk/>
          <pc:sldMk cId="3921449115" sldId="399"/>
        </pc:sldMkLst>
      </pc:sldChg>
      <pc:sldChg chg="del">
        <pc:chgData name="Nazleeni Samiha Bt Haron (ACAD/UTP)" userId="6f0dd0b6-d3d5-4dab-a78a-2c1a9cfb6296" providerId="ADAL" clId="{AB106F4D-15C8-46DD-A1F0-C53DA8E7D9B2}" dt="2024-06-10T04:37:58.462" v="385" actId="47"/>
        <pc:sldMkLst>
          <pc:docMk/>
          <pc:sldMk cId="548600409" sldId="400"/>
        </pc:sldMkLst>
      </pc:sldChg>
      <pc:sldChg chg="del">
        <pc:chgData name="Nazleeni Samiha Bt Haron (ACAD/UTP)" userId="6f0dd0b6-d3d5-4dab-a78a-2c1a9cfb6296" providerId="ADAL" clId="{AB106F4D-15C8-46DD-A1F0-C53DA8E7D9B2}" dt="2024-06-10T04:37:58.856" v="386" actId="47"/>
        <pc:sldMkLst>
          <pc:docMk/>
          <pc:sldMk cId="3830533818" sldId="401"/>
        </pc:sldMkLst>
      </pc:sldChg>
      <pc:sldChg chg="del">
        <pc:chgData name="Nazleeni Samiha Bt Haron (ACAD/UTP)" userId="6f0dd0b6-d3d5-4dab-a78a-2c1a9cfb6296" providerId="ADAL" clId="{AB106F4D-15C8-46DD-A1F0-C53DA8E7D9B2}" dt="2024-06-10T04:37:59.312" v="387" actId="47"/>
        <pc:sldMkLst>
          <pc:docMk/>
          <pc:sldMk cId="1000153494" sldId="402"/>
        </pc:sldMkLst>
      </pc:sldChg>
      <pc:sldChg chg="del">
        <pc:chgData name="Nazleeni Samiha Bt Haron (ACAD/UTP)" userId="6f0dd0b6-d3d5-4dab-a78a-2c1a9cfb6296" providerId="ADAL" clId="{AB106F4D-15C8-46DD-A1F0-C53DA8E7D9B2}" dt="2024-06-10T04:37:59.729" v="388" actId="47"/>
        <pc:sldMkLst>
          <pc:docMk/>
          <pc:sldMk cId="1451157020" sldId="403"/>
        </pc:sldMkLst>
      </pc:sldChg>
      <pc:sldChg chg="del">
        <pc:chgData name="Nazleeni Samiha Bt Haron (ACAD/UTP)" userId="6f0dd0b6-d3d5-4dab-a78a-2c1a9cfb6296" providerId="ADAL" clId="{AB106F4D-15C8-46DD-A1F0-C53DA8E7D9B2}" dt="2024-06-10T04:38:00.151" v="389" actId="47"/>
        <pc:sldMkLst>
          <pc:docMk/>
          <pc:sldMk cId="2709387638" sldId="404"/>
        </pc:sldMkLst>
      </pc:sldChg>
      <pc:sldChg chg="del">
        <pc:chgData name="Nazleeni Samiha Bt Haron (ACAD/UTP)" userId="6f0dd0b6-d3d5-4dab-a78a-2c1a9cfb6296" providerId="ADAL" clId="{AB106F4D-15C8-46DD-A1F0-C53DA8E7D9B2}" dt="2024-06-10T04:38:00.651" v="390" actId="47"/>
        <pc:sldMkLst>
          <pc:docMk/>
          <pc:sldMk cId="3570579099" sldId="410"/>
        </pc:sldMkLst>
      </pc:sldChg>
      <pc:sldChg chg="del">
        <pc:chgData name="Nazleeni Samiha Bt Haron (ACAD/UTP)" userId="6f0dd0b6-d3d5-4dab-a78a-2c1a9cfb6296" providerId="ADAL" clId="{AB106F4D-15C8-46DD-A1F0-C53DA8E7D9B2}" dt="2024-06-10T04:38:01.206" v="391" actId="47"/>
        <pc:sldMkLst>
          <pc:docMk/>
          <pc:sldMk cId="2702932254" sldId="411"/>
        </pc:sldMkLst>
      </pc:sldChg>
      <pc:sldChg chg="del">
        <pc:chgData name="Nazleeni Samiha Bt Haron (ACAD/UTP)" userId="6f0dd0b6-d3d5-4dab-a78a-2c1a9cfb6296" providerId="ADAL" clId="{AB106F4D-15C8-46DD-A1F0-C53DA8E7D9B2}" dt="2024-06-10T04:38:01.698" v="392" actId="47"/>
        <pc:sldMkLst>
          <pc:docMk/>
          <pc:sldMk cId="3493312612" sldId="412"/>
        </pc:sldMkLst>
      </pc:sldChg>
      <pc:sldChg chg="del">
        <pc:chgData name="Nazleeni Samiha Bt Haron (ACAD/UTP)" userId="6f0dd0b6-d3d5-4dab-a78a-2c1a9cfb6296" providerId="ADAL" clId="{AB106F4D-15C8-46DD-A1F0-C53DA8E7D9B2}" dt="2024-06-10T04:38:02.169" v="393" actId="47"/>
        <pc:sldMkLst>
          <pc:docMk/>
          <pc:sldMk cId="4278008227" sldId="413"/>
        </pc:sldMkLst>
      </pc:sldChg>
      <pc:sldChg chg="del">
        <pc:chgData name="Nazleeni Samiha Bt Haron (ACAD/UTP)" userId="6f0dd0b6-d3d5-4dab-a78a-2c1a9cfb6296" providerId="ADAL" clId="{AB106F4D-15C8-46DD-A1F0-C53DA8E7D9B2}" dt="2024-06-10T04:38:02.581" v="394" actId="47"/>
        <pc:sldMkLst>
          <pc:docMk/>
          <pc:sldMk cId="630734860" sldId="414"/>
        </pc:sldMkLst>
      </pc:sldChg>
      <pc:sldChg chg="del">
        <pc:chgData name="Nazleeni Samiha Bt Haron (ACAD/UTP)" userId="6f0dd0b6-d3d5-4dab-a78a-2c1a9cfb6296" providerId="ADAL" clId="{AB106F4D-15C8-46DD-A1F0-C53DA8E7D9B2}" dt="2024-06-10T04:38:03.076" v="395" actId="47"/>
        <pc:sldMkLst>
          <pc:docMk/>
          <pc:sldMk cId="4185959901" sldId="416"/>
        </pc:sldMkLst>
      </pc:sldChg>
      <pc:sldChg chg="del">
        <pc:chgData name="Nazleeni Samiha Bt Haron (ACAD/UTP)" userId="6f0dd0b6-d3d5-4dab-a78a-2c1a9cfb6296" providerId="ADAL" clId="{AB106F4D-15C8-46DD-A1F0-C53DA8E7D9B2}" dt="2024-06-10T04:38:04.005" v="396" actId="47"/>
        <pc:sldMkLst>
          <pc:docMk/>
          <pc:sldMk cId="2115630766" sldId="420"/>
        </pc:sldMkLst>
      </pc:sldChg>
      <pc:sldChg chg="add del">
        <pc:chgData name="Nazleeni Samiha Bt Haron (ACAD/UTP)" userId="6f0dd0b6-d3d5-4dab-a78a-2c1a9cfb6296" providerId="ADAL" clId="{AB106F4D-15C8-46DD-A1F0-C53DA8E7D9B2}" dt="2024-06-10T05:03:59.453" v="433"/>
        <pc:sldMkLst>
          <pc:docMk/>
          <pc:sldMk cId="2101297954" sldId="425"/>
        </pc:sldMkLst>
      </pc:sldChg>
      <pc:sldChg chg="addSp modSp add del mod">
        <pc:chgData name="Nazleeni Samiha Bt Haron (ACAD/UTP)" userId="6f0dd0b6-d3d5-4dab-a78a-2c1a9cfb6296" providerId="ADAL" clId="{AB106F4D-15C8-46DD-A1F0-C53DA8E7D9B2}" dt="2024-06-10T05:19:54.490" v="460" actId="1076"/>
        <pc:sldMkLst>
          <pc:docMk/>
          <pc:sldMk cId="3860623259" sldId="426"/>
        </pc:sldMkLst>
      </pc:sldChg>
      <pc:sldChg chg="modSp mod">
        <pc:chgData name="Nazleeni Samiha Bt Haron (ACAD/UTP)" userId="6f0dd0b6-d3d5-4dab-a78a-2c1a9cfb6296" providerId="ADAL" clId="{AB106F4D-15C8-46DD-A1F0-C53DA8E7D9B2}" dt="2024-06-10T05:25:48.720" v="534" actId="1076"/>
        <pc:sldMkLst>
          <pc:docMk/>
          <pc:sldMk cId="1783364244" sldId="434"/>
        </pc:sldMkLst>
      </pc:sldChg>
      <pc:sldChg chg="addSp modSp mod modNotesTx">
        <pc:chgData name="Nazleeni Samiha Bt Haron (ACAD/UTP)" userId="6f0dd0b6-d3d5-4dab-a78a-2c1a9cfb6296" providerId="ADAL" clId="{AB106F4D-15C8-46DD-A1F0-C53DA8E7D9B2}" dt="2024-06-10T03:57:15.392" v="59"/>
        <pc:sldMkLst>
          <pc:docMk/>
          <pc:sldMk cId="1716700636" sldId="435"/>
        </pc:sldMkLst>
      </pc:sldChg>
      <pc:sldChg chg="modSp mod modNotesTx">
        <pc:chgData name="Nazleeni Samiha Bt Haron (ACAD/UTP)" userId="6f0dd0b6-d3d5-4dab-a78a-2c1a9cfb6296" providerId="ADAL" clId="{AB106F4D-15C8-46DD-A1F0-C53DA8E7D9B2}" dt="2024-06-19T05:21:21.404" v="2301" actId="732"/>
        <pc:sldMkLst>
          <pc:docMk/>
          <pc:sldMk cId="3107238670" sldId="437"/>
        </pc:sldMkLst>
      </pc:sldChg>
      <pc:sldChg chg="modNotesTx">
        <pc:chgData name="Nazleeni Samiha Bt Haron (ACAD/UTP)" userId="6f0dd0b6-d3d5-4dab-a78a-2c1a9cfb6296" providerId="ADAL" clId="{AB106F4D-15C8-46DD-A1F0-C53DA8E7D9B2}" dt="2024-06-10T03:59:51.944" v="63"/>
        <pc:sldMkLst>
          <pc:docMk/>
          <pc:sldMk cId="4002268433" sldId="438"/>
        </pc:sldMkLst>
      </pc:sldChg>
      <pc:sldChg chg="modSp">
        <pc:chgData name="Nazleeni Samiha Bt Haron (ACAD/UTP)" userId="6f0dd0b6-d3d5-4dab-a78a-2c1a9cfb6296" providerId="ADAL" clId="{AB106F4D-15C8-46DD-A1F0-C53DA8E7D9B2}" dt="2024-06-10T08:32:05.060" v="848" actId="20577"/>
        <pc:sldMkLst>
          <pc:docMk/>
          <pc:sldMk cId="2293271388" sldId="453"/>
        </pc:sldMkLst>
      </pc:sldChg>
      <pc:sldChg chg="ord">
        <pc:chgData name="Nazleeni Samiha Bt Haron (ACAD/UTP)" userId="6f0dd0b6-d3d5-4dab-a78a-2c1a9cfb6296" providerId="ADAL" clId="{AB106F4D-15C8-46DD-A1F0-C53DA8E7D9B2}" dt="2024-06-10T05:02:40.036" v="432"/>
        <pc:sldMkLst>
          <pc:docMk/>
          <pc:sldMk cId="3899485198" sldId="455"/>
        </pc:sldMkLst>
      </pc:sldChg>
      <pc:sldChg chg="modSp mod">
        <pc:chgData name="Nazleeni Samiha Bt Haron (ACAD/UTP)" userId="6f0dd0b6-d3d5-4dab-a78a-2c1a9cfb6296" providerId="ADAL" clId="{AB106F4D-15C8-46DD-A1F0-C53DA8E7D9B2}" dt="2024-06-10T05:01:21.008" v="428" actId="12"/>
        <pc:sldMkLst>
          <pc:docMk/>
          <pc:sldMk cId="3539911469" sldId="457"/>
        </pc:sldMkLst>
      </pc:sldChg>
      <pc:sldChg chg="modSp mod">
        <pc:chgData name="Nazleeni Samiha Bt Haron (ACAD/UTP)" userId="6f0dd0b6-d3d5-4dab-a78a-2c1a9cfb6296" providerId="ADAL" clId="{AB106F4D-15C8-46DD-A1F0-C53DA8E7D9B2}" dt="2024-06-11T04:42:22.427" v="1175" actId="14100"/>
        <pc:sldMkLst>
          <pc:docMk/>
          <pc:sldMk cId="1750903975" sldId="458"/>
        </pc:sldMkLst>
      </pc:sldChg>
      <pc:sldChg chg="modSp mod">
        <pc:chgData name="Nazleeni Samiha Bt Haron (ACAD/UTP)" userId="6f0dd0b6-d3d5-4dab-a78a-2c1a9cfb6296" providerId="ADAL" clId="{AB106F4D-15C8-46DD-A1F0-C53DA8E7D9B2}" dt="2024-06-10T05:25:33.984" v="530" actId="1076"/>
        <pc:sldMkLst>
          <pc:docMk/>
          <pc:sldMk cId="2565770851" sldId="459"/>
        </pc:sldMkLst>
      </pc:sldChg>
      <pc:sldChg chg="addSp delSp modSp mod">
        <pc:chgData name="Nazleeni Samiha Bt Haron (ACAD/UTP)" userId="6f0dd0b6-d3d5-4dab-a78a-2c1a9cfb6296" providerId="ADAL" clId="{AB106F4D-15C8-46DD-A1F0-C53DA8E7D9B2}" dt="2024-06-10T05:24:58.980" v="526" actId="14100"/>
        <pc:sldMkLst>
          <pc:docMk/>
          <pc:sldMk cId="4138265877" sldId="460"/>
        </pc:sldMkLst>
      </pc:sldChg>
      <pc:sldChg chg="delSp modSp del mod">
        <pc:chgData name="Nazleeni Samiha Bt Haron (ACAD/UTP)" userId="6f0dd0b6-d3d5-4dab-a78a-2c1a9cfb6296" providerId="ADAL" clId="{AB106F4D-15C8-46DD-A1F0-C53DA8E7D9B2}" dt="2024-06-10T08:22:09.098" v="686" actId="47"/>
        <pc:sldMkLst>
          <pc:docMk/>
          <pc:sldMk cId="4275261623" sldId="461"/>
        </pc:sldMkLst>
      </pc:sldChg>
      <pc:sldChg chg="delSp modSp del mod">
        <pc:chgData name="Nazleeni Samiha Bt Haron (ACAD/UTP)" userId="6f0dd0b6-d3d5-4dab-a78a-2c1a9cfb6296" providerId="ADAL" clId="{AB106F4D-15C8-46DD-A1F0-C53DA8E7D9B2}" dt="2024-06-10T08:22:56.251" v="699" actId="47"/>
        <pc:sldMkLst>
          <pc:docMk/>
          <pc:sldMk cId="1189347902" sldId="462"/>
        </pc:sldMkLst>
      </pc:sldChg>
      <pc:sldChg chg="delSp modSp del mod">
        <pc:chgData name="Nazleeni Samiha Bt Haron (ACAD/UTP)" userId="6f0dd0b6-d3d5-4dab-a78a-2c1a9cfb6296" providerId="ADAL" clId="{AB106F4D-15C8-46DD-A1F0-C53DA8E7D9B2}" dt="2024-06-10T08:26:25.700" v="747" actId="47"/>
        <pc:sldMkLst>
          <pc:docMk/>
          <pc:sldMk cId="1325362962" sldId="463"/>
        </pc:sldMkLst>
      </pc:sldChg>
      <pc:sldChg chg="del">
        <pc:chgData name="Nazleeni Samiha Bt Haron (ACAD/UTP)" userId="6f0dd0b6-d3d5-4dab-a78a-2c1a9cfb6296" providerId="ADAL" clId="{AB106F4D-15C8-46DD-A1F0-C53DA8E7D9B2}" dt="2024-06-10T08:28:38.038" v="773" actId="47"/>
        <pc:sldMkLst>
          <pc:docMk/>
          <pc:sldMk cId="3331903978" sldId="464"/>
        </pc:sldMkLst>
      </pc:sldChg>
      <pc:sldChg chg="del">
        <pc:chgData name="Nazleeni Samiha Bt Haron (ACAD/UTP)" userId="6f0dd0b6-d3d5-4dab-a78a-2c1a9cfb6296" providerId="ADAL" clId="{AB106F4D-15C8-46DD-A1F0-C53DA8E7D9B2}" dt="2024-06-10T08:29:05.871" v="781" actId="47"/>
        <pc:sldMkLst>
          <pc:docMk/>
          <pc:sldMk cId="3732253252" sldId="465"/>
        </pc:sldMkLst>
      </pc:sldChg>
      <pc:sldChg chg="delSp del mod">
        <pc:chgData name="Nazleeni Samiha Bt Haron (ACAD/UTP)" userId="6f0dd0b6-d3d5-4dab-a78a-2c1a9cfb6296" providerId="ADAL" clId="{AB106F4D-15C8-46DD-A1F0-C53DA8E7D9B2}" dt="2024-06-10T08:30:14.128" v="800" actId="47"/>
        <pc:sldMkLst>
          <pc:docMk/>
          <pc:sldMk cId="1273849240" sldId="466"/>
        </pc:sldMkLst>
      </pc:sldChg>
      <pc:sldChg chg="delSp del mod">
        <pc:chgData name="Nazleeni Samiha Bt Haron (ACAD/UTP)" userId="6f0dd0b6-d3d5-4dab-a78a-2c1a9cfb6296" providerId="ADAL" clId="{AB106F4D-15C8-46DD-A1F0-C53DA8E7D9B2}" dt="2024-06-10T08:31:28.553" v="817" actId="47"/>
        <pc:sldMkLst>
          <pc:docMk/>
          <pc:sldMk cId="3120940612" sldId="467"/>
        </pc:sldMkLst>
      </pc:sldChg>
      <pc:sldChg chg="add del">
        <pc:chgData name="Nazleeni Samiha Bt Haron (ACAD/UTP)" userId="6f0dd0b6-d3d5-4dab-a78a-2c1a9cfb6296" providerId="ADAL" clId="{AB106F4D-15C8-46DD-A1F0-C53DA8E7D9B2}" dt="2024-06-10T05:03:59.453" v="433"/>
        <pc:sldMkLst>
          <pc:docMk/>
          <pc:sldMk cId="2439932540" sldId="480"/>
        </pc:sldMkLst>
      </pc:sldChg>
      <pc:sldChg chg="modSp mod ord">
        <pc:chgData name="Nazleeni Samiha Bt Haron (ACAD/UTP)" userId="6f0dd0b6-d3d5-4dab-a78a-2c1a9cfb6296" providerId="ADAL" clId="{AB106F4D-15C8-46DD-A1F0-C53DA8E7D9B2}" dt="2024-06-11T04:26:12.316" v="1039" actId="14100"/>
        <pc:sldMkLst>
          <pc:docMk/>
          <pc:sldMk cId="3399153815" sldId="481"/>
        </pc:sldMkLst>
      </pc:sldChg>
      <pc:sldChg chg="modSp">
        <pc:chgData name="Nazleeni Samiha Bt Haron (ACAD/UTP)" userId="6f0dd0b6-d3d5-4dab-a78a-2c1a9cfb6296" providerId="ADAL" clId="{AB106F4D-15C8-46DD-A1F0-C53DA8E7D9B2}" dt="2024-06-11T04:42:11.250" v="1174" actId="20577"/>
        <pc:sldMkLst>
          <pc:docMk/>
          <pc:sldMk cId="1396833232" sldId="483"/>
        </pc:sldMkLst>
      </pc:sldChg>
      <pc:sldChg chg="del">
        <pc:chgData name="Nazleeni Samiha Bt Haron (ACAD/UTP)" userId="6f0dd0b6-d3d5-4dab-a78a-2c1a9cfb6296" providerId="ADAL" clId="{AB106F4D-15C8-46DD-A1F0-C53DA8E7D9B2}" dt="2024-06-10T05:16:37.766" v="442" actId="47"/>
        <pc:sldMkLst>
          <pc:docMk/>
          <pc:sldMk cId="1103943489" sldId="484"/>
        </pc:sldMkLst>
      </pc:sldChg>
      <pc:sldChg chg="modNotesTx">
        <pc:chgData name="Nazleeni Samiha Bt Haron (ACAD/UTP)" userId="6f0dd0b6-d3d5-4dab-a78a-2c1a9cfb6296" providerId="ADAL" clId="{AB106F4D-15C8-46DD-A1F0-C53DA8E7D9B2}" dt="2024-06-10T03:54:52.070" v="51"/>
        <pc:sldMkLst>
          <pc:docMk/>
          <pc:sldMk cId="92695003" sldId="486"/>
        </pc:sldMkLst>
      </pc:sldChg>
      <pc:sldChg chg="del">
        <pc:chgData name="Nazleeni Samiha Bt Haron (ACAD/UTP)" userId="6f0dd0b6-d3d5-4dab-a78a-2c1a9cfb6296" providerId="ADAL" clId="{AB106F4D-15C8-46DD-A1F0-C53DA8E7D9B2}" dt="2024-06-10T05:16:34.970" v="440" actId="47"/>
        <pc:sldMkLst>
          <pc:docMk/>
          <pc:sldMk cId="2755352202" sldId="490"/>
        </pc:sldMkLst>
      </pc:sldChg>
      <pc:sldChg chg="del">
        <pc:chgData name="Nazleeni Samiha Bt Haron (ACAD/UTP)" userId="6f0dd0b6-d3d5-4dab-a78a-2c1a9cfb6296" providerId="ADAL" clId="{AB106F4D-15C8-46DD-A1F0-C53DA8E7D9B2}" dt="2024-06-10T05:16:35.814" v="441" actId="47"/>
        <pc:sldMkLst>
          <pc:docMk/>
          <pc:sldMk cId="2170720840" sldId="491"/>
        </pc:sldMkLst>
      </pc:sldChg>
      <pc:sldChg chg="del">
        <pc:chgData name="Nazleeni Samiha Bt Haron (ACAD/UTP)" userId="6f0dd0b6-d3d5-4dab-a78a-2c1a9cfb6296" providerId="ADAL" clId="{AB106F4D-15C8-46DD-A1F0-C53DA8E7D9B2}" dt="2024-06-10T05:16:13.231" v="434" actId="47"/>
        <pc:sldMkLst>
          <pc:docMk/>
          <pc:sldMk cId="1365299971" sldId="492"/>
        </pc:sldMkLst>
      </pc:sldChg>
      <pc:sldChg chg="del">
        <pc:chgData name="Nazleeni Samiha Bt Haron (ACAD/UTP)" userId="6f0dd0b6-d3d5-4dab-a78a-2c1a9cfb6296" providerId="ADAL" clId="{AB106F4D-15C8-46DD-A1F0-C53DA8E7D9B2}" dt="2024-06-10T05:16:14.284" v="435" actId="47"/>
        <pc:sldMkLst>
          <pc:docMk/>
          <pc:sldMk cId="2730137956" sldId="493"/>
        </pc:sldMkLst>
      </pc:sldChg>
      <pc:sldChg chg="del">
        <pc:chgData name="Nazleeni Samiha Bt Haron (ACAD/UTP)" userId="6f0dd0b6-d3d5-4dab-a78a-2c1a9cfb6296" providerId="ADAL" clId="{AB106F4D-15C8-46DD-A1F0-C53DA8E7D9B2}" dt="2024-06-10T05:16:17.370" v="436" actId="47"/>
        <pc:sldMkLst>
          <pc:docMk/>
          <pc:sldMk cId="3278530357" sldId="494"/>
        </pc:sldMkLst>
      </pc:sldChg>
      <pc:sldChg chg="del">
        <pc:chgData name="Nazleeni Samiha Bt Haron (ACAD/UTP)" userId="6f0dd0b6-d3d5-4dab-a78a-2c1a9cfb6296" providerId="ADAL" clId="{AB106F4D-15C8-46DD-A1F0-C53DA8E7D9B2}" dt="2024-06-10T05:16:17.987" v="437" actId="47"/>
        <pc:sldMkLst>
          <pc:docMk/>
          <pc:sldMk cId="2706063003" sldId="495"/>
        </pc:sldMkLst>
      </pc:sldChg>
      <pc:sldChg chg="del">
        <pc:chgData name="Nazleeni Samiha Bt Haron (ACAD/UTP)" userId="6f0dd0b6-d3d5-4dab-a78a-2c1a9cfb6296" providerId="ADAL" clId="{AB106F4D-15C8-46DD-A1F0-C53DA8E7D9B2}" dt="2024-06-10T05:16:19.527" v="438" actId="47"/>
        <pc:sldMkLst>
          <pc:docMk/>
          <pc:sldMk cId="3001818085" sldId="496"/>
        </pc:sldMkLst>
      </pc:sldChg>
      <pc:sldChg chg="del">
        <pc:chgData name="Nazleeni Samiha Bt Haron (ACAD/UTP)" userId="6f0dd0b6-d3d5-4dab-a78a-2c1a9cfb6296" providerId="ADAL" clId="{AB106F4D-15C8-46DD-A1F0-C53DA8E7D9B2}" dt="2024-06-10T05:16:21.269" v="439" actId="47"/>
        <pc:sldMkLst>
          <pc:docMk/>
          <pc:sldMk cId="1563686256" sldId="497"/>
        </pc:sldMkLst>
      </pc:sldChg>
      <pc:sldChg chg="delSp modSp add mod ord">
        <pc:chgData name="Nazleeni Samiha Bt Haron (ACAD/UTP)" userId="6f0dd0b6-d3d5-4dab-a78a-2c1a9cfb6296" providerId="ADAL" clId="{AB106F4D-15C8-46DD-A1F0-C53DA8E7D9B2}" dt="2024-06-11T04:44:39.264" v="1244" actId="20577"/>
        <pc:sldMkLst>
          <pc:docMk/>
          <pc:sldMk cId="1631430546" sldId="498"/>
        </pc:sldMkLst>
      </pc:sldChg>
      <pc:sldChg chg="modSp add mod">
        <pc:chgData name="Nazleeni Samiha Bt Haron (ACAD/UTP)" userId="6f0dd0b6-d3d5-4dab-a78a-2c1a9cfb6296" providerId="ADAL" clId="{AB106F4D-15C8-46DD-A1F0-C53DA8E7D9B2}" dt="2024-06-10T04:22:45.999" v="267" actId="207"/>
        <pc:sldMkLst>
          <pc:docMk/>
          <pc:sldMk cId="3450925482" sldId="499"/>
        </pc:sldMkLst>
      </pc:sldChg>
      <pc:sldChg chg="new del">
        <pc:chgData name="Nazleeni Samiha Bt Haron (ACAD/UTP)" userId="6f0dd0b6-d3d5-4dab-a78a-2c1a9cfb6296" providerId="ADAL" clId="{AB106F4D-15C8-46DD-A1F0-C53DA8E7D9B2}" dt="2024-06-10T04:41:02.120" v="427" actId="2696"/>
        <pc:sldMkLst>
          <pc:docMk/>
          <pc:sldMk cId="1399689598" sldId="500"/>
        </pc:sldMkLst>
      </pc:sldChg>
      <pc:sldChg chg="delSp modSp add mod">
        <pc:chgData name="Nazleeni Samiha Bt Haron (ACAD/UTP)" userId="6f0dd0b6-d3d5-4dab-a78a-2c1a9cfb6296" providerId="ADAL" clId="{AB106F4D-15C8-46DD-A1F0-C53DA8E7D9B2}" dt="2024-06-11T04:36:40.465" v="1111" actId="20577"/>
        <pc:sldMkLst>
          <pc:docMk/>
          <pc:sldMk cId="3982340843" sldId="500"/>
        </pc:sldMkLst>
      </pc:sldChg>
      <pc:sldChg chg="addSp delSp modSp new mod">
        <pc:chgData name="Nazleeni Samiha Bt Haron (ACAD/UTP)" userId="6f0dd0b6-d3d5-4dab-a78a-2c1a9cfb6296" providerId="ADAL" clId="{AB106F4D-15C8-46DD-A1F0-C53DA8E7D9B2}" dt="2024-06-10T08:22:50.012" v="698" actId="403"/>
        <pc:sldMkLst>
          <pc:docMk/>
          <pc:sldMk cId="3659837012" sldId="501"/>
        </pc:sldMkLst>
      </pc:sldChg>
      <pc:sldChg chg="addSp delSp modSp add mod">
        <pc:chgData name="Nazleeni Samiha Bt Haron (ACAD/UTP)" userId="6f0dd0b6-d3d5-4dab-a78a-2c1a9cfb6296" providerId="ADAL" clId="{AB106F4D-15C8-46DD-A1F0-C53DA8E7D9B2}" dt="2024-06-10T08:26:21.550" v="746" actId="1076"/>
        <pc:sldMkLst>
          <pc:docMk/>
          <pc:sldMk cId="2159125249" sldId="502"/>
        </pc:sldMkLst>
      </pc:sldChg>
      <pc:sldChg chg="addSp delSp modSp add mod">
        <pc:chgData name="Nazleeni Samiha Bt Haron (ACAD/UTP)" userId="6f0dd0b6-d3d5-4dab-a78a-2c1a9cfb6296" providerId="ADAL" clId="{AB106F4D-15C8-46DD-A1F0-C53DA8E7D9B2}" dt="2024-06-11T04:39:08.073" v="1119" actId="20577"/>
        <pc:sldMkLst>
          <pc:docMk/>
          <pc:sldMk cId="762980379" sldId="503"/>
        </pc:sldMkLst>
      </pc:sldChg>
      <pc:sldChg chg="addSp delSp modSp add mod">
        <pc:chgData name="Nazleeni Samiha Bt Haron (ACAD/UTP)" userId="6f0dd0b6-d3d5-4dab-a78a-2c1a9cfb6296" providerId="ADAL" clId="{AB106F4D-15C8-46DD-A1F0-C53DA8E7D9B2}" dt="2024-06-11T04:39:30.137" v="1124" actId="207"/>
        <pc:sldMkLst>
          <pc:docMk/>
          <pc:sldMk cId="3284670851" sldId="504"/>
        </pc:sldMkLst>
      </pc:sldChg>
      <pc:sldChg chg="addSp delSp modSp add mod">
        <pc:chgData name="Nazleeni Samiha Bt Haron (ACAD/UTP)" userId="6f0dd0b6-d3d5-4dab-a78a-2c1a9cfb6296" providerId="ADAL" clId="{AB106F4D-15C8-46DD-A1F0-C53DA8E7D9B2}" dt="2024-06-11T04:41:08.801" v="1138" actId="1076"/>
        <pc:sldMkLst>
          <pc:docMk/>
          <pc:sldMk cId="1366981492" sldId="505"/>
        </pc:sldMkLst>
      </pc:sldChg>
      <pc:sldChg chg="addSp delSp modSp add mod">
        <pc:chgData name="Nazleeni Samiha Bt Haron (ACAD/UTP)" userId="6f0dd0b6-d3d5-4dab-a78a-2c1a9cfb6296" providerId="ADAL" clId="{AB106F4D-15C8-46DD-A1F0-C53DA8E7D9B2}" dt="2024-06-10T08:29:02.741" v="780" actId="1076"/>
        <pc:sldMkLst>
          <pc:docMk/>
          <pc:sldMk cId="3629573248" sldId="506"/>
        </pc:sldMkLst>
      </pc:sldChg>
      <pc:sldChg chg="addSp delSp modSp add mod">
        <pc:chgData name="Nazleeni Samiha Bt Haron (ACAD/UTP)" userId="6f0dd0b6-d3d5-4dab-a78a-2c1a9cfb6296" providerId="ADAL" clId="{AB106F4D-15C8-46DD-A1F0-C53DA8E7D9B2}" dt="2024-06-10T08:30:52.927" v="808" actId="12"/>
        <pc:sldMkLst>
          <pc:docMk/>
          <pc:sldMk cId="2869815815" sldId="507"/>
        </pc:sldMkLst>
      </pc:sldChg>
      <pc:sldChg chg="addSp delSp modSp add mod">
        <pc:chgData name="Nazleeni Samiha Bt Haron (ACAD/UTP)" userId="6f0dd0b6-d3d5-4dab-a78a-2c1a9cfb6296" providerId="ADAL" clId="{AB106F4D-15C8-46DD-A1F0-C53DA8E7D9B2}" dt="2024-06-10T08:31:24.337" v="816"/>
        <pc:sldMkLst>
          <pc:docMk/>
          <pc:sldMk cId="3183604908" sldId="508"/>
        </pc:sldMkLst>
      </pc:sldChg>
      <pc:sldChg chg="add del">
        <pc:chgData name="Nazleeni Samiha Bt Haron (ACAD/UTP)" userId="6f0dd0b6-d3d5-4dab-a78a-2c1a9cfb6296" providerId="ADAL" clId="{AB106F4D-15C8-46DD-A1F0-C53DA8E7D9B2}" dt="2024-06-10T08:33:29.739" v="940" actId="47"/>
        <pc:sldMkLst>
          <pc:docMk/>
          <pc:sldMk cId="3469848851" sldId="509"/>
        </pc:sldMkLst>
      </pc:sldChg>
      <pc:sldChg chg="modSp add mod">
        <pc:chgData name="Nazleeni Samiha Bt Haron (ACAD/UTP)" userId="6f0dd0b6-d3d5-4dab-a78a-2c1a9cfb6296" providerId="ADAL" clId="{AB106F4D-15C8-46DD-A1F0-C53DA8E7D9B2}" dt="2024-06-10T08:33:38.593" v="955" actId="20577"/>
        <pc:sldMkLst>
          <pc:docMk/>
          <pc:sldMk cId="1376306525" sldId="510"/>
        </pc:sldMkLst>
      </pc:sldChg>
      <pc:sldChg chg="addSp delSp modSp new mod modClrScheme chgLayout">
        <pc:chgData name="Nazleeni Samiha Bt Haron (ACAD/UTP)" userId="6f0dd0b6-d3d5-4dab-a78a-2c1a9cfb6296" providerId="ADAL" clId="{AB106F4D-15C8-46DD-A1F0-C53DA8E7D9B2}" dt="2024-06-11T04:51:39.927" v="1358" actId="14100"/>
        <pc:sldMkLst>
          <pc:docMk/>
          <pc:sldMk cId="1204314127" sldId="511"/>
        </pc:sldMkLst>
      </pc:sldChg>
      <pc:sldChg chg="new del">
        <pc:chgData name="Nazleeni Samiha Bt Haron (ACAD/UTP)" userId="6f0dd0b6-d3d5-4dab-a78a-2c1a9cfb6296" providerId="ADAL" clId="{AB106F4D-15C8-46DD-A1F0-C53DA8E7D9B2}" dt="2024-06-11T04:44:57.004" v="1247" actId="47"/>
        <pc:sldMkLst>
          <pc:docMk/>
          <pc:sldMk cId="2910490671" sldId="512"/>
        </pc:sldMkLst>
      </pc:sldChg>
      <pc:sldChg chg="delSp modSp add mod">
        <pc:chgData name="Nazleeni Samiha Bt Haron (ACAD/UTP)" userId="6f0dd0b6-d3d5-4dab-a78a-2c1a9cfb6296" providerId="ADAL" clId="{AB106F4D-15C8-46DD-A1F0-C53DA8E7D9B2}" dt="2024-06-11T04:46:08.081" v="1288" actId="207"/>
        <pc:sldMkLst>
          <pc:docMk/>
          <pc:sldMk cId="3534828662" sldId="513"/>
        </pc:sldMkLst>
      </pc:sldChg>
      <pc:sldChg chg="addSp delSp modSp add mod">
        <pc:chgData name="Nazleeni Samiha Bt Haron (ACAD/UTP)" userId="6f0dd0b6-d3d5-4dab-a78a-2c1a9cfb6296" providerId="ADAL" clId="{AB106F4D-15C8-46DD-A1F0-C53DA8E7D9B2}" dt="2024-06-11T05:03:27.813" v="1693" actId="20577"/>
        <pc:sldMkLst>
          <pc:docMk/>
          <pc:sldMk cId="3929858594" sldId="514"/>
        </pc:sldMkLst>
      </pc:sldChg>
      <pc:sldChg chg="addSp delSp modSp new mod chgLayout">
        <pc:chgData name="Nazleeni Samiha Bt Haron (ACAD/UTP)" userId="6f0dd0b6-d3d5-4dab-a78a-2c1a9cfb6296" providerId="ADAL" clId="{AB106F4D-15C8-46DD-A1F0-C53DA8E7D9B2}" dt="2024-06-11T05:12:24.638" v="1782" actId="20577"/>
        <pc:sldMkLst>
          <pc:docMk/>
          <pc:sldMk cId="3318994166" sldId="515"/>
        </pc:sldMkLst>
      </pc:sldChg>
      <pc:sldChg chg="addSp delSp modSp add mod modNotesTx">
        <pc:chgData name="Nazleeni Samiha Bt Haron (ACAD/UTP)" userId="6f0dd0b6-d3d5-4dab-a78a-2c1a9cfb6296" providerId="ADAL" clId="{AB106F4D-15C8-46DD-A1F0-C53DA8E7D9B2}" dt="2024-06-11T05:23:25.407" v="1822" actId="6549"/>
        <pc:sldMkLst>
          <pc:docMk/>
          <pc:sldMk cId="1500656663" sldId="516"/>
        </pc:sldMkLst>
      </pc:sldChg>
      <pc:sldChg chg="addSp delSp modSp add mod modNotesTx">
        <pc:chgData name="Nazleeni Samiha Bt Haron (ACAD/UTP)" userId="6f0dd0b6-d3d5-4dab-a78a-2c1a9cfb6296" providerId="ADAL" clId="{AB106F4D-15C8-46DD-A1F0-C53DA8E7D9B2}" dt="2024-06-11T05:36:41.482" v="1990" actId="20577"/>
        <pc:sldMkLst>
          <pc:docMk/>
          <pc:sldMk cId="1870015215" sldId="517"/>
        </pc:sldMkLst>
      </pc:sldChg>
      <pc:sldChg chg="addSp delSp modSp new mod">
        <pc:chgData name="Nazleeni Samiha Bt Haron (ACAD/UTP)" userId="6f0dd0b6-d3d5-4dab-a78a-2c1a9cfb6296" providerId="ADAL" clId="{AB106F4D-15C8-46DD-A1F0-C53DA8E7D9B2}" dt="2024-06-11T05:40:57.988" v="2040" actId="14100"/>
        <pc:sldMkLst>
          <pc:docMk/>
          <pc:sldMk cId="291909312" sldId="518"/>
        </pc:sldMkLst>
      </pc:sldChg>
      <pc:sldChg chg="delSp modSp new mod">
        <pc:chgData name="Nazleeni Samiha Bt Haron (ACAD/UTP)" userId="6f0dd0b6-d3d5-4dab-a78a-2c1a9cfb6296" providerId="ADAL" clId="{AB106F4D-15C8-46DD-A1F0-C53DA8E7D9B2}" dt="2024-06-11T05:48:12.392" v="2300" actId="207"/>
        <pc:sldMkLst>
          <pc:docMk/>
          <pc:sldMk cId="1526369598" sldId="519"/>
        </pc:sldMkLst>
      </pc:sldChg>
      <pc:sldMasterChg chg="delSldLayout">
        <pc:chgData name="Nazleeni Samiha Bt Haron (ACAD/UTP)" userId="6f0dd0b6-d3d5-4dab-a78a-2c1a9cfb6296" providerId="ADAL" clId="{AB106F4D-15C8-46DD-A1F0-C53DA8E7D9B2}" dt="2024-06-10T08:33:29.739" v="940" actId="47"/>
        <pc:sldMasterMkLst>
          <pc:docMk/>
          <pc:sldMasterMk cId="3051362602" sldId="2147483727"/>
        </pc:sldMasterMkLst>
        <pc:sldLayoutChg chg="del">
          <pc:chgData name="Nazleeni Samiha Bt Haron (ACAD/UTP)" userId="6f0dd0b6-d3d5-4dab-a78a-2c1a9cfb6296" providerId="ADAL" clId="{AB106F4D-15C8-46DD-A1F0-C53DA8E7D9B2}" dt="2024-06-10T04:38:16.471" v="398" actId="47"/>
          <pc:sldLayoutMkLst>
            <pc:docMk/>
            <pc:sldMasterMk cId="3051362602" sldId="2147483727"/>
            <pc:sldLayoutMk cId="2164187811" sldId="2147483739"/>
          </pc:sldLayoutMkLst>
        </pc:sldLayoutChg>
        <pc:sldLayoutChg chg="del">
          <pc:chgData name="Nazleeni Samiha Bt Haron (ACAD/UTP)" userId="6f0dd0b6-d3d5-4dab-a78a-2c1a9cfb6296" providerId="ADAL" clId="{AB106F4D-15C8-46DD-A1F0-C53DA8E7D9B2}" dt="2024-06-10T08:33:29.739" v="940" actId="47"/>
          <pc:sldLayoutMkLst>
            <pc:docMk/>
            <pc:sldMasterMk cId="3051362602" sldId="2147483727"/>
            <pc:sldLayoutMk cId="3521993801" sldId="2147483755"/>
          </pc:sldLayoutMkLst>
        </pc:sldLayoutChg>
      </pc:sldMasterChg>
      <pc:sldMasterChg chg="del delSldLayout">
        <pc:chgData name="Nazleeni Samiha Bt Haron (ACAD/UTP)" userId="6f0dd0b6-d3d5-4dab-a78a-2c1a9cfb6296" providerId="ADAL" clId="{AB106F4D-15C8-46DD-A1F0-C53DA8E7D9B2}" dt="2024-06-10T08:31:28.553" v="817" actId="47"/>
        <pc:sldMasterMkLst>
          <pc:docMk/>
          <pc:sldMasterMk cId="2530536189" sldId="2147483740"/>
        </pc:sldMasterMkLst>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4010736210" sldId="2147483741"/>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776835717" sldId="2147483742"/>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1779493240" sldId="2147483743"/>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3516378588" sldId="2147483744"/>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2200839995" sldId="2147483745"/>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2428988044" sldId="2147483746"/>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3559941456" sldId="2147483747"/>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540442830" sldId="2147483748"/>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2763897343" sldId="2147483749"/>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3102194591" sldId="2147483750"/>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1076872405" sldId="2147483751"/>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170710767" sldId="2147483752"/>
          </pc:sldLayoutMkLst>
        </pc:sldLayoutChg>
        <pc:sldLayoutChg chg="del">
          <pc:chgData name="Nazleeni Samiha Bt Haron (ACAD/UTP)" userId="6f0dd0b6-d3d5-4dab-a78a-2c1a9cfb6296" providerId="ADAL" clId="{AB106F4D-15C8-46DD-A1F0-C53DA8E7D9B2}" dt="2024-06-10T08:31:28.553" v="817" actId="47"/>
          <pc:sldLayoutMkLst>
            <pc:docMk/>
            <pc:sldMasterMk cId="2530536189" sldId="2147483740"/>
            <pc:sldLayoutMk cId="265287755" sldId="2147483753"/>
          </pc:sldLayoutMkLst>
        </pc:sldLayoutChg>
      </pc:sldMasterChg>
    </pc:docChg>
  </pc:docChgLst>
  <pc:docChgLst>
    <pc:chgData name="Cheah Yong Xhie" userId="5e4b6dc4-0a7d-4300-bb80-a04289f680de" providerId="ADAL" clId="{C0EAE4AD-910C-438D-B3C2-91A917FCAC6F}"/>
    <pc:docChg chg="modSld">
      <pc:chgData name="Cheah Yong Xhie" userId="5e4b6dc4-0a7d-4300-bb80-a04289f680de" providerId="ADAL" clId="{C0EAE4AD-910C-438D-B3C2-91A917FCAC6F}" dt="2025-10-16T03:17:29.535" v="46" actId="20577"/>
      <pc:docMkLst>
        <pc:docMk/>
      </pc:docMkLst>
      <pc:sldChg chg="modNotesTx">
        <pc:chgData name="Cheah Yong Xhie" userId="5e4b6dc4-0a7d-4300-bb80-a04289f680de" providerId="ADAL" clId="{C0EAE4AD-910C-438D-B3C2-91A917FCAC6F}" dt="2025-10-16T03:17:29.535" v="46" actId="20577"/>
        <pc:sldMkLst>
          <pc:docMk/>
          <pc:sldMk cId="3923904439" sldId="39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B85770-42E1-4814-8590-86807E84937E}" type="doc">
      <dgm:prSet loTypeId="urn:microsoft.com/office/officeart/2008/layout/VerticalCurvedList" loCatId="list" qsTypeId="urn:microsoft.com/office/officeart/2005/8/quickstyle/simple1" qsCatId="simple" csTypeId="urn:microsoft.com/office/officeart/2005/8/colors/accent1_5" csCatId="accent1" phldr="1"/>
      <dgm:spPr/>
      <dgm:t>
        <a:bodyPr/>
        <a:lstStyle/>
        <a:p>
          <a:endParaRPr lang="en-MY"/>
        </a:p>
      </dgm:t>
    </dgm:pt>
    <dgm:pt modelId="{E37C874B-A1EC-4003-8C76-762BDB28DC91}">
      <dgm:prSet phldrT="[Text]"/>
      <dgm:spPr/>
      <dgm:t>
        <a:bodyPr/>
        <a:lstStyle/>
        <a:p>
          <a:r>
            <a:rPr lang="en-MY" dirty="0"/>
            <a:t>STREAM CIPHER VS BLOCK CIPHER</a:t>
          </a:r>
        </a:p>
      </dgm:t>
    </dgm:pt>
    <dgm:pt modelId="{ACAF0A50-4401-4537-B512-36D3B34E8C32}" type="parTrans" cxnId="{5CE30A71-91FB-4BD8-9955-21D715F58F9A}">
      <dgm:prSet/>
      <dgm:spPr/>
      <dgm:t>
        <a:bodyPr/>
        <a:lstStyle/>
        <a:p>
          <a:endParaRPr lang="en-MY"/>
        </a:p>
      </dgm:t>
    </dgm:pt>
    <dgm:pt modelId="{C6962557-3305-40BB-9081-00B8A7E7F159}" type="sibTrans" cxnId="{5CE30A71-91FB-4BD8-9955-21D715F58F9A}">
      <dgm:prSet/>
      <dgm:spPr/>
      <dgm:t>
        <a:bodyPr/>
        <a:lstStyle/>
        <a:p>
          <a:endParaRPr lang="en-MY"/>
        </a:p>
      </dgm:t>
    </dgm:pt>
    <dgm:pt modelId="{1AC76A62-1B4A-4F7E-9273-019C8EB38E05}">
      <dgm:prSet phldrT="[Text]"/>
      <dgm:spPr/>
      <dgm:t>
        <a:bodyPr/>
        <a:lstStyle/>
        <a:p>
          <a:r>
            <a:rPr lang="en-MY" dirty="0"/>
            <a:t>FEISTEL STRUCTURE</a:t>
          </a:r>
        </a:p>
      </dgm:t>
    </dgm:pt>
    <dgm:pt modelId="{88D042D8-5356-40F9-B9C7-E16DA56824B4}" type="parTrans" cxnId="{CD1CA94A-421C-4AA5-A02B-83EDF95676FA}">
      <dgm:prSet/>
      <dgm:spPr/>
      <dgm:t>
        <a:bodyPr/>
        <a:lstStyle/>
        <a:p>
          <a:endParaRPr lang="en-MY"/>
        </a:p>
      </dgm:t>
    </dgm:pt>
    <dgm:pt modelId="{747DE455-DF8F-4B93-8BAA-74224CB98FCA}" type="sibTrans" cxnId="{CD1CA94A-421C-4AA5-A02B-83EDF95676FA}">
      <dgm:prSet/>
      <dgm:spPr/>
      <dgm:t>
        <a:bodyPr/>
        <a:lstStyle/>
        <a:p>
          <a:endParaRPr lang="en-MY"/>
        </a:p>
      </dgm:t>
    </dgm:pt>
    <dgm:pt modelId="{220BC5EE-0CF6-4784-9FBA-BBE79F8DB00B}">
      <dgm:prSet phldrT="[Text]"/>
      <dgm:spPr/>
      <dgm:t>
        <a:bodyPr/>
        <a:lstStyle/>
        <a:p>
          <a:r>
            <a:rPr lang="en-MY" dirty="0"/>
            <a:t>DATA ENCRYPTION STANDARD (DES)</a:t>
          </a:r>
        </a:p>
      </dgm:t>
    </dgm:pt>
    <dgm:pt modelId="{A45D4CA4-B146-46D5-9365-DA02C4A563A2}" type="parTrans" cxnId="{BFC75F4C-87F9-49A3-A724-88283AFF051B}">
      <dgm:prSet/>
      <dgm:spPr/>
      <dgm:t>
        <a:bodyPr/>
        <a:lstStyle/>
        <a:p>
          <a:endParaRPr lang="en-MY"/>
        </a:p>
      </dgm:t>
    </dgm:pt>
    <dgm:pt modelId="{8C8A5937-FD56-4AAD-B974-16AD505855B1}" type="sibTrans" cxnId="{BFC75F4C-87F9-49A3-A724-88283AFF051B}">
      <dgm:prSet/>
      <dgm:spPr/>
      <dgm:t>
        <a:bodyPr/>
        <a:lstStyle/>
        <a:p>
          <a:endParaRPr lang="en-MY"/>
        </a:p>
      </dgm:t>
    </dgm:pt>
    <dgm:pt modelId="{57F09558-66B3-4726-A6ED-E9F2B769E0AA}">
      <dgm:prSet phldrT="[Text]"/>
      <dgm:spPr/>
      <dgm:t>
        <a:bodyPr/>
        <a:lstStyle/>
        <a:p>
          <a:r>
            <a:rPr lang="en-MY" dirty="0"/>
            <a:t>ADVANCED ENCRYPTION STANDARD (AES)</a:t>
          </a:r>
        </a:p>
      </dgm:t>
    </dgm:pt>
    <dgm:pt modelId="{50964254-7C50-4F90-A1D2-BF7437E00920}" type="parTrans" cxnId="{6A850ED6-73F5-48CA-B4B8-FF2FBA766D3B}">
      <dgm:prSet/>
      <dgm:spPr/>
      <dgm:t>
        <a:bodyPr/>
        <a:lstStyle/>
        <a:p>
          <a:endParaRPr lang="en-MY"/>
        </a:p>
      </dgm:t>
    </dgm:pt>
    <dgm:pt modelId="{FBAF43EC-99A7-45C0-B5F0-CD7354E864DE}" type="sibTrans" cxnId="{6A850ED6-73F5-48CA-B4B8-FF2FBA766D3B}">
      <dgm:prSet/>
      <dgm:spPr/>
      <dgm:t>
        <a:bodyPr/>
        <a:lstStyle/>
        <a:p>
          <a:endParaRPr lang="en-MY"/>
        </a:p>
      </dgm:t>
    </dgm:pt>
    <dgm:pt modelId="{BBCC1BB0-A8B8-4A7B-A9AE-2D0460AC31F9}">
      <dgm:prSet phldrT="[Text]"/>
      <dgm:spPr/>
      <dgm:t>
        <a:bodyPr/>
        <a:lstStyle/>
        <a:p>
          <a:r>
            <a:rPr lang="en-MY" dirty="0"/>
            <a:t>BLOCK CIPHER MODE OF OPERATION</a:t>
          </a:r>
        </a:p>
      </dgm:t>
    </dgm:pt>
    <dgm:pt modelId="{47ED9111-9EEE-4B60-9481-35D8C42DA7CC}" type="parTrans" cxnId="{8055BADE-37FB-4755-BCA7-32ABD7C7A2F6}">
      <dgm:prSet/>
      <dgm:spPr/>
      <dgm:t>
        <a:bodyPr/>
        <a:lstStyle/>
        <a:p>
          <a:endParaRPr lang="en-MY"/>
        </a:p>
      </dgm:t>
    </dgm:pt>
    <dgm:pt modelId="{6220B373-2C25-4221-94AB-4B93054B5C7F}" type="sibTrans" cxnId="{8055BADE-37FB-4755-BCA7-32ABD7C7A2F6}">
      <dgm:prSet/>
      <dgm:spPr/>
      <dgm:t>
        <a:bodyPr/>
        <a:lstStyle/>
        <a:p>
          <a:endParaRPr lang="en-MY"/>
        </a:p>
      </dgm:t>
    </dgm:pt>
    <dgm:pt modelId="{1C4B952A-2ED9-4E8F-8E6A-2A667E9B2AFE}">
      <dgm:prSet phldrT="[Text]"/>
      <dgm:spPr/>
      <dgm:t>
        <a:bodyPr/>
        <a:lstStyle/>
        <a:p>
          <a:r>
            <a:rPr lang="en-US" dirty="0"/>
            <a:t>KEY MANAGEMENT (SYMMETRIC KEY)</a:t>
          </a:r>
          <a:endParaRPr lang="en-MY" dirty="0"/>
        </a:p>
      </dgm:t>
    </dgm:pt>
    <dgm:pt modelId="{FCE67D05-0A2B-4EFF-B6A0-22BECCA3458D}" type="parTrans" cxnId="{0D5DFACF-5DB2-4F95-88B2-930594650BC5}">
      <dgm:prSet/>
      <dgm:spPr/>
    </dgm:pt>
    <dgm:pt modelId="{A70B8A70-A712-4AE4-B59B-EE6BA8E53962}" type="sibTrans" cxnId="{0D5DFACF-5DB2-4F95-88B2-930594650BC5}">
      <dgm:prSet/>
      <dgm:spPr/>
    </dgm:pt>
    <dgm:pt modelId="{01C1F459-B550-4CB8-9A6A-ABAFAB0F3D87}" type="pres">
      <dgm:prSet presAssocID="{8BB85770-42E1-4814-8590-86807E84937E}" presName="Name0" presStyleCnt="0">
        <dgm:presLayoutVars>
          <dgm:chMax val="7"/>
          <dgm:chPref val="7"/>
          <dgm:dir/>
        </dgm:presLayoutVars>
      </dgm:prSet>
      <dgm:spPr/>
    </dgm:pt>
    <dgm:pt modelId="{7CD80B8B-0D41-4507-9F65-0E5DF5003217}" type="pres">
      <dgm:prSet presAssocID="{8BB85770-42E1-4814-8590-86807E84937E}" presName="Name1" presStyleCnt="0"/>
      <dgm:spPr/>
    </dgm:pt>
    <dgm:pt modelId="{3C7E8C83-8EBD-4659-9D56-5D650610D6B1}" type="pres">
      <dgm:prSet presAssocID="{8BB85770-42E1-4814-8590-86807E84937E}" presName="cycle" presStyleCnt="0"/>
      <dgm:spPr/>
    </dgm:pt>
    <dgm:pt modelId="{4745957A-276D-4C75-8124-6B9005269E1A}" type="pres">
      <dgm:prSet presAssocID="{8BB85770-42E1-4814-8590-86807E84937E}" presName="srcNode" presStyleLbl="node1" presStyleIdx="0" presStyleCnt="6"/>
      <dgm:spPr/>
    </dgm:pt>
    <dgm:pt modelId="{C09102EB-DF09-4E80-8E17-EB1ED7383541}" type="pres">
      <dgm:prSet presAssocID="{8BB85770-42E1-4814-8590-86807E84937E}" presName="conn" presStyleLbl="parChTrans1D2" presStyleIdx="0" presStyleCnt="1"/>
      <dgm:spPr/>
    </dgm:pt>
    <dgm:pt modelId="{0D05EB5E-C0BE-47CE-9939-7D75F9F7B9D8}" type="pres">
      <dgm:prSet presAssocID="{8BB85770-42E1-4814-8590-86807E84937E}" presName="extraNode" presStyleLbl="node1" presStyleIdx="0" presStyleCnt="6"/>
      <dgm:spPr/>
    </dgm:pt>
    <dgm:pt modelId="{4B974126-575B-4051-87B2-3B020DF675D7}" type="pres">
      <dgm:prSet presAssocID="{8BB85770-42E1-4814-8590-86807E84937E}" presName="dstNode" presStyleLbl="node1" presStyleIdx="0" presStyleCnt="6"/>
      <dgm:spPr/>
    </dgm:pt>
    <dgm:pt modelId="{48D57E73-8D06-4CA7-BB39-EE6EB54EB3A6}" type="pres">
      <dgm:prSet presAssocID="{E37C874B-A1EC-4003-8C76-762BDB28DC91}" presName="text_1" presStyleLbl="node1" presStyleIdx="0" presStyleCnt="6">
        <dgm:presLayoutVars>
          <dgm:bulletEnabled val="1"/>
        </dgm:presLayoutVars>
      </dgm:prSet>
      <dgm:spPr/>
    </dgm:pt>
    <dgm:pt modelId="{43C3EF6F-9602-44FC-BEC0-338B372832E7}" type="pres">
      <dgm:prSet presAssocID="{E37C874B-A1EC-4003-8C76-762BDB28DC91}" presName="accent_1" presStyleCnt="0"/>
      <dgm:spPr/>
    </dgm:pt>
    <dgm:pt modelId="{1B700524-52E7-45EA-93F8-D4AB3642D30C}" type="pres">
      <dgm:prSet presAssocID="{E37C874B-A1EC-4003-8C76-762BDB28DC91}" presName="accentRepeatNode" presStyleLbl="solidFgAcc1" presStyleIdx="0" presStyleCnt="6"/>
      <dgm:spPr/>
    </dgm:pt>
    <dgm:pt modelId="{7982A607-A5BD-4D4C-ADAF-1928736275E1}" type="pres">
      <dgm:prSet presAssocID="{BBCC1BB0-A8B8-4A7B-A9AE-2D0460AC31F9}" presName="text_2" presStyleLbl="node1" presStyleIdx="1" presStyleCnt="6">
        <dgm:presLayoutVars>
          <dgm:bulletEnabled val="1"/>
        </dgm:presLayoutVars>
      </dgm:prSet>
      <dgm:spPr/>
    </dgm:pt>
    <dgm:pt modelId="{1E882960-4DA7-40DB-BF94-3F0628E180F1}" type="pres">
      <dgm:prSet presAssocID="{BBCC1BB0-A8B8-4A7B-A9AE-2D0460AC31F9}" presName="accent_2" presStyleCnt="0"/>
      <dgm:spPr/>
    </dgm:pt>
    <dgm:pt modelId="{936B1E6E-D614-4959-B7FD-8C11A84EC859}" type="pres">
      <dgm:prSet presAssocID="{BBCC1BB0-A8B8-4A7B-A9AE-2D0460AC31F9}" presName="accentRepeatNode" presStyleLbl="solidFgAcc1" presStyleIdx="1" presStyleCnt="6"/>
      <dgm:spPr/>
    </dgm:pt>
    <dgm:pt modelId="{FC7EDA2F-8FC2-4FE7-8288-C090138B9909}" type="pres">
      <dgm:prSet presAssocID="{1AC76A62-1B4A-4F7E-9273-019C8EB38E05}" presName="text_3" presStyleLbl="node1" presStyleIdx="2" presStyleCnt="6">
        <dgm:presLayoutVars>
          <dgm:bulletEnabled val="1"/>
        </dgm:presLayoutVars>
      </dgm:prSet>
      <dgm:spPr/>
    </dgm:pt>
    <dgm:pt modelId="{44F5985F-FAD1-40BF-A954-CDEB08F1CC91}" type="pres">
      <dgm:prSet presAssocID="{1AC76A62-1B4A-4F7E-9273-019C8EB38E05}" presName="accent_3" presStyleCnt="0"/>
      <dgm:spPr/>
    </dgm:pt>
    <dgm:pt modelId="{3732D62D-B497-4F9A-8BAB-43247DF010F7}" type="pres">
      <dgm:prSet presAssocID="{1AC76A62-1B4A-4F7E-9273-019C8EB38E05}" presName="accentRepeatNode" presStyleLbl="solidFgAcc1" presStyleIdx="2" presStyleCnt="6"/>
      <dgm:spPr/>
    </dgm:pt>
    <dgm:pt modelId="{AD187BD4-ED5E-436F-9E0D-36A32CF40ACF}" type="pres">
      <dgm:prSet presAssocID="{220BC5EE-0CF6-4784-9FBA-BBE79F8DB00B}" presName="text_4" presStyleLbl="node1" presStyleIdx="3" presStyleCnt="6">
        <dgm:presLayoutVars>
          <dgm:bulletEnabled val="1"/>
        </dgm:presLayoutVars>
      </dgm:prSet>
      <dgm:spPr/>
    </dgm:pt>
    <dgm:pt modelId="{5688F343-44BE-4207-8BAB-8477C4AF0387}" type="pres">
      <dgm:prSet presAssocID="{220BC5EE-0CF6-4784-9FBA-BBE79F8DB00B}" presName="accent_4" presStyleCnt="0"/>
      <dgm:spPr/>
    </dgm:pt>
    <dgm:pt modelId="{D20564D6-2510-4A0A-BFD3-4A3DF4684199}" type="pres">
      <dgm:prSet presAssocID="{220BC5EE-0CF6-4784-9FBA-BBE79F8DB00B}" presName="accentRepeatNode" presStyleLbl="solidFgAcc1" presStyleIdx="3" presStyleCnt="6"/>
      <dgm:spPr/>
    </dgm:pt>
    <dgm:pt modelId="{B4D19885-A28F-41DA-8113-E9A2EE59889D}" type="pres">
      <dgm:prSet presAssocID="{57F09558-66B3-4726-A6ED-E9F2B769E0AA}" presName="text_5" presStyleLbl="node1" presStyleIdx="4" presStyleCnt="6">
        <dgm:presLayoutVars>
          <dgm:bulletEnabled val="1"/>
        </dgm:presLayoutVars>
      </dgm:prSet>
      <dgm:spPr/>
    </dgm:pt>
    <dgm:pt modelId="{056C3D9D-8BDE-4809-99D2-284F507F4EF3}" type="pres">
      <dgm:prSet presAssocID="{57F09558-66B3-4726-A6ED-E9F2B769E0AA}" presName="accent_5" presStyleCnt="0"/>
      <dgm:spPr/>
    </dgm:pt>
    <dgm:pt modelId="{B6F2A5F5-2B81-417D-BC43-1837D7A7069C}" type="pres">
      <dgm:prSet presAssocID="{57F09558-66B3-4726-A6ED-E9F2B769E0AA}" presName="accentRepeatNode" presStyleLbl="solidFgAcc1" presStyleIdx="4" presStyleCnt="6"/>
      <dgm:spPr/>
    </dgm:pt>
    <dgm:pt modelId="{81E7905B-0E1B-4600-BCDE-1DE6B0CC520F}" type="pres">
      <dgm:prSet presAssocID="{1C4B952A-2ED9-4E8F-8E6A-2A667E9B2AFE}" presName="text_6" presStyleLbl="node1" presStyleIdx="5" presStyleCnt="6">
        <dgm:presLayoutVars>
          <dgm:bulletEnabled val="1"/>
        </dgm:presLayoutVars>
      </dgm:prSet>
      <dgm:spPr/>
    </dgm:pt>
    <dgm:pt modelId="{1BAF8851-E6D4-41EF-B074-6CD7CCB75AB7}" type="pres">
      <dgm:prSet presAssocID="{1C4B952A-2ED9-4E8F-8E6A-2A667E9B2AFE}" presName="accent_6" presStyleCnt="0"/>
      <dgm:spPr/>
    </dgm:pt>
    <dgm:pt modelId="{727D67B3-8B35-41C9-B6E3-A01DF642CF19}" type="pres">
      <dgm:prSet presAssocID="{1C4B952A-2ED9-4E8F-8E6A-2A667E9B2AFE}" presName="accentRepeatNode" presStyleLbl="solidFgAcc1" presStyleIdx="5" presStyleCnt="6"/>
      <dgm:spPr/>
    </dgm:pt>
  </dgm:ptLst>
  <dgm:cxnLst>
    <dgm:cxn modelId="{5225DC02-4B82-46FB-B785-157811102C31}" type="presOf" srcId="{57F09558-66B3-4726-A6ED-E9F2B769E0AA}" destId="{B4D19885-A28F-41DA-8113-E9A2EE59889D}" srcOrd="0" destOrd="0" presId="urn:microsoft.com/office/officeart/2008/layout/VerticalCurvedList"/>
    <dgm:cxn modelId="{78CAEA24-B217-4098-8CCE-FB8634276C50}" type="presOf" srcId="{220BC5EE-0CF6-4784-9FBA-BBE79F8DB00B}" destId="{AD187BD4-ED5E-436F-9E0D-36A32CF40ACF}" srcOrd="0" destOrd="0" presId="urn:microsoft.com/office/officeart/2008/layout/VerticalCurvedList"/>
    <dgm:cxn modelId="{9427D12E-37F7-4296-A6B8-485D4E49BEE4}" type="presOf" srcId="{8BB85770-42E1-4814-8590-86807E84937E}" destId="{01C1F459-B550-4CB8-9A6A-ABAFAB0F3D87}" srcOrd="0" destOrd="0" presId="urn:microsoft.com/office/officeart/2008/layout/VerticalCurvedList"/>
    <dgm:cxn modelId="{4369D442-D662-400C-A543-FF1CD15F7A2A}" type="presOf" srcId="{1AC76A62-1B4A-4F7E-9273-019C8EB38E05}" destId="{FC7EDA2F-8FC2-4FE7-8288-C090138B9909}" srcOrd="0" destOrd="0" presId="urn:microsoft.com/office/officeart/2008/layout/VerticalCurvedList"/>
    <dgm:cxn modelId="{CD1CA94A-421C-4AA5-A02B-83EDF95676FA}" srcId="{8BB85770-42E1-4814-8590-86807E84937E}" destId="{1AC76A62-1B4A-4F7E-9273-019C8EB38E05}" srcOrd="2" destOrd="0" parTransId="{88D042D8-5356-40F9-B9C7-E16DA56824B4}" sibTransId="{747DE455-DF8F-4B93-8BAA-74224CB98FCA}"/>
    <dgm:cxn modelId="{BFC75F4C-87F9-49A3-A724-88283AFF051B}" srcId="{8BB85770-42E1-4814-8590-86807E84937E}" destId="{220BC5EE-0CF6-4784-9FBA-BBE79F8DB00B}" srcOrd="3" destOrd="0" parTransId="{A45D4CA4-B146-46D5-9365-DA02C4A563A2}" sibTransId="{8C8A5937-FD56-4AAD-B974-16AD505855B1}"/>
    <dgm:cxn modelId="{6D70674F-5DDC-4460-B96A-BF209C6B60DE}" type="presOf" srcId="{BBCC1BB0-A8B8-4A7B-A9AE-2D0460AC31F9}" destId="{7982A607-A5BD-4D4C-ADAF-1928736275E1}" srcOrd="0" destOrd="0" presId="urn:microsoft.com/office/officeart/2008/layout/VerticalCurvedList"/>
    <dgm:cxn modelId="{5CE30A71-91FB-4BD8-9955-21D715F58F9A}" srcId="{8BB85770-42E1-4814-8590-86807E84937E}" destId="{E37C874B-A1EC-4003-8C76-762BDB28DC91}" srcOrd="0" destOrd="0" parTransId="{ACAF0A50-4401-4537-B512-36D3B34E8C32}" sibTransId="{C6962557-3305-40BB-9081-00B8A7E7F159}"/>
    <dgm:cxn modelId="{0903C053-C52A-4DA2-9FCE-780366ED24C6}" type="presOf" srcId="{E37C874B-A1EC-4003-8C76-762BDB28DC91}" destId="{48D57E73-8D06-4CA7-BB39-EE6EB54EB3A6}" srcOrd="0" destOrd="0" presId="urn:microsoft.com/office/officeart/2008/layout/VerticalCurvedList"/>
    <dgm:cxn modelId="{CF660987-B2DC-46D3-98CA-B3E92501BA02}" type="presOf" srcId="{C6962557-3305-40BB-9081-00B8A7E7F159}" destId="{C09102EB-DF09-4E80-8E17-EB1ED7383541}" srcOrd="0" destOrd="0" presId="urn:microsoft.com/office/officeart/2008/layout/VerticalCurvedList"/>
    <dgm:cxn modelId="{B8C33F92-5CB7-456C-8596-ADC9B0DC8FBB}" type="presOf" srcId="{1C4B952A-2ED9-4E8F-8E6A-2A667E9B2AFE}" destId="{81E7905B-0E1B-4600-BCDE-1DE6B0CC520F}" srcOrd="0" destOrd="0" presId="urn:microsoft.com/office/officeart/2008/layout/VerticalCurvedList"/>
    <dgm:cxn modelId="{0D5DFACF-5DB2-4F95-88B2-930594650BC5}" srcId="{8BB85770-42E1-4814-8590-86807E84937E}" destId="{1C4B952A-2ED9-4E8F-8E6A-2A667E9B2AFE}" srcOrd="5" destOrd="0" parTransId="{FCE67D05-0A2B-4EFF-B6A0-22BECCA3458D}" sibTransId="{A70B8A70-A712-4AE4-B59B-EE6BA8E53962}"/>
    <dgm:cxn modelId="{6A850ED6-73F5-48CA-B4B8-FF2FBA766D3B}" srcId="{8BB85770-42E1-4814-8590-86807E84937E}" destId="{57F09558-66B3-4726-A6ED-E9F2B769E0AA}" srcOrd="4" destOrd="0" parTransId="{50964254-7C50-4F90-A1D2-BF7437E00920}" sibTransId="{FBAF43EC-99A7-45C0-B5F0-CD7354E864DE}"/>
    <dgm:cxn modelId="{8055BADE-37FB-4755-BCA7-32ABD7C7A2F6}" srcId="{8BB85770-42E1-4814-8590-86807E84937E}" destId="{BBCC1BB0-A8B8-4A7B-A9AE-2D0460AC31F9}" srcOrd="1" destOrd="0" parTransId="{47ED9111-9EEE-4B60-9481-35D8C42DA7CC}" sibTransId="{6220B373-2C25-4221-94AB-4B93054B5C7F}"/>
    <dgm:cxn modelId="{6A4530F1-FC1B-4212-B5F6-0D2EA3C1AF7B}" type="presParOf" srcId="{01C1F459-B550-4CB8-9A6A-ABAFAB0F3D87}" destId="{7CD80B8B-0D41-4507-9F65-0E5DF5003217}" srcOrd="0" destOrd="0" presId="urn:microsoft.com/office/officeart/2008/layout/VerticalCurvedList"/>
    <dgm:cxn modelId="{CDDB4F23-EEAB-4133-91E9-71525C01CFFA}" type="presParOf" srcId="{7CD80B8B-0D41-4507-9F65-0E5DF5003217}" destId="{3C7E8C83-8EBD-4659-9D56-5D650610D6B1}" srcOrd="0" destOrd="0" presId="urn:microsoft.com/office/officeart/2008/layout/VerticalCurvedList"/>
    <dgm:cxn modelId="{847D17B5-5F75-450A-8252-958DA33DFD34}" type="presParOf" srcId="{3C7E8C83-8EBD-4659-9D56-5D650610D6B1}" destId="{4745957A-276D-4C75-8124-6B9005269E1A}" srcOrd="0" destOrd="0" presId="urn:microsoft.com/office/officeart/2008/layout/VerticalCurvedList"/>
    <dgm:cxn modelId="{4330EC2D-3DA4-4CB2-9315-0718A08E3994}" type="presParOf" srcId="{3C7E8C83-8EBD-4659-9D56-5D650610D6B1}" destId="{C09102EB-DF09-4E80-8E17-EB1ED7383541}" srcOrd="1" destOrd="0" presId="urn:microsoft.com/office/officeart/2008/layout/VerticalCurvedList"/>
    <dgm:cxn modelId="{ED3CDD69-3F59-4DC3-95C1-9AACAA28885D}" type="presParOf" srcId="{3C7E8C83-8EBD-4659-9D56-5D650610D6B1}" destId="{0D05EB5E-C0BE-47CE-9939-7D75F9F7B9D8}" srcOrd="2" destOrd="0" presId="urn:microsoft.com/office/officeart/2008/layout/VerticalCurvedList"/>
    <dgm:cxn modelId="{322458E2-EC36-4501-A280-144AB10CFECB}" type="presParOf" srcId="{3C7E8C83-8EBD-4659-9D56-5D650610D6B1}" destId="{4B974126-575B-4051-87B2-3B020DF675D7}" srcOrd="3" destOrd="0" presId="urn:microsoft.com/office/officeart/2008/layout/VerticalCurvedList"/>
    <dgm:cxn modelId="{D55F4386-BAB9-4316-A402-562944CD1980}" type="presParOf" srcId="{7CD80B8B-0D41-4507-9F65-0E5DF5003217}" destId="{48D57E73-8D06-4CA7-BB39-EE6EB54EB3A6}" srcOrd="1" destOrd="0" presId="urn:microsoft.com/office/officeart/2008/layout/VerticalCurvedList"/>
    <dgm:cxn modelId="{74AC771F-6C68-42E4-AE73-D7112E2A95D7}" type="presParOf" srcId="{7CD80B8B-0D41-4507-9F65-0E5DF5003217}" destId="{43C3EF6F-9602-44FC-BEC0-338B372832E7}" srcOrd="2" destOrd="0" presId="urn:microsoft.com/office/officeart/2008/layout/VerticalCurvedList"/>
    <dgm:cxn modelId="{F5C99B9E-6C41-498F-B5DE-6D3C0234AD52}" type="presParOf" srcId="{43C3EF6F-9602-44FC-BEC0-338B372832E7}" destId="{1B700524-52E7-45EA-93F8-D4AB3642D30C}" srcOrd="0" destOrd="0" presId="urn:microsoft.com/office/officeart/2008/layout/VerticalCurvedList"/>
    <dgm:cxn modelId="{F498E1D0-EC4E-4232-8818-393E97E745D5}" type="presParOf" srcId="{7CD80B8B-0D41-4507-9F65-0E5DF5003217}" destId="{7982A607-A5BD-4D4C-ADAF-1928736275E1}" srcOrd="3" destOrd="0" presId="urn:microsoft.com/office/officeart/2008/layout/VerticalCurvedList"/>
    <dgm:cxn modelId="{79CB377A-0FEE-4DEA-80D2-E7D19B50E0EA}" type="presParOf" srcId="{7CD80B8B-0D41-4507-9F65-0E5DF5003217}" destId="{1E882960-4DA7-40DB-BF94-3F0628E180F1}" srcOrd="4" destOrd="0" presId="urn:microsoft.com/office/officeart/2008/layout/VerticalCurvedList"/>
    <dgm:cxn modelId="{609244B0-80E8-4299-8CD8-5E9D72AA9056}" type="presParOf" srcId="{1E882960-4DA7-40DB-BF94-3F0628E180F1}" destId="{936B1E6E-D614-4959-B7FD-8C11A84EC859}" srcOrd="0" destOrd="0" presId="urn:microsoft.com/office/officeart/2008/layout/VerticalCurvedList"/>
    <dgm:cxn modelId="{00603955-E0B6-44B5-8D53-53F28ED170CE}" type="presParOf" srcId="{7CD80B8B-0D41-4507-9F65-0E5DF5003217}" destId="{FC7EDA2F-8FC2-4FE7-8288-C090138B9909}" srcOrd="5" destOrd="0" presId="urn:microsoft.com/office/officeart/2008/layout/VerticalCurvedList"/>
    <dgm:cxn modelId="{34BB9939-688E-45BB-87CD-E62DFF3BC1EB}" type="presParOf" srcId="{7CD80B8B-0D41-4507-9F65-0E5DF5003217}" destId="{44F5985F-FAD1-40BF-A954-CDEB08F1CC91}" srcOrd="6" destOrd="0" presId="urn:microsoft.com/office/officeart/2008/layout/VerticalCurvedList"/>
    <dgm:cxn modelId="{F18C4B61-DAE3-4EC4-B452-60BC8EED5A91}" type="presParOf" srcId="{44F5985F-FAD1-40BF-A954-CDEB08F1CC91}" destId="{3732D62D-B497-4F9A-8BAB-43247DF010F7}" srcOrd="0" destOrd="0" presId="urn:microsoft.com/office/officeart/2008/layout/VerticalCurvedList"/>
    <dgm:cxn modelId="{9EA80558-1DB2-455E-A04E-645C74B44E8D}" type="presParOf" srcId="{7CD80B8B-0D41-4507-9F65-0E5DF5003217}" destId="{AD187BD4-ED5E-436F-9E0D-36A32CF40ACF}" srcOrd="7" destOrd="0" presId="urn:microsoft.com/office/officeart/2008/layout/VerticalCurvedList"/>
    <dgm:cxn modelId="{7E394534-F876-4A10-8E7E-4F8BE04A20CD}" type="presParOf" srcId="{7CD80B8B-0D41-4507-9F65-0E5DF5003217}" destId="{5688F343-44BE-4207-8BAB-8477C4AF0387}" srcOrd="8" destOrd="0" presId="urn:microsoft.com/office/officeart/2008/layout/VerticalCurvedList"/>
    <dgm:cxn modelId="{D7768913-2194-42AC-A1DD-581FD9AB0AF0}" type="presParOf" srcId="{5688F343-44BE-4207-8BAB-8477C4AF0387}" destId="{D20564D6-2510-4A0A-BFD3-4A3DF4684199}" srcOrd="0" destOrd="0" presId="urn:microsoft.com/office/officeart/2008/layout/VerticalCurvedList"/>
    <dgm:cxn modelId="{D2583D7D-D91D-40CF-841D-CE1D543DA5B2}" type="presParOf" srcId="{7CD80B8B-0D41-4507-9F65-0E5DF5003217}" destId="{B4D19885-A28F-41DA-8113-E9A2EE59889D}" srcOrd="9" destOrd="0" presId="urn:microsoft.com/office/officeart/2008/layout/VerticalCurvedList"/>
    <dgm:cxn modelId="{21366BFE-FFB3-4219-A6AF-B6EF5247D111}" type="presParOf" srcId="{7CD80B8B-0D41-4507-9F65-0E5DF5003217}" destId="{056C3D9D-8BDE-4809-99D2-284F507F4EF3}" srcOrd="10" destOrd="0" presId="urn:microsoft.com/office/officeart/2008/layout/VerticalCurvedList"/>
    <dgm:cxn modelId="{C72FE3BF-2C30-48D7-882F-BEAE3797FF93}" type="presParOf" srcId="{056C3D9D-8BDE-4809-99D2-284F507F4EF3}" destId="{B6F2A5F5-2B81-417D-BC43-1837D7A7069C}" srcOrd="0" destOrd="0" presId="urn:microsoft.com/office/officeart/2008/layout/VerticalCurvedList"/>
    <dgm:cxn modelId="{1F1931A2-6836-45FC-ADF2-2F6619D127A1}" type="presParOf" srcId="{7CD80B8B-0D41-4507-9F65-0E5DF5003217}" destId="{81E7905B-0E1B-4600-BCDE-1DE6B0CC520F}" srcOrd="11" destOrd="0" presId="urn:microsoft.com/office/officeart/2008/layout/VerticalCurvedList"/>
    <dgm:cxn modelId="{10B002FB-D889-411E-8488-E1EC0D9FC373}" type="presParOf" srcId="{7CD80B8B-0D41-4507-9F65-0E5DF5003217}" destId="{1BAF8851-E6D4-41EF-B074-6CD7CCB75AB7}" srcOrd="12" destOrd="0" presId="urn:microsoft.com/office/officeart/2008/layout/VerticalCurvedList"/>
    <dgm:cxn modelId="{0E6A032D-D03D-4E32-9DA7-E78B01A73163}" type="presParOf" srcId="{1BAF8851-E6D4-41EF-B074-6CD7CCB75AB7}" destId="{727D67B3-8B35-41C9-B6E3-A01DF642CF19}"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D55208-123F-483E-A339-B472CFD62DB2}" type="doc">
      <dgm:prSet loTypeId="urn:microsoft.com/office/officeart/2005/8/layout/chevron2" loCatId="process" qsTypeId="urn:microsoft.com/office/officeart/2005/8/quickstyle/simple5" qsCatId="simple" csTypeId="urn:microsoft.com/office/officeart/2005/8/colors/accent1_4" csCatId="accent1" phldr="1"/>
      <dgm:spPr/>
      <dgm:t>
        <a:bodyPr/>
        <a:lstStyle/>
        <a:p>
          <a:endParaRPr lang="en-MY"/>
        </a:p>
      </dgm:t>
    </dgm:pt>
    <dgm:pt modelId="{42DEA99B-5099-4BFF-BE0C-5C4820621ACB}">
      <dgm:prSet phldrT="[Text]"/>
      <dgm:spPr/>
      <dgm:t>
        <a:bodyPr/>
        <a:lstStyle/>
        <a:p>
          <a:r>
            <a:rPr lang="en-MY" dirty="0"/>
            <a:t>01</a:t>
          </a:r>
        </a:p>
      </dgm:t>
    </dgm:pt>
    <dgm:pt modelId="{024FC086-6523-4A21-B3DC-9DA658BA23E5}" type="parTrans" cxnId="{22B6817C-55C2-4562-BB25-D9CDCEB3D97D}">
      <dgm:prSet/>
      <dgm:spPr/>
      <dgm:t>
        <a:bodyPr/>
        <a:lstStyle/>
        <a:p>
          <a:endParaRPr lang="en-MY"/>
        </a:p>
      </dgm:t>
    </dgm:pt>
    <dgm:pt modelId="{722DDF7E-4C15-42F8-B353-44B606D399C8}" type="sibTrans" cxnId="{22B6817C-55C2-4562-BB25-D9CDCEB3D97D}">
      <dgm:prSet/>
      <dgm:spPr/>
      <dgm:t>
        <a:bodyPr/>
        <a:lstStyle/>
        <a:p>
          <a:endParaRPr lang="en-MY"/>
        </a:p>
      </dgm:t>
    </dgm:pt>
    <dgm:pt modelId="{B8826FB8-AF65-4042-A718-D5222A44ABAF}">
      <dgm:prSet phldrT="[Text]"/>
      <dgm:spPr/>
      <dgm:t>
        <a:bodyPr/>
        <a:lstStyle/>
        <a:p>
          <a:r>
            <a:rPr lang="en-MY" dirty="0">
              <a:latin typeface="Bahnschrift" panose="020B0502040204020203" pitchFamily="34" charset="0"/>
            </a:rPr>
            <a:t>To understand the difference between stream cipher and block cipher</a:t>
          </a:r>
        </a:p>
      </dgm:t>
    </dgm:pt>
    <dgm:pt modelId="{850AB057-A314-4707-83D4-E98246C27EAA}" type="parTrans" cxnId="{2DECAD1F-BD11-4B96-A8F4-2AFB66E13A64}">
      <dgm:prSet/>
      <dgm:spPr/>
      <dgm:t>
        <a:bodyPr/>
        <a:lstStyle/>
        <a:p>
          <a:endParaRPr lang="en-MY"/>
        </a:p>
      </dgm:t>
    </dgm:pt>
    <dgm:pt modelId="{4C9C558F-9FFB-477D-AB86-32D9AE4AE20F}" type="sibTrans" cxnId="{2DECAD1F-BD11-4B96-A8F4-2AFB66E13A64}">
      <dgm:prSet/>
      <dgm:spPr/>
      <dgm:t>
        <a:bodyPr/>
        <a:lstStyle/>
        <a:p>
          <a:endParaRPr lang="en-MY"/>
        </a:p>
      </dgm:t>
    </dgm:pt>
    <dgm:pt modelId="{89CFB934-BD05-4CD3-A921-8324F26CB540}">
      <dgm:prSet phldrT="[Text]"/>
      <dgm:spPr/>
      <dgm:t>
        <a:bodyPr/>
        <a:lstStyle/>
        <a:p>
          <a:r>
            <a:rPr lang="en-MY" dirty="0"/>
            <a:t>03</a:t>
          </a:r>
        </a:p>
      </dgm:t>
    </dgm:pt>
    <dgm:pt modelId="{E5BC12A7-29CC-41AF-AD2F-23AC1F9FEC71}" type="parTrans" cxnId="{5C9228B4-3AD4-4696-945E-21EEA10FCC85}">
      <dgm:prSet/>
      <dgm:spPr/>
      <dgm:t>
        <a:bodyPr/>
        <a:lstStyle/>
        <a:p>
          <a:endParaRPr lang="en-MY"/>
        </a:p>
      </dgm:t>
    </dgm:pt>
    <dgm:pt modelId="{D38557C1-32EC-48FA-A8C0-5B2931A02DFB}" type="sibTrans" cxnId="{5C9228B4-3AD4-4696-945E-21EEA10FCC85}">
      <dgm:prSet/>
      <dgm:spPr/>
      <dgm:t>
        <a:bodyPr/>
        <a:lstStyle/>
        <a:p>
          <a:endParaRPr lang="en-MY"/>
        </a:p>
      </dgm:t>
    </dgm:pt>
    <dgm:pt modelId="{2E9D6EB6-CD73-47CA-BF92-9DF2E57B4FB3}">
      <dgm:prSet phldrT="[Text]"/>
      <dgm:spPr>
        <a:solidFill>
          <a:srgbClr val="0070C0"/>
        </a:solidFill>
      </dgm:spPr>
      <dgm:t>
        <a:bodyPr/>
        <a:lstStyle/>
        <a:p>
          <a:r>
            <a:rPr lang="en-MY" dirty="0"/>
            <a:t>04</a:t>
          </a:r>
        </a:p>
      </dgm:t>
    </dgm:pt>
    <dgm:pt modelId="{8B234FA7-B3C2-4DDA-A700-1A2F98A4BD15}" type="parTrans" cxnId="{56AD60FF-8037-4F48-BB0A-54C554734144}">
      <dgm:prSet/>
      <dgm:spPr/>
      <dgm:t>
        <a:bodyPr/>
        <a:lstStyle/>
        <a:p>
          <a:endParaRPr lang="en-MY"/>
        </a:p>
      </dgm:t>
    </dgm:pt>
    <dgm:pt modelId="{BB28D5E4-6770-46C7-A92F-D9123D6CF0A7}" type="sibTrans" cxnId="{56AD60FF-8037-4F48-BB0A-54C554734144}">
      <dgm:prSet/>
      <dgm:spPr/>
      <dgm:t>
        <a:bodyPr/>
        <a:lstStyle/>
        <a:p>
          <a:endParaRPr lang="en-MY"/>
        </a:p>
      </dgm:t>
    </dgm:pt>
    <dgm:pt modelId="{5A9FEE1B-C437-4372-9061-15AD1627D83C}">
      <dgm:prSet phldrT="[Text]"/>
      <dgm:spPr/>
      <dgm:t>
        <a:bodyPr/>
        <a:lstStyle/>
        <a:p>
          <a:r>
            <a:rPr lang="en-MY" dirty="0">
              <a:latin typeface="Bahnschrift" panose="020B0502040204020203" pitchFamily="34" charset="0"/>
            </a:rPr>
            <a:t>To know the available block cipher encryption techniques</a:t>
          </a:r>
          <a:endParaRPr lang="en-MY" dirty="0"/>
        </a:p>
      </dgm:t>
    </dgm:pt>
    <dgm:pt modelId="{D09B1699-90F3-4FC5-8E1B-F23B52393061}" type="parTrans" cxnId="{3B8A816E-C137-4459-BA9F-057EB722B721}">
      <dgm:prSet/>
      <dgm:spPr/>
      <dgm:t>
        <a:bodyPr/>
        <a:lstStyle/>
        <a:p>
          <a:endParaRPr lang="en-MY"/>
        </a:p>
      </dgm:t>
    </dgm:pt>
    <dgm:pt modelId="{DABE14A6-74D5-478C-95C9-0C6C0F20B648}" type="sibTrans" cxnId="{3B8A816E-C137-4459-BA9F-057EB722B721}">
      <dgm:prSet/>
      <dgm:spPr/>
      <dgm:t>
        <a:bodyPr/>
        <a:lstStyle/>
        <a:p>
          <a:endParaRPr lang="en-MY"/>
        </a:p>
      </dgm:t>
    </dgm:pt>
    <dgm:pt modelId="{E803B4C2-D187-48B5-87E1-97569BB2931B}">
      <dgm:prSet phldrT="[Text]"/>
      <dgm:spPr/>
      <dgm:t>
        <a:bodyPr/>
        <a:lstStyle/>
        <a:p>
          <a:r>
            <a:rPr lang="en-MY" dirty="0">
              <a:latin typeface="Bahnschrift" panose="020B0502040204020203" pitchFamily="34" charset="0"/>
            </a:rPr>
            <a:t>05</a:t>
          </a:r>
        </a:p>
      </dgm:t>
    </dgm:pt>
    <dgm:pt modelId="{C99621C1-0DAA-41AD-8BD4-C4DB4BCF3580}" type="parTrans" cxnId="{E5EB81F6-BDDF-4D6A-B77D-7B80E18D90DF}">
      <dgm:prSet/>
      <dgm:spPr/>
      <dgm:t>
        <a:bodyPr/>
        <a:lstStyle/>
        <a:p>
          <a:endParaRPr lang="en-MY"/>
        </a:p>
      </dgm:t>
    </dgm:pt>
    <dgm:pt modelId="{11034E66-1AEF-4BCD-A3C7-584EA0435B29}" type="sibTrans" cxnId="{E5EB81F6-BDDF-4D6A-B77D-7B80E18D90DF}">
      <dgm:prSet/>
      <dgm:spPr/>
      <dgm:t>
        <a:bodyPr/>
        <a:lstStyle/>
        <a:p>
          <a:endParaRPr lang="en-MY"/>
        </a:p>
      </dgm:t>
    </dgm:pt>
    <dgm:pt modelId="{ED14A069-7C53-4F2E-8DB8-C46256195E45}">
      <dgm:prSet/>
      <dgm:spPr/>
      <dgm:t>
        <a:bodyPr/>
        <a:lstStyle/>
        <a:p>
          <a:r>
            <a:rPr lang="en-MY" dirty="0">
              <a:latin typeface="Bahnschrift" panose="020B0502040204020203" pitchFamily="34" charset="0"/>
            </a:rPr>
            <a:t>To understand the Feistel structure and design features</a:t>
          </a:r>
        </a:p>
      </dgm:t>
    </dgm:pt>
    <dgm:pt modelId="{139B6053-3A77-4C9F-8BEE-8448E54A8AA5}" type="parTrans" cxnId="{1AC822FB-EE89-4472-8F4F-15A9FE07E1DC}">
      <dgm:prSet/>
      <dgm:spPr/>
      <dgm:t>
        <a:bodyPr/>
        <a:lstStyle/>
        <a:p>
          <a:endParaRPr lang="en-MY"/>
        </a:p>
      </dgm:t>
    </dgm:pt>
    <dgm:pt modelId="{B82568CD-0EA4-4BE8-B4C1-3053F60730AB}" type="sibTrans" cxnId="{1AC822FB-EE89-4472-8F4F-15A9FE07E1DC}">
      <dgm:prSet/>
      <dgm:spPr/>
      <dgm:t>
        <a:bodyPr/>
        <a:lstStyle/>
        <a:p>
          <a:endParaRPr lang="en-MY"/>
        </a:p>
      </dgm:t>
    </dgm:pt>
    <dgm:pt modelId="{C55C126F-FCD3-4B40-B0BB-AB7C529A7CD2}">
      <dgm:prSet phldrT="[Text]"/>
      <dgm:spPr/>
      <dgm:t>
        <a:bodyPr/>
        <a:lstStyle/>
        <a:p>
          <a:r>
            <a:rPr lang="en-MY" dirty="0">
              <a:latin typeface="Bahnschrift" panose="020B0502040204020203" pitchFamily="34" charset="0"/>
            </a:rPr>
            <a:t>To know the implementation of DES and AES</a:t>
          </a:r>
        </a:p>
      </dgm:t>
    </dgm:pt>
    <dgm:pt modelId="{FFEF6FE2-5C57-415A-9484-C97C93C68F69}" type="parTrans" cxnId="{8DCB73CB-501A-4E6B-8AC1-7C827FD67A7B}">
      <dgm:prSet/>
      <dgm:spPr/>
      <dgm:t>
        <a:bodyPr/>
        <a:lstStyle/>
        <a:p>
          <a:endParaRPr lang="en-MY"/>
        </a:p>
      </dgm:t>
    </dgm:pt>
    <dgm:pt modelId="{44C34DF6-BFAE-4D6F-BF10-3A580B105854}" type="sibTrans" cxnId="{8DCB73CB-501A-4E6B-8AC1-7C827FD67A7B}">
      <dgm:prSet/>
      <dgm:spPr/>
      <dgm:t>
        <a:bodyPr/>
        <a:lstStyle/>
        <a:p>
          <a:endParaRPr lang="en-MY"/>
        </a:p>
      </dgm:t>
    </dgm:pt>
    <dgm:pt modelId="{90A7FFE7-1C28-48A8-B6F6-BED55C4C97C7}">
      <dgm:prSet phldrT="[Text]"/>
      <dgm:spPr/>
      <dgm:t>
        <a:bodyPr/>
        <a:lstStyle/>
        <a:p>
          <a:r>
            <a:rPr lang="en-MY" dirty="0"/>
            <a:t>02</a:t>
          </a:r>
        </a:p>
      </dgm:t>
    </dgm:pt>
    <dgm:pt modelId="{B0DDF47F-D80B-4D72-B7FD-133510E55B59}" type="parTrans" cxnId="{E7A40FDB-718C-4342-AA9E-4D1744D33AF3}">
      <dgm:prSet/>
      <dgm:spPr/>
      <dgm:t>
        <a:bodyPr/>
        <a:lstStyle/>
        <a:p>
          <a:endParaRPr lang="en-MY"/>
        </a:p>
      </dgm:t>
    </dgm:pt>
    <dgm:pt modelId="{94B86328-D91F-411F-89A6-8CB3E5545830}" type="sibTrans" cxnId="{E7A40FDB-718C-4342-AA9E-4D1744D33AF3}">
      <dgm:prSet/>
      <dgm:spPr/>
      <dgm:t>
        <a:bodyPr/>
        <a:lstStyle/>
        <a:p>
          <a:endParaRPr lang="en-MY"/>
        </a:p>
      </dgm:t>
    </dgm:pt>
    <dgm:pt modelId="{80B538A4-7EAE-4751-99A1-A85EC013D9F5}">
      <dgm:prSet phldrT="[Text]"/>
      <dgm:spPr/>
      <dgm:t>
        <a:bodyPr/>
        <a:lstStyle/>
        <a:p>
          <a:r>
            <a:rPr lang="en-MY" dirty="0"/>
            <a:t>To understand the different types of block cipher modes of operation</a:t>
          </a:r>
        </a:p>
      </dgm:t>
    </dgm:pt>
    <dgm:pt modelId="{C77E7AFC-1255-48B4-8F1C-C534EBF3BEA6}" type="parTrans" cxnId="{DEF2DE39-FC24-437C-9CEF-B113B311349F}">
      <dgm:prSet/>
      <dgm:spPr/>
      <dgm:t>
        <a:bodyPr/>
        <a:lstStyle/>
        <a:p>
          <a:endParaRPr lang="en-MY"/>
        </a:p>
      </dgm:t>
    </dgm:pt>
    <dgm:pt modelId="{154552D0-0C6B-4225-91CD-61A9080AB8DC}" type="sibTrans" cxnId="{DEF2DE39-FC24-437C-9CEF-B113B311349F}">
      <dgm:prSet/>
      <dgm:spPr/>
      <dgm:t>
        <a:bodyPr/>
        <a:lstStyle/>
        <a:p>
          <a:endParaRPr lang="en-MY"/>
        </a:p>
      </dgm:t>
    </dgm:pt>
    <dgm:pt modelId="{18F6E17B-E7CC-49DC-89C2-4581109BB030}">
      <dgm:prSet phldrT="[Text]"/>
      <dgm:spPr/>
      <dgm:t>
        <a:bodyPr/>
        <a:lstStyle/>
        <a:p>
          <a:r>
            <a:rPr lang="en-US" dirty="0">
              <a:latin typeface="Bahnschrift" panose="020B0502040204020203" pitchFamily="34" charset="0"/>
            </a:rPr>
            <a:t>06</a:t>
          </a:r>
          <a:endParaRPr lang="en-MY" dirty="0">
            <a:latin typeface="Bahnschrift" panose="020B0502040204020203" pitchFamily="34" charset="0"/>
          </a:endParaRPr>
        </a:p>
      </dgm:t>
    </dgm:pt>
    <dgm:pt modelId="{EB36AFD8-AE8A-4653-A36B-C9ED1D3AA4C8}" type="parTrans" cxnId="{5A2F0E79-C452-4E3A-89A6-8D3B417F5A7C}">
      <dgm:prSet/>
      <dgm:spPr/>
      <dgm:t>
        <a:bodyPr/>
        <a:lstStyle/>
        <a:p>
          <a:endParaRPr lang="en-MY"/>
        </a:p>
      </dgm:t>
    </dgm:pt>
    <dgm:pt modelId="{F560520E-BF5D-45E5-A8D1-D59A10397999}" type="sibTrans" cxnId="{5A2F0E79-C452-4E3A-89A6-8D3B417F5A7C}">
      <dgm:prSet/>
      <dgm:spPr/>
      <dgm:t>
        <a:bodyPr/>
        <a:lstStyle/>
        <a:p>
          <a:endParaRPr lang="en-MY"/>
        </a:p>
      </dgm:t>
    </dgm:pt>
    <dgm:pt modelId="{8BFC5495-D47E-4437-8C96-FECB11DCC4CD}">
      <dgm:prSet phldrT="[Text]"/>
      <dgm:spPr/>
      <dgm:t>
        <a:bodyPr/>
        <a:lstStyle/>
        <a:p>
          <a:r>
            <a:rPr lang="en-US" dirty="0">
              <a:latin typeface="Bahnschrift" panose="020B0502040204020203" pitchFamily="34" charset="0"/>
            </a:rPr>
            <a:t>To understand the key management method</a:t>
          </a:r>
          <a:endParaRPr lang="en-MY" dirty="0">
            <a:latin typeface="Bahnschrift" panose="020B0502040204020203" pitchFamily="34" charset="0"/>
          </a:endParaRPr>
        </a:p>
      </dgm:t>
    </dgm:pt>
    <dgm:pt modelId="{04B8703A-B30D-4407-A408-C3F9075A6BD2}" type="parTrans" cxnId="{314CC12B-4B17-41C5-9CC2-5EB4FD7944F1}">
      <dgm:prSet/>
      <dgm:spPr/>
      <dgm:t>
        <a:bodyPr/>
        <a:lstStyle/>
        <a:p>
          <a:endParaRPr lang="en-MY"/>
        </a:p>
      </dgm:t>
    </dgm:pt>
    <dgm:pt modelId="{4B067919-428E-402F-864E-4327C4EC3E78}" type="sibTrans" cxnId="{314CC12B-4B17-41C5-9CC2-5EB4FD7944F1}">
      <dgm:prSet/>
      <dgm:spPr/>
      <dgm:t>
        <a:bodyPr/>
        <a:lstStyle/>
        <a:p>
          <a:endParaRPr lang="en-MY"/>
        </a:p>
      </dgm:t>
    </dgm:pt>
    <dgm:pt modelId="{54931970-72CB-4A12-B1EE-35012BE8802E}" type="pres">
      <dgm:prSet presAssocID="{E6D55208-123F-483E-A339-B472CFD62DB2}" presName="linearFlow" presStyleCnt="0">
        <dgm:presLayoutVars>
          <dgm:dir/>
          <dgm:animLvl val="lvl"/>
          <dgm:resizeHandles val="exact"/>
        </dgm:presLayoutVars>
      </dgm:prSet>
      <dgm:spPr/>
    </dgm:pt>
    <dgm:pt modelId="{625A4A34-D81E-42F3-AFEA-0638BF93428E}" type="pres">
      <dgm:prSet presAssocID="{42DEA99B-5099-4BFF-BE0C-5C4820621ACB}" presName="composite" presStyleCnt="0"/>
      <dgm:spPr/>
    </dgm:pt>
    <dgm:pt modelId="{311714C0-6A9A-436B-8C92-BC8933573C5D}" type="pres">
      <dgm:prSet presAssocID="{42DEA99B-5099-4BFF-BE0C-5C4820621ACB}" presName="parentText" presStyleLbl="alignNode1" presStyleIdx="0" presStyleCnt="6">
        <dgm:presLayoutVars>
          <dgm:chMax val="1"/>
          <dgm:bulletEnabled val="1"/>
        </dgm:presLayoutVars>
      </dgm:prSet>
      <dgm:spPr/>
    </dgm:pt>
    <dgm:pt modelId="{2C6BBF42-90EA-4875-9A52-5046103C0FF7}" type="pres">
      <dgm:prSet presAssocID="{42DEA99B-5099-4BFF-BE0C-5C4820621ACB}" presName="descendantText" presStyleLbl="alignAcc1" presStyleIdx="0" presStyleCnt="6" custLinFactNeighborX="0">
        <dgm:presLayoutVars>
          <dgm:bulletEnabled val="1"/>
        </dgm:presLayoutVars>
      </dgm:prSet>
      <dgm:spPr/>
    </dgm:pt>
    <dgm:pt modelId="{A6666BBC-2BFE-4FF7-BD15-A1C1C9E6E079}" type="pres">
      <dgm:prSet presAssocID="{722DDF7E-4C15-42F8-B353-44B606D399C8}" presName="sp" presStyleCnt="0"/>
      <dgm:spPr/>
    </dgm:pt>
    <dgm:pt modelId="{21E87BDF-A614-4AC3-A91B-E0AB14D6D99E}" type="pres">
      <dgm:prSet presAssocID="{90A7FFE7-1C28-48A8-B6F6-BED55C4C97C7}" presName="composite" presStyleCnt="0"/>
      <dgm:spPr/>
    </dgm:pt>
    <dgm:pt modelId="{CA23432C-1514-4929-A37A-7944BEB9387D}" type="pres">
      <dgm:prSet presAssocID="{90A7FFE7-1C28-48A8-B6F6-BED55C4C97C7}" presName="parentText" presStyleLbl="alignNode1" presStyleIdx="1" presStyleCnt="6">
        <dgm:presLayoutVars>
          <dgm:chMax val="1"/>
          <dgm:bulletEnabled val="1"/>
        </dgm:presLayoutVars>
      </dgm:prSet>
      <dgm:spPr/>
    </dgm:pt>
    <dgm:pt modelId="{3EC6D60D-8ED1-4E2E-94D3-A2B6670D4426}" type="pres">
      <dgm:prSet presAssocID="{90A7FFE7-1C28-48A8-B6F6-BED55C4C97C7}" presName="descendantText" presStyleLbl="alignAcc1" presStyleIdx="1" presStyleCnt="6">
        <dgm:presLayoutVars>
          <dgm:bulletEnabled val="1"/>
        </dgm:presLayoutVars>
      </dgm:prSet>
      <dgm:spPr/>
    </dgm:pt>
    <dgm:pt modelId="{EA1CFA55-FB1F-46B7-AF13-60A6D457B824}" type="pres">
      <dgm:prSet presAssocID="{94B86328-D91F-411F-89A6-8CB3E5545830}" presName="sp" presStyleCnt="0"/>
      <dgm:spPr/>
    </dgm:pt>
    <dgm:pt modelId="{C6EFFEB2-A694-448D-951C-32CEB1CC6C8A}" type="pres">
      <dgm:prSet presAssocID="{89CFB934-BD05-4CD3-A921-8324F26CB540}" presName="composite" presStyleCnt="0"/>
      <dgm:spPr/>
    </dgm:pt>
    <dgm:pt modelId="{38A1CF35-1A09-43C4-BEDE-2DAD82D56993}" type="pres">
      <dgm:prSet presAssocID="{89CFB934-BD05-4CD3-A921-8324F26CB540}" presName="parentText" presStyleLbl="alignNode1" presStyleIdx="2" presStyleCnt="6">
        <dgm:presLayoutVars>
          <dgm:chMax val="1"/>
          <dgm:bulletEnabled val="1"/>
        </dgm:presLayoutVars>
      </dgm:prSet>
      <dgm:spPr/>
    </dgm:pt>
    <dgm:pt modelId="{4630AED8-0686-4D32-92E6-F6B2C8FE13DD}" type="pres">
      <dgm:prSet presAssocID="{89CFB934-BD05-4CD3-A921-8324F26CB540}" presName="descendantText" presStyleLbl="alignAcc1" presStyleIdx="2" presStyleCnt="6">
        <dgm:presLayoutVars>
          <dgm:bulletEnabled val="1"/>
        </dgm:presLayoutVars>
      </dgm:prSet>
      <dgm:spPr/>
    </dgm:pt>
    <dgm:pt modelId="{BBD57128-A90E-4EB6-967B-CC1C7BE46012}" type="pres">
      <dgm:prSet presAssocID="{D38557C1-32EC-48FA-A8C0-5B2931A02DFB}" presName="sp" presStyleCnt="0"/>
      <dgm:spPr/>
    </dgm:pt>
    <dgm:pt modelId="{1B51984C-81DE-4C28-90FE-E66CB08921F9}" type="pres">
      <dgm:prSet presAssocID="{2E9D6EB6-CD73-47CA-BF92-9DF2E57B4FB3}" presName="composite" presStyleCnt="0"/>
      <dgm:spPr/>
    </dgm:pt>
    <dgm:pt modelId="{D7F99CA6-28B6-44A1-910E-F0DF2EE7971F}" type="pres">
      <dgm:prSet presAssocID="{2E9D6EB6-CD73-47CA-BF92-9DF2E57B4FB3}" presName="parentText" presStyleLbl="alignNode1" presStyleIdx="3" presStyleCnt="6" custLinFactNeighborY="0">
        <dgm:presLayoutVars>
          <dgm:chMax val="1"/>
          <dgm:bulletEnabled val="1"/>
        </dgm:presLayoutVars>
      </dgm:prSet>
      <dgm:spPr/>
    </dgm:pt>
    <dgm:pt modelId="{CDBAC3CA-116C-4D4E-BD4E-620D8FC1A200}" type="pres">
      <dgm:prSet presAssocID="{2E9D6EB6-CD73-47CA-BF92-9DF2E57B4FB3}" presName="descendantText" presStyleLbl="alignAcc1" presStyleIdx="3" presStyleCnt="6" custLinFactNeighborX="-797" custLinFactNeighborY="5351">
        <dgm:presLayoutVars>
          <dgm:bulletEnabled val="1"/>
        </dgm:presLayoutVars>
      </dgm:prSet>
      <dgm:spPr/>
    </dgm:pt>
    <dgm:pt modelId="{0D614640-D11A-485F-9B8D-DFF69A9FC00E}" type="pres">
      <dgm:prSet presAssocID="{BB28D5E4-6770-46C7-A92F-D9123D6CF0A7}" presName="sp" presStyleCnt="0"/>
      <dgm:spPr/>
    </dgm:pt>
    <dgm:pt modelId="{B56425ED-2D8F-4C51-AA4C-1294F473326E}" type="pres">
      <dgm:prSet presAssocID="{E803B4C2-D187-48B5-87E1-97569BB2931B}" presName="composite" presStyleCnt="0"/>
      <dgm:spPr/>
    </dgm:pt>
    <dgm:pt modelId="{9C66A1F4-C0CB-4E29-9BE9-1D34CCEB2DCC}" type="pres">
      <dgm:prSet presAssocID="{E803B4C2-D187-48B5-87E1-97569BB2931B}" presName="parentText" presStyleLbl="alignNode1" presStyleIdx="4" presStyleCnt="6">
        <dgm:presLayoutVars>
          <dgm:chMax val="1"/>
          <dgm:bulletEnabled val="1"/>
        </dgm:presLayoutVars>
      </dgm:prSet>
      <dgm:spPr/>
    </dgm:pt>
    <dgm:pt modelId="{1261C98B-2DD3-4373-A067-A1412EE28E36}" type="pres">
      <dgm:prSet presAssocID="{E803B4C2-D187-48B5-87E1-97569BB2931B}" presName="descendantText" presStyleLbl="alignAcc1" presStyleIdx="4" presStyleCnt="6">
        <dgm:presLayoutVars>
          <dgm:bulletEnabled val="1"/>
        </dgm:presLayoutVars>
      </dgm:prSet>
      <dgm:spPr/>
    </dgm:pt>
    <dgm:pt modelId="{A55A4D48-5C73-4DBB-A1BF-4AA9695CE172}" type="pres">
      <dgm:prSet presAssocID="{11034E66-1AEF-4BCD-A3C7-584EA0435B29}" presName="sp" presStyleCnt="0"/>
      <dgm:spPr/>
    </dgm:pt>
    <dgm:pt modelId="{43F77ED6-7B5F-4A4D-ABE4-703D282E6D50}" type="pres">
      <dgm:prSet presAssocID="{18F6E17B-E7CC-49DC-89C2-4581109BB030}" presName="composite" presStyleCnt="0"/>
      <dgm:spPr/>
    </dgm:pt>
    <dgm:pt modelId="{40DE2C6C-0245-4B65-A339-C9431B096FE0}" type="pres">
      <dgm:prSet presAssocID="{18F6E17B-E7CC-49DC-89C2-4581109BB030}" presName="parentText" presStyleLbl="alignNode1" presStyleIdx="5" presStyleCnt="6">
        <dgm:presLayoutVars>
          <dgm:chMax val="1"/>
          <dgm:bulletEnabled val="1"/>
        </dgm:presLayoutVars>
      </dgm:prSet>
      <dgm:spPr/>
    </dgm:pt>
    <dgm:pt modelId="{3A388F51-5F0E-4BDA-9E3C-0A623C826E93}" type="pres">
      <dgm:prSet presAssocID="{18F6E17B-E7CC-49DC-89C2-4581109BB030}" presName="descendantText" presStyleLbl="alignAcc1" presStyleIdx="5" presStyleCnt="6">
        <dgm:presLayoutVars>
          <dgm:bulletEnabled val="1"/>
        </dgm:presLayoutVars>
      </dgm:prSet>
      <dgm:spPr/>
    </dgm:pt>
  </dgm:ptLst>
  <dgm:cxnLst>
    <dgm:cxn modelId="{E2465F14-ADF6-40E7-9F5B-DCF703C88CF7}" type="presOf" srcId="{E803B4C2-D187-48B5-87E1-97569BB2931B}" destId="{9C66A1F4-C0CB-4E29-9BE9-1D34CCEB2DCC}" srcOrd="0" destOrd="0" presId="urn:microsoft.com/office/officeart/2005/8/layout/chevron2"/>
    <dgm:cxn modelId="{9EDBBC18-D2BD-42F7-BD42-C9A5EA533DBD}" type="presOf" srcId="{2E9D6EB6-CD73-47CA-BF92-9DF2E57B4FB3}" destId="{D7F99CA6-28B6-44A1-910E-F0DF2EE7971F}" srcOrd="0" destOrd="0" presId="urn:microsoft.com/office/officeart/2005/8/layout/chevron2"/>
    <dgm:cxn modelId="{2DECAD1F-BD11-4B96-A8F4-2AFB66E13A64}" srcId="{42DEA99B-5099-4BFF-BE0C-5C4820621ACB}" destId="{B8826FB8-AF65-4042-A718-D5222A44ABAF}" srcOrd="0" destOrd="0" parTransId="{850AB057-A314-4707-83D4-E98246C27EAA}" sibTransId="{4C9C558F-9FFB-477D-AB86-32D9AE4AE20F}"/>
    <dgm:cxn modelId="{CB145423-D5B4-4962-B84D-8A581ADB6E82}" type="presOf" srcId="{90A7FFE7-1C28-48A8-B6F6-BED55C4C97C7}" destId="{CA23432C-1514-4929-A37A-7944BEB9387D}" srcOrd="0" destOrd="0" presId="urn:microsoft.com/office/officeart/2005/8/layout/chevron2"/>
    <dgm:cxn modelId="{C2519424-1BFF-401B-B377-A8377168E2B6}" type="presOf" srcId="{80B538A4-7EAE-4751-99A1-A85EC013D9F5}" destId="{3EC6D60D-8ED1-4E2E-94D3-A2B6670D4426}" srcOrd="0" destOrd="0" presId="urn:microsoft.com/office/officeart/2005/8/layout/chevron2"/>
    <dgm:cxn modelId="{314CC12B-4B17-41C5-9CC2-5EB4FD7944F1}" srcId="{18F6E17B-E7CC-49DC-89C2-4581109BB030}" destId="{8BFC5495-D47E-4437-8C96-FECB11DCC4CD}" srcOrd="0" destOrd="0" parTransId="{04B8703A-B30D-4407-A408-C3F9075A6BD2}" sibTransId="{4B067919-428E-402F-864E-4327C4EC3E78}"/>
    <dgm:cxn modelId="{2A67242C-67A5-45A1-B268-153778EB7122}" type="presOf" srcId="{C55C126F-FCD3-4B40-B0BB-AB7C529A7CD2}" destId="{1261C98B-2DD3-4373-A067-A1412EE28E36}" srcOrd="0" destOrd="0" presId="urn:microsoft.com/office/officeart/2005/8/layout/chevron2"/>
    <dgm:cxn modelId="{DEF2DE39-FC24-437C-9CEF-B113B311349F}" srcId="{90A7FFE7-1C28-48A8-B6F6-BED55C4C97C7}" destId="{80B538A4-7EAE-4751-99A1-A85EC013D9F5}" srcOrd="0" destOrd="0" parTransId="{C77E7AFC-1255-48B4-8F1C-C534EBF3BEA6}" sibTransId="{154552D0-0C6B-4225-91CD-61A9080AB8DC}"/>
    <dgm:cxn modelId="{F2EEB05E-549F-4D27-A1B0-B8E5377CC674}" type="presOf" srcId="{42DEA99B-5099-4BFF-BE0C-5C4820621ACB}" destId="{311714C0-6A9A-436B-8C92-BC8933573C5D}" srcOrd="0" destOrd="0" presId="urn:microsoft.com/office/officeart/2005/8/layout/chevron2"/>
    <dgm:cxn modelId="{3FDE4C46-C719-4C6E-B7ED-2AD353B1BD52}" type="presOf" srcId="{ED14A069-7C53-4F2E-8DB8-C46256195E45}" destId="{4630AED8-0686-4D32-92E6-F6B2C8FE13DD}" srcOrd="0" destOrd="0" presId="urn:microsoft.com/office/officeart/2005/8/layout/chevron2"/>
    <dgm:cxn modelId="{3B8A816E-C137-4459-BA9F-057EB722B721}" srcId="{2E9D6EB6-CD73-47CA-BF92-9DF2E57B4FB3}" destId="{5A9FEE1B-C437-4372-9061-15AD1627D83C}" srcOrd="0" destOrd="0" parTransId="{D09B1699-90F3-4FC5-8E1B-F23B52393061}" sibTransId="{DABE14A6-74D5-478C-95C9-0C6C0F20B648}"/>
    <dgm:cxn modelId="{5A2F0E79-C452-4E3A-89A6-8D3B417F5A7C}" srcId="{E6D55208-123F-483E-A339-B472CFD62DB2}" destId="{18F6E17B-E7CC-49DC-89C2-4581109BB030}" srcOrd="5" destOrd="0" parTransId="{EB36AFD8-AE8A-4653-A36B-C9ED1D3AA4C8}" sibTransId="{F560520E-BF5D-45E5-A8D1-D59A10397999}"/>
    <dgm:cxn modelId="{22B6817C-55C2-4562-BB25-D9CDCEB3D97D}" srcId="{E6D55208-123F-483E-A339-B472CFD62DB2}" destId="{42DEA99B-5099-4BFF-BE0C-5C4820621ACB}" srcOrd="0" destOrd="0" parTransId="{024FC086-6523-4A21-B3DC-9DA658BA23E5}" sibTransId="{722DDF7E-4C15-42F8-B353-44B606D399C8}"/>
    <dgm:cxn modelId="{3337B693-8CD7-4FFB-8207-1D0F6EB193C2}" type="presOf" srcId="{89CFB934-BD05-4CD3-A921-8324F26CB540}" destId="{38A1CF35-1A09-43C4-BEDE-2DAD82D56993}" srcOrd="0" destOrd="0" presId="urn:microsoft.com/office/officeart/2005/8/layout/chevron2"/>
    <dgm:cxn modelId="{B1C099AE-9A27-4391-B818-4E7C85C4FE17}" type="presOf" srcId="{5A9FEE1B-C437-4372-9061-15AD1627D83C}" destId="{CDBAC3CA-116C-4D4E-BD4E-620D8FC1A200}" srcOrd="0" destOrd="0" presId="urn:microsoft.com/office/officeart/2005/8/layout/chevron2"/>
    <dgm:cxn modelId="{5C9228B4-3AD4-4696-945E-21EEA10FCC85}" srcId="{E6D55208-123F-483E-A339-B472CFD62DB2}" destId="{89CFB934-BD05-4CD3-A921-8324F26CB540}" srcOrd="2" destOrd="0" parTransId="{E5BC12A7-29CC-41AF-AD2F-23AC1F9FEC71}" sibTransId="{D38557C1-32EC-48FA-A8C0-5B2931A02DFB}"/>
    <dgm:cxn modelId="{8DCB73CB-501A-4E6B-8AC1-7C827FD67A7B}" srcId="{E803B4C2-D187-48B5-87E1-97569BB2931B}" destId="{C55C126F-FCD3-4B40-B0BB-AB7C529A7CD2}" srcOrd="0" destOrd="0" parTransId="{FFEF6FE2-5C57-415A-9484-C97C93C68F69}" sibTransId="{44C34DF6-BFAE-4D6F-BF10-3A580B105854}"/>
    <dgm:cxn modelId="{28FCA2D7-D8F4-4F57-8248-4676080FCF7B}" type="presOf" srcId="{B8826FB8-AF65-4042-A718-D5222A44ABAF}" destId="{2C6BBF42-90EA-4875-9A52-5046103C0FF7}" srcOrd="0" destOrd="0" presId="urn:microsoft.com/office/officeart/2005/8/layout/chevron2"/>
    <dgm:cxn modelId="{E7A40FDB-718C-4342-AA9E-4D1744D33AF3}" srcId="{E6D55208-123F-483E-A339-B472CFD62DB2}" destId="{90A7FFE7-1C28-48A8-B6F6-BED55C4C97C7}" srcOrd="1" destOrd="0" parTransId="{B0DDF47F-D80B-4D72-B7FD-133510E55B59}" sibTransId="{94B86328-D91F-411F-89A6-8CB3E5545830}"/>
    <dgm:cxn modelId="{42EB3EEC-84ED-4FF7-BFA2-561F78AC7CDF}" type="presOf" srcId="{E6D55208-123F-483E-A339-B472CFD62DB2}" destId="{54931970-72CB-4A12-B1EE-35012BE8802E}" srcOrd="0" destOrd="0" presId="urn:microsoft.com/office/officeart/2005/8/layout/chevron2"/>
    <dgm:cxn modelId="{E5EB81F6-BDDF-4D6A-B77D-7B80E18D90DF}" srcId="{E6D55208-123F-483E-A339-B472CFD62DB2}" destId="{E803B4C2-D187-48B5-87E1-97569BB2931B}" srcOrd="4" destOrd="0" parTransId="{C99621C1-0DAA-41AD-8BD4-C4DB4BCF3580}" sibTransId="{11034E66-1AEF-4BCD-A3C7-584EA0435B29}"/>
    <dgm:cxn modelId="{334BC7F6-2135-428D-B745-C2A03A9C19AE}" type="presOf" srcId="{18F6E17B-E7CC-49DC-89C2-4581109BB030}" destId="{40DE2C6C-0245-4B65-A339-C9431B096FE0}" srcOrd="0" destOrd="0" presId="urn:microsoft.com/office/officeart/2005/8/layout/chevron2"/>
    <dgm:cxn modelId="{15C8A6F9-D3DA-4BFD-85E1-7A972BB86210}" type="presOf" srcId="{8BFC5495-D47E-4437-8C96-FECB11DCC4CD}" destId="{3A388F51-5F0E-4BDA-9E3C-0A623C826E93}" srcOrd="0" destOrd="0" presId="urn:microsoft.com/office/officeart/2005/8/layout/chevron2"/>
    <dgm:cxn modelId="{1AC822FB-EE89-4472-8F4F-15A9FE07E1DC}" srcId="{89CFB934-BD05-4CD3-A921-8324F26CB540}" destId="{ED14A069-7C53-4F2E-8DB8-C46256195E45}" srcOrd="0" destOrd="0" parTransId="{139B6053-3A77-4C9F-8BEE-8448E54A8AA5}" sibTransId="{B82568CD-0EA4-4BE8-B4C1-3053F60730AB}"/>
    <dgm:cxn modelId="{56AD60FF-8037-4F48-BB0A-54C554734144}" srcId="{E6D55208-123F-483E-A339-B472CFD62DB2}" destId="{2E9D6EB6-CD73-47CA-BF92-9DF2E57B4FB3}" srcOrd="3" destOrd="0" parTransId="{8B234FA7-B3C2-4DDA-A700-1A2F98A4BD15}" sibTransId="{BB28D5E4-6770-46C7-A92F-D9123D6CF0A7}"/>
    <dgm:cxn modelId="{51AEC0FA-6946-4DAE-ADE4-721E8E2957AE}" type="presParOf" srcId="{54931970-72CB-4A12-B1EE-35012BE8802E}" destId="{625A4A34-D81E-42F3-AFEA-0638BF93428E}" srcOrd="0" destOrd="0" presId="urn:microsoft.com/office/officeart/2005/8/layout/chevron2"/>
    <dgm:cxn modelId="{6DBDA7DE-76BA-40A2-972D-33D928CC1B5B}" type="presParOf" srcId="{625A4A34-D81E-42F3-AFEA-0638BF93428E}" destId="{311714C0-6A9A-436B-8C92-BC8933573C5D}" srcOrd="0" destOrd="0" presId="urn:microsoft.com/office/officeart/2005/8/layout/chevron2"/>
    <dgm:cxn modelId="{D70C4868-5B00-4E0A-B336-2E15F56C068E}" type="presParOf" srcId="{625A4A34-D81E-42F3-AFEA-0638BF93428E}" destId="{2C6BBF42-90EA-4875-9A52-5046103C0FF7}" srcOrd="1" destOrd="0" presId="urn:microsoft.com/office/officeart/2005/8/layout/chevron2"/>
    <dgm:cxn modelId="{D91B8C59-7264-479D-8B98-A3133950C648}" type="presParOf" srcId="{54931970-72CB-4A12-B1EE-35012BE8802E}" destId="{A6666BBC-2BFE-4FF7-BD15-A1C1C9E6E079}" srcOrd="1" destOrd="0" presId="urn:microsoft.com/office/officeart/2005/8/layout/chevron2"/>
    <dgm:cxn modelId="{7FAA2B29-A31F-421B-A827-0E6D2C06C1A1}" type="presParOf" srcId="{54931970-72CB-4A12-B1EE-35012BE8802E}" destId="{21E87BDF-A614-4AC3-A91B-E0AB14D6D99E}" srcOrd="2" destOrd="0" presId="urn:microsoft.com/office/officeart/2005/8/layout/chevron2"/>
    <dgm:cxn modelId="{08D94CDB-B6F3-405F-8C6A-2FAA50512AF0}" type="presParOf" srcId="{21E87BDF-A614-4AC3-A91B-E0AB14D6D99E}" destId="{CA23432C-1514-4929-A37A-7944BEB9387D}" srcOrd="0" destOrd="0" presId="urn:microsoft.com/office/officeart/2005/8/layout/chevron2"/>
    <dgm:cxn modelId="{1DE3B6D3-9A9A-44B8-AEC5-9A68982B6694}" type="presParOf" srcId="{21E87BDF-A614-4AC3-A91B-E0AB14D6D99E}" destId="{3EC6D60D-8ED1-4E2E-94D3-A2B6670D4426}" srcOrd="1" destOrd="0" presId="urn:microsoft.com/office/officeart/2005/8/layout/chevron2"/>
    <dgm:cxn modelId="{1B3A3D26-BB76-401E-986F-E94569F7AD8A}" type="presParOf" srcId="{54931970-72CB-4A12-B1EE-35012BE8802E}" destId="{EA1CFA55-FB1F-46B7-AF13-60A6D457B824}" srcOrd="3" destOrd="0" presId="urn:microsoft.com/office/officeart/2005/8/layout/chevron2"/>
    <dgm:cxn modelId="{BCC5BE9D-C783-44AB-B532-9CB9D13B126D}" type="presParOf" srcId="{54931970-72CB-4A12-B1EE-35012BE8802E}" destId="{C6EFFEB2-A694-448D-951C-32CEB1CC6C8A}" srcOrd="4" destOrd="0" presId="urn:microsoft.com/office/officeart/2005/8/layout/chevron2"/>
    <dgm:cxn modelId="{830AAB8E-1392-4204-81DA-F09633A5A567}" type="presParOf" srcId="{C6EFFEB2-A694-448D-951C-32CEB1CC6C8A}" destId="{38A1CF35-1A09-43C4-BEDE-2DAD82D56993}" srcOrd="0" destOrd="0" presId="urn:microsoft.com/office/officeart/2005/8/layout/chevron2"/>
    <dgm:cxn modelId="{EC071668-7659-4807-8805-5EC8A80BF1D3}" type="presParOf" srcId="{C6EFFEB2-A694-448D-951C-32CEB1CC6C8A}" destId="{4630AED8-0686-4D32-92E6-F6B2C8FE13DD}" srcOrd="1" destOrd="0" presId="urn:microsoft.com/office/officeart/2005/8/layout/chevron2"/>
    <dgm:cxn modelId="{7C82BDF7-FCE7-4F56-8DF7-8157A9BF24E7}" type="presParOf" srcId="{54931970-72CB-4A12-B1EE-35012BE8802E}" destId="{BBD57128-A90E-4EB6-967B-CC1C7BE46012}" srcOrd="5" destOrd="0" presId="urn:microsoft.com/office/officeart/2005/8/layout/chevron2"/>
    <dgm:cxn modelId="{6AB739BE-7B57-47C3-8350-2E5B0803C87C}" type="presParOf" srcId="{54931970-72CB-4A12-B1EE-35012BE8802E}" destId="{1B51984C-81DE-4C28-90FE-E66CB08921F9}" srcOrd="6" destOrd="0" presId="urn:microsoft.com/office/officeart/2005/8/layout/chevron2"/>
    <dgm:cxn modelId="{32F687EF-C61D-411A-920E-5C09A240CF61}" type="presParOf" srcId="{1B51984C-81DE-4C28-90FE-E66CB08921F9}" destId="{D7F99CA6-28B6-44A1-910E-F0DF2EE7971F}" srcOrd="0" destOrd="0" presId="urn:microsoft.com/office/officeart/2005/8/layout/chevron2"/>
    <dgm:cxn modelId="{7A0154F0-9894-47BA-A683-659A2E2521A1}" type="presParOf" srcId="{1B51984C-81DE-4C28-90FE-E66CB08921F9}" destId="{CDBAC3CA-116C-4D4E-BD4E-620D8FC1A200}" srcOrd="1" destOrd="0" presId="urn:microsoft.com/office/officeart/2005/8/layout/chevron2"/>
    <dgm:cxn modelId="{46FFA06D-A9C2-4AE6-B277-6A0B872392E0}" type="presParOf" srcId="{54931970-72CB-4A12-B1EE-35012BE8802E}" destId="{0D614640-D11A-485F-9B8D-DFF69A9FC00E}" srcOrd="7" destOrd="0" presId="urn:microsoft.com/office/officeart/2005/8/layout/chevron2"/>
    <dgm:cxn modelId="{7C831E94-E6CA-499C-A2F1-71289CF6C923}" type="presParOf" srcId="{54931970-72CB-4A12-B1EE-35012BE8802E}" destId="{B56425ED-2D8F-4C51-AA4C-1294F473326E}" srcOrd="8" destOrd="0" presId="urn:microsoft.com/office/officeart/2005/8/layout/chevron2"/>
    <dgm:cxn modelId="{579223C3-3B51-4F98-8032-CB929E63ABB3}" type="presParOf" srcId="{B56425ED-2D8F-4C51-AA4C-1294F473326E}" destId="{9C66A1F4-C0CB-4E29-9BE9-1D34CCEB2DCC}" srcOrd="0" destOrd="0" presId="urn:microsoft.com/office/officeart/2005/8/layout/chevron2"/>
    <dgm:cxn modelId="{81BE74E0-D894-48C8-8B77-4FE5426A7854}" type="presParOf" srcId="{B56425ED-2D8F-4C51-AA4C-1294F473326E}" destId="{1261C98B-2DD3-4373-A067-A1412EE28E36}" srcOrd="1" destOrd="0" presId="urn:microsoft.com/office/officeart/2005/8/layout/chevron2"/>
    <dgm:cxn modelId="{A1F5F599-C511-4C16-9BC8-AB36F94872D7}" type="presParOf" srcId="{54931970-72CB-4A12-B1EE-35012BE8802E}" destId="{A55A4D48-5C73-4DBB-A1BF-4AA9695CE172}" srcOrd="9" destOrd="0" presId="urn:microsoft.com/office/officeart/2005/8/layout/chevron2"/>
    <dgm:cxn modelId="{D3BC476A-A6A9-481E-973D-C7413F896EFB}" type="presParOf" srcId="{54931970-72CB-4A12-B1EE-35012BE8802E}" destId="{43F77ED6-7B5F-4A4D-ABE4-703D282E6D50}" srcOrd="10" destOrd="0" presId="urn:microsoft.com/office/officeart/2005/8/layout/chevron2"/>
    <dgm:cxn modelId="{6C8A4565-45CC-41EA-838F-F104D5D67CB8}" type="presParOf" srcId="{43F77ED6-7B5F-4A4D-ABE4-703D282E6D50}" destId="{40DE2C6C-0245-4B65-A339-C9431B096FE0}" srcOrd="0" destOrd="0" presId="urn:microsoft.com/office/officeart/2005/8/layout/chevron2"/>
    <dgm:cxn modelId="{1B87C57F-8E4C-48A9-AA20-AE279AC00606}" type="presParOf" srcId="{43F77ED6-7B5F-4A4D-ABE4-703D282E6D50}" destId="{3A388F51-5F0E-4BDA-9E3C-0A623C826E93}"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0EA91A-B289-45D5-9B14-437914DB3C55}" type="doc">
      <dgm:prSet loTypeId="urn:microsoft.com/office/officeart/2005/8/layout/vList6" loCatId="list" qsTypeId="urn:microsoft.com/office/officeart/2005/8/quickstyle/simple1" qsCatId="simple" csTypeId="urn:microsoft.com/office/officeart/2005/8/colors/colorful4" csCatId="colorful" phldr="1"/>
      <dgm:spPr/>
      <dgm:t>
        <a:bodyPr/>
        <a:lstStyle/>
        <a:p>
          <a:endParaRPr lang="en-MY"/>
        </a:p>
      </dgm:t>
    </dgm:pt>
    <dgm:pt modelId="{80B2524D-0005-4F4C-BF56-A1F3F933D8B3}">
      <dgm:prSet phldrT="[Text]" custT="1"/>
      <dgm:spPr/>
      <dgm:t>
        <a:bodyPr/>
        <a:lstStyle/>
        <a:p>
          <a:r>
            <a:rPr lang="en-MY" sz="4400" b="1" dirty="0">
              <a:effectLst>
                <a:outerShdw blurRad="38100" dist="38100" dir="2700000" algn="tl">
                  <a:srgbClr val="000000">
                    <a:alpha val="43137"/>
                  </a:srgbClr>
                </a:outerShdw>
              </a:effectLst>
            </a:rPr>
            <a:t>Plaintext</a:t>
          </a:r>
        </a:p>
      </dgm:t>
    </dgm:pt>
    <dgm:pt modelId="{37831C9A-78C7-41BC-BF61-B69E7F22FF69}" type="parTrans" cxnId="{6F372BEE-C5E8-42BC-BD2C-0FE4234168F6}">
      <dgm:prSet/>
      <dgm:spPr/>
      <dgm:t>
        <a:bodyPr/>
        <a:lstStyle/>
        <a:p>
          <a:endParaRPr lang="en-MY"/>
        </a:p>
      </dgm:t>
    </dgm:pt>
    <dgm:pt modelId="{0A3B993E-9604-4D8E-8152-2DCB0A40DC8F}" type="sibTrans" cxnId="{6F372BEE-C5E8-42BC-BD2C-0FE4234168F6}">
      <dgm:prSet/>
      <dgm:spPr/>
      <dgm:t>
        <a:bodyPr/>
        <a:lstStyle/>
        <a:p>
          <a:endParaRPr lang="en-MY"/>
        </a:p>
      </dgm:t>
    </dgm:pt>
    <dgm:pt modelId="{EF31226E-22E1-40AC-A3BD-A00CB8830D62}">
      <dgm:prSet/>
      <dgm:spPr/>
      <dgm:t>
        <a:bodyPr anchor="ctr" anchorCtr="0"/>
        <a:lstStyle/>
        <a:p>
          <a:r>
            <a:rPr lang="en-AU" dirty="0"/>
            <a:t>The original message</a:t>
          </a:r>
        </a:p>
      </dgm:t>
    </dgm:pt>
    <dgm:pt modelId="{5AF51785-D091-4A9D-87D0-9DCB87DF132E}" type="parTrans" cxnId="{71277025-4F0C-452A-8938-7F8F3D6F0EC7}">
      <dgm:prSet/>
      <dgm:spPr/>
      <dgm:t>
        <a:bodyPr/>
        <a:lstStyle/>
        <a:p>
          <a:endParaRPr lang="en-MY"/>
        </a:p>
      </dgm:t>
    </dgm:pt>
    <dgm:pt modelId="{AA3EBA61-F656-40A3-83F2-7D85837A224F}" type="sibTrans" cxnId="{71277025-4F0C-452A-8938-7F8F3D6F0EC7}">
      <dgm:prSet/>
      <dgm:spPr/>
      <dgm:t>
        <a:bodyPr/>
        <a:lstStyle/>
        <a:p>
          <a:endParaRPr lang="en-MY"/>
        </a:p>
      </dgm:t>
    </dgm:pt>
    <dgm:pt modelId="{AC34DD0A-AB40-400F-9ED4-1DCD9D5A4EDA}">
      <dgm:prSet custT="1"/>
      <dgm:spPr/>
      <dgm:t>
        <a:bodyPr/>
        <a:lstStyle/>
        <a:p>
          <a:r>
            <a:rPr lang="en-AU" sz="3600" b="1" dirty="0" err="1"/>
            <a:t>Ciphertext</a:t>
          </a:r>
          <a:endParaRPr lang="en-AU" sz="2800" b="1" dirty="0"/>
        </a:p>
      </dgm:t>
    </dgm:pt>
    <dgm:pt modelId="{71BA7EA3-8F59-413E-8D1F-9BB0D603B563}" type="parTrans" cxnId="{70AEB8B5-C119-4988-8145-3865FF397953}">
      <dgm:prSet/>
      <dgm:spPr/>
      <dgm:t>
        <a:bodyPr/>
        <a:lstStyle/>
        <a:p>
          <a:endParaRPr lang="en-MY"/>
        </a:p>
      </dgm:t>
    </dgm:pt>
    <dgm:pt modelId="{880855E1-3C83-4B77-85E0-7364BA0C3340}" type="sibTrans" cxnId="{70AEB8B5-C119-4988-8145-3865FF397953}">
      <dgm:prSet/>
      <dgm:spPr/>
      <dgm:t>
        <a:bodyPr/>
        <a:lstStyle/>
        <a:p>
          <a:endParaRPr lang="en-MY"/>
        </a:p>
      </dgm:t>
    </dgm:pt>
    <dgm:pt modelId="{5AD9A69F-EF87-4F0E-B140-CEE5045FE491}">
      <dgm:prSet/>
      <dgm:spPr/>
      <dgm:t>
        <a:bodyPr anchor="ctr" anchorCtr="0"/>
        <a:lstStyle/>
        <a:p>
          <a:r>
            <a:rPr lang="en-AU" dirty="0"/>
            <a:t>The coded message</a:t>
          </a:r>
        </a:p>
      </dgm:t>
    </dgm:pt>
    <dgm:pt modelId="{80A6042B-573F-442B-AA16-5AE8F5224C62}" type="parTrans" cxnId="{4A44DCD2-6CF4-433E-A6DB-4B2FAAB42006}">
      <dgm:prSet/>
      <dgm:spPr/>
      <dgm:t>
        <a:bodyPr/>
        <a:lstStyle/>
        <a:p>
          <a:endParaRPr lang="en-MY"/>
        </a:p>
      </dgm:t>
    </dgm:pt>
    <dgm:pt modelId="{C5936038-4CC6-4B81-A073-466F14D630E5}" type="sibTrans" cxnId="{4A44DCD2-6CF4-433E-A6DB-4B2FAAB42006}">
      <dgm:prSet/>
      <dgm:spPr/>
      <dgm:t>
        <a:bodyPr/>
        <a:lstStyle/>
        <a:p>
          <a:endParaRPr lang="en-MY"/>
        </a:p>
      </dgm:t>
    </dgm:pt>
    <dgm:pt modelId="{2C219E65-AD80-4340-8652-8F50565DF28D}">
      <dgm:prSet custT="1"/>
      <dgm:spPr/>
      <dgm:t>
        <a:bodyPr/>
        <a:lstStyle/>
        <a:p>
          <a:r>
            <a:rPr lang="en-AU" sz="3600" b="1" dirty="0"/>
            <a:t>Enciphering or encryption</a:t>
          </a:r>
        </a:p>
      </dgm:t>
    </dgm:pt>
    <dgm:pt modelId="{6CD35F8F-90B5-4F07-B963-B6EB8E4B8BF1}" type="parTrans" cxnId="{2CAB0CFB-B0F7-4CD0-9A7E-F0EC13A67A44}">
      <dgm:prSet/>
      <dgm:spPr/>
      <dgm:t>
        <a:bodyPr/>
        <a:lstStyle/>
        <a:p>
          <a:endParaRPr lang="en-MY"/>
        </a:p>
      </dgm:t>
    </dgm:pt>
    <dgm:pt modelId="{1EB46CD8-DD3C-49FB-9D2C-8080D36A3089}" type="sibTrans" cxnId="{2CAB0CFB-B0F7-4CD0-9A7E-F0EC13A67A44}">
      <dgm:prSet/>
      <dgm:spPr/>
      <dgm:t>
        <a:bodyPr/>
        <a:lstStyle/>
        <a:p>
          <a:endParaRPr lang="en-MY"/>
        </a:p>
      </dgm:t>
    </dgm:pt>
    <dgm:pt modelId="{0032883D-94E8-4AB1-824F-88B9FEF19EAF}">
      <dgm:prSet/>
      <dgm:spPr/>
      <dgm:t>
        <a:bodyPr anchor="ctr" anchorCtr="0"/>
        <a:lstStyle/>
        <a:p>
          <a:r>
            <a:rPr lang="en-AU" dirty="0"/>
            <a:t>Process of converting from plaintext to </a:t>
          </a:r>
          <a:r>
            <a:rPr lang="en-AU" dirty="0" err="1"/>
            <a:t>ciphertext</a:t>
          </a:r>
          <a:endParaRPr lang="en-AU" dirty="0"/>
        </a:p>
      </dgm:t>
    </dgm:pt>
    <dgm:pt modelId="{EECCCE1D-5914-4845-9B24-8753824E41CA}" type="parTrans" cxnId="{B65A84F4-609A-42EE-83B5-1B1E2B513D45}">
      <dgm:prSet/>
      <dgm:spPr/>
      <dgm:t>
        <a:bodyPr/>
        <a:lstStyle/>
        <a:p>
          <a:endParaRPr lang="en-MY"/>
        </a:p>
      </dgm:t>
    </dgm:pt>
    <dgm:pt modelId="{7A542931-BD7F-466B-96D7-B960DA7519BB}" type="sibTrans" cxnId="{B65A84F4-609A-42EE-83B5-1B1E2B513D45}">
      <dgm:prSet/>
      <dgm:spPr/>
      <dgm:t>
        <a:bodyPr/>
        <a:lstStyle/>
        <a:p>
          <a:endParaRPr lang="en-MY"/>
        </a:p>
      </dgm:t>
    </dgm:pt>
    <dgm:pt modelId="{F912E348-CD3E-411B-B2C1-1029E3F4B8AE}">
      <dgm:prSet custT="1"/>
      <dgm:spPr/>
      <dgm:t>
        <a:bodyPr/>
        <a:lstStyle/>
        <a:p>
          <a:r>
            <a:rPr lang="en-US" sz="3600" b="1" dirty="0"/>
            <a:t>Deciphering or decryption</a:t>
          </a:r>
        </a:p>
      </dgm:t>
    </dgm:pt>
    <dgm:pt modelId="{9B50ED5C-3B34-4AEE-8CB5-D3E789FD8058}" type="parTrans" cxnId="{E7128412-DB9B-4D39-B6F5-72D744F65819}">
      <dgm:prSet/>
      <dgm:spPr/>
      <dgm:t>
        <a:bodyPr/>
        <a:lstStyle/>
        <a:p>
          <a:endParaRPr lang="en-MY"/>
        </a:p>
      </dgm:t>
    </dgm:pt>
    <dgm:pt modelId="{189AC2AD-128E-4822-AE1B-D159F9707FC3}" type="sibTrans" cxnId="{E7128412-DB9B-4D39-B6F5-72D744F65819}">
      <dgm:prSet/>
      <dgm:spPr/>
      <dgm:t>
        <a:bodyPr/>
        <a:lstStyle/>
        <a:p>
          <a:endParaRPr lang="en-MY"/>
        </a:p>
      </dgm:t>
    </dgm:pt>
    <dgm:pt modelId="{2F2A524D-1D52-4A58-97B2-BD67B55A19DD}">
      <dgm:prSet/>
      <dgm:spPr/>
      <dgm:t>
        <a:bodyPr anchor="ctr" anchorCtr="0"/>
        <a:lstStyle/>
        <a:p>
          <a:r>
            <a:rPr lang="en-US"/>
            <a:t>Restoring the plaintext from the ciphertext</a:t>
          </a:r>
          <a:endParaRPr lang="en-US" dirty="0"/>
        </a:p>
      </dgm:t>
    </dgm:pt>
    <dgm:pt modelId="{DFFEFCBE-BD85-493A-8A54-C5E8EE9B2673}" type="parTrans" cxnId="{DC0CCB25-7352-46A2-AF85-ECE2C3D74FE7}">
      <dgm:prSet/>
      <dgm:spPr/>
      <dgm:t>
        <a:bodyPr/>
        <a:lstStyle/>
        <a:p>
          <a:endParaRPr lang="en-MY"/>
        </a:p>
      </dgm:t>
    </dgm:pt>
    <dgm:pt modelId="{52C8B7BD-FB6F-4E4B-8151-0655E260E5C0}" type="sibTrans" cxnId="{DC0CCB25-7352-46A2-AF85-ECE2C3D74FE7}">
      <dgm:prSet/>
      <dgm:spPr/>
      <dgm:t>
        <a:bodyPr/>
        <a:lstStyle/>
        <a:p>
          <a:endParaRPr lang="en-MY"/>
        </a:p>
      </dgm:t>
    </dgm:pt>
    <dgm:pt modelId="{99B4992A-A8FE-4F34-ADAB-55C5AA8B929E}" type="pres">
      <dgm:prSet presAssocID="{500EA91A-B289-45D5-9B14-437914DB3C55}" presName="Name0" presStyleCnt="0">
        <dgm:presLayoutVars>
          <dgm:dir/>
          <dgm:animLvl val="lvl"/>
          <dgm:resizeHandles/>
        </dgm:presLayoutVars>
      </dgm:prSet>
      <dgm:spPr/>
    </dgm:pt>
    <dgm:pt modelId="{0A7A7C7B-12D6-49E7-A6AF-82E1F475C434}" type="pres">
      <dgm:prSet presAssocID="{80B2524D-0005-4F4C-BF56-A1F3F933D8B3}" presName="linNode" presStyleCnt="0"/>
      <dgm:spPr/>
    </dgm:pt>
    <dgm:pt modelId="{36B95C58-B5DF-4648-B5D1-6FE35F345360}" type="pres">
      <dgm:prSet presAssocID="{80B2524D-0005-4F4C-BF56-A1F3F933D8B3}" presName="parentShp" presStyleLbl="node1" presStyleIdx="0" presStyleCnt="4">
        <dgm:presLayoutVars>
          <dgm:bulletEnabled val="1"/>
        </dgm:presLayoutVars>
      </dgm:prSet>
      <dgm:spPr/>
    </dgm:pt>
    <dgm:pt modelId="{9E6F43F3-1338-4E40-A349-BF22618DBA56}" type="pres">
      <dgm:prSet presAssocID="{80B2524D-0005-4F4C-BF56-A1F3F933D8B3}" presName="childShp" presStyleLbl="bgAccFollowNode1" presStyleIdx="0" presStyleCnt="4">
        <dgm:presLayoutVars>
          <dgm:bulletEnabled val="1"/>
        </dgm:presLayoutVars>
      </dgm:prSet>
      <dgm:spPr/>
    </dgm:pt>
    <dgm:pt modelId="{0CC2BBD9-7965-4059-B633-814E78120917}" type="pres">
      <dgm:prSet presAssocID="{0A3B993E-9604-4D8E-8152-2DCB0A40DC8F}" presName="spacing" presStyleCnt="0"/>
      <dgm:spPr/>
    </dgm:pt>
    <dgm:pt modelId="{C23211A2-E1DF-4A2A-8575-A18992183FF5}" type="pres">
      <dgm:prSet presAssocID="{AC34DD0A-AB40-400F-9ED4-1DCD9D5A4EDA}" presName="linNode" presStyleCnt="0"/>
      <dgm:spPr/>
    </dgm:pt>
    <dgm:pt modelId="{EA054B72-8F71-471D-8C6C-321DE8E69886}" type="pres">
      <dgm:prSet presAssocID="{AC34DD0A-AB40-400F-9ED4-1DCD9D5A4EDA}" presName="parentShp" presStyleLbl="node1" presStyleIdx="1" presStyleCnt="4">
        <dgm:presLayoutVars>
          <dgm:bulletEnabled val="1"/>
        </dgm:presLayoutVars>
      </dgm:prSet>
      <dgm:spPr/>
    </dgm:pt>
    <dgm:pt modelId="{A2AC1497-6ADB-4971-AA57-A0D6908FD38F}" type="pres">
      <dgm:prSet presAssocID="{AC34DD0A-AB40-400F-9ED4-1DCD9D5A4EDA}" presName="childShp" presStyleLbl="bgAccFollowNode1" presStyleIdx="1" presStyleCnt="4">
        <dgm:presLayoutVars>
          <dgm:bulletEnabled val="1"/>
        </dgm:presLayoutVars>
      </dgm:prSet>
      <dgm:spPr/>
    </dgm:pt>
    <dgm:pt modelId="{749B76EE-7DB0-4B44-AD3E-EE204BAF2D0F}" type="pres">
      <dgm:prSet presAssocID="{880855E1-3C83-4B77-85E0-7364BA0C3340}" presName="spacing" presStyleCnt="0"/>
      <dgm:spPr/>
    </dgm:pt>
    <dgm:pt modelId="{C3D1E2E4-576A-40E6-8882-6ECA3108E0AF}" type="pres">
      <dgm:prSet presAssocID="{2C219E65-AD80-4340-8652-8F50565DF28D}" presName="linNode" presStyleCnt="0"/>
      <dgm:spPr/>
    </dgm:pt>
    <dgm:pt modelId="{F7A81122-29B5-4885-BB76-117322A279C0}" type="pres">
      <dgm:prSet presAssocID="{2C219E65-AD80-4340-8652-8F50565DF28D}" presName="parentShp" presStyleLbl="node1" presStyleIdx="2" presStyleCnt="4">
        <dgm:presLayoutVars>
          <dgm:bulletEnabled val="1"/>
        </dgm:presLayoutVars>
      </dgm:prSet>
      <dgm:spPr/>
    </dgm:pt>
    <dgm:pt modelId="{4906B081-A787-409D-BE0A-FCB711D1E312}" type="pres">
      <dgm:prSet presAssocID="{2C219E65-AD80-4340-8652-8F50565DF28D}" presName="childShp" presStyleLbl="bgAccFollowNode1" presStyleIdx="2" presStyleCnt="4">
        <dgm:presLayoutVars>
          <dgm:bulletEnabled val="1"/>
        </dgm:presLayoutVars>
      </dgm:prSet>
      <dgm:spPr/>
    </dgm:pt>
    <dgm:pt modelId="{409EDF9B-F64D-452C-B80E-3FD6D556F216}" type="pres">
      <dgm:prSet presAssocID="{1EB46CD8-DD3C-49FB-9D2C-8080D36A3089}" presName="spacing" presStyleCnt="0"/>
      <dgm:spPr/>
    </dgm:pt>
    <dgm:pt modelId="{405A21F6-C873-49B0-95BA-059119F07454}" type="pres">
      <dgm:prSet presAssocID="{F912E348-CD3E-411B-B2C1-1029E3F4B8AE}" presName="linNode" presStyleCnt="0"/>
      <dgm:spPr/>
    </dgm:pt>
    <dgm:pt modelId="{061609F6-745D-484C-871E-ED86035D18FB}" type="pres">
      <dgm:prSet presAssocID="{F912E348-CD3E-411B-B2C1-1029E3F4B8AE}" presName="parentShp" presStyleLbl="node1" presStyleIdx="3" presStyleCnt="4">
        <dgm:presLayoutVars>
          <dgm:bulletEnabled val="1"/>
        </dgm:presLayoutVars>
      </dgm:prSet>
      <dgm:spPr/>
    </dgm:pt>
    <dgm:pt modelId="{880E3D85-7449-416C-8D0B-F400B5F795F7}" type="pres">
      <dgm:prSet presAssocID="{F912E348-CD3E-411B-B2C1-1029E3F4B8AE}" presName="childShp" presStyleLbl="bgAccFollowNode1" presStyleIdx="3" presStyleCnt="4">
        <dgm:presLayoutVars>
          <dgm:bulletEnabled val="1"/>
        </dgm:presLayoutVars>
      </dgm:prSet>
      <dgm:spPr/>
    </dgm:pt>
  </dgm:ptLst>
  <dgm:cxnLst>
    <dgm:cxn modelId="{E7128412-DB9B-4D39-B6F5-72D744F65819}" srcId="{500EA91A-B289-45D5-9B14-437914DB3C55}" destId="{F912E348-CD3E-411B-B2C1-1029E3F4B8AE}" srcOrd="3" destOrd="0" parTransId="{9B50ED5C-3B34-4AEE-8CB5-D3E789FD8058}" sibTransId="{189AC2AD-128E-4822-AE1B-D159F9707FC3}"/>
    <dgm:cxn modelId="{71277025-4F0C-452A-8938-7F8F3D6F0EC7}" srcId="{80B2524D-0005-4F4C-BF56-A1F3F933D8B3}" destId="{EF31226E-22E1-40AC-A3BD-A00CB8830D62}" srcOrd="0" destOrd="0" parTransId="{5AF51785-D091-4A9D-87D0-9DCB87DF132E}" sibTransId="{AA3EBA61-F656-40A3-83F2-7D85837A224F}"/>
    <dgm:cxn modelId="{DC0CCB25-7352-46A2-AF85-ECE2C3D74FE7}" srcId="{F912E348-CD3E-411B-B2C1-1029E3F4B8AE}" destId="{2F2A524D-1D52-4A58-97B2-BD67B55A19DD}" srcOrd="0" destOrd="0" parTransId="{DFFEFCBE-BD85-493A-8A54-C5E8EE9B2673}" sibTransId="{52C8B7BD-FB6F-4E4B-8151-0655E260E5C0}"/>
    <dgm:cxn modelId="{BBCB3430-A6A9-41EB-9818-1A48E9669A45}" type="presOf" srcId="{0032883D-94E8-4AB1-824F-88B9FEF19EAF}" destId="{4906B081-A787-409D-BE0A-FCB711D1E312}" srcOrd="0" destOrd="0" presId="urn:microsoft.com/office/officeart/2005/8/layout/vList6"/>
    <dgm:cxn modelId="{4DF5ED62-062C-43F2-8647-FFE5068CE7A8}" type="presOf" srcId="{500EA91A-B289-45D5-9B14-437914DB3C55}" destId="{99B4992A-A8FE-4F34-ADAB-55C5AA8B929E}" srcOrd="0" destOrd="0" presId="urn:microsoft.com/office/officeart/2005/8/layout/vList6"/>
    <dgm:cxn modelId="{BD4A7743-CB46-4310-B7D6-44A701EC07FB}" type="presOf" srcId="{2C219E65-AD80-4340-8652-8F50565DF28D}" destId="{F7A81122-29B5-4885-BB76-117322A279C0}" srcOrd="0" destOrd="0" presId="urn:microsoft.com/office/officeart/2005/8/layout/vList6"/>
    <dgm:cxn modelId="{15872977-C439-41BC-B0E2-43A8D8EE1685}" type="presOf" srcId="{AC34DD0A-AB40-400F-9ED4-1DCD9D5A4EDA}" destId="{EA054B72-8F71-471D-8C6C-321DE8E69886}" srcOrd="0" destOrd="0" presId="urn:microsoft.com/office/officeart/2005/8/layout/vList6"/>
    <dgm:cxn modelId="{A6A01580-D3C8-4D54-942C-70C9FDE172C3}" type="presOf" srcId="{2F2A524D-1D52-4A58-97B2-BD67B55A19DD}" destId="{880E3D85-7449-416C-8D0B-F400B5F795F7}" srcOrd="0" destOrd="0" presId="urn:microsoft.com/office/officeart/2005/8/layout/vList6"/>
    <dgm:cxn modelId="{9E7F7D8F-49C5-4B1D-B1F2-AC6D7604442A}" type="presOf" srcId="{5AD9A69F-EF87-4F0E-B140-CEE5045FE491}" destId="{A2AC1497-6ADB-4971-AA57-A0D6908FD38F}" srcOrd="0" destOrd="0" presId="urn:microsoft.com/office/officeart/2005/8/layout/vList6"/>
    <dgm:cxn modelId="{C0912B93-27A6-4CCE-816F-C5873A75E15B}" type="presOf" srcId="{F912E348-CD3E-411B-B2C1-1029E3F4B8AE}" destId="{061609F6-745D-484C-871E-ED86035D18FB}" srcOrd="0" destOrd="0" presId="urn:microsoft.com/office/officeart/2005/8/layout/vList6"/>
    <dgm:cxn modelId="{BBB524AA-9513-4C0F-AB1D-05173A2C8192}" type="presOf" srcId="{80B2524D-0005-4F4C-BF56-A1F3F933D8B3}" destId="{36B95C58-B5DF-4648-B5D1-6FE35F345360}" srcOrd="0" destOrd="0" presId="urn:microsoft.com/office/officeart/2005/8/layout/vList6"/>
    <dgm:cxn modelId="{70AEB8B5-C119-4988-8145-3865FF397953}" srcId="{500EA91A-B289-45D5-9B14-437914DB3C55}" destId="{AC34DD0A-AB40-400F-9ED4-1DCD9D5A4EDA}" srcOrd="1" destOrd="0" parTransId="{71BA7EA3-8F59-413E-8D1F-9BB0D603B563}" sibTransId="{880855E1-3C83-4B77-85E0-7364BA0C3340}"/>
    <dgm:cxn modelId="{4A44DCD2-6CF4-433E-A6DB-4B2FAAB42006}" srcId="{AC34DD0A-AB40-400F-9ED4-1DCD9D5A4EDA}" destId="{5AD9A69F-EF87-4F0E-B140-CEE5045FE491}" srcOrd="0" destOrd="0" parTransId="{80A6042B-573F-442B-AA16-5AE8F5224C62}" sibTransId="{C5936038-4CC6-4B81-A073-466F14D630E5}"/>
    <dgm:cxn modelId="{061285EC-10C9-4457-836A-4A8ECD68EA33}" type="presOf" srcId="{EF31226E-22E1-40AC-A3BD-A00CB8830D62}" destId="{9E6F43F3-1338-4E40-A349-BF22618DBA56}" srcOrd="0" destOrd="0" presId="urn:microsoft.com/office/officeart/2005/8/layout/vList6"/>
    <dgm:cxn modelId="{6F372BEE-C5E8-42BC-BD2C-0FE4234168F6}" srcId="{500EA91A-B289-45D5-9B14-437914DB3C55}" destId="{80B2524D-0005-4F4C-BF56-A1F3F933D8B3}" srcOrd="0" destOrd="0" parTransId="{37831C9A-78C7-41BC-BF61-B69E7F22FF69}" sibTransId="{0A3B993E-9604-4D8E-8152-2DCB0A40DC8F}"/>
    <dgm:cxn modelId="{B65A84F4-609A-42EE-83B5-1B1E2B513D45}" srcId="{2C219E65-AD80-4340-8652-8F50565DF28D}" destId="{0032883D-94E8-4AB1-824F-88B9FEF19EAF}" srcOrd="0" destOrd="0" parTransId="{EECCCE1D-5914-4845-9B24-8753824E41CA}" sibTransId="{7A542931-BD7F-466B-96D7-B960DA7519BB}"/>
    <dgm:cxn modelId="{2CAB0CFB-B0F7-4CD0-9A7E-F0EC13A67A44}" srcId="{500EA91A-B289-45D5-9B14-437914DB3C55}" destId="{2C219E65-AD80-4340-8652-8F50565DF28D}" srcOrd="2" destOrd="0" parTransId="{6CD35F8F-90B5-4F07-B963-B6EB8E4B8BF1}" sibTransId="{1EB46CD8-DD3C-49FB-9D2C-8080D36A3089}"/>
    <dgm:cxn modelId="{CF5376E1-1743-4014-B047-BAFEED52E8A2}" type="presParOf" srcId="{99B4992A-A8FE-4F34-ADAB-55C5AA8B929E}" destId="{0A7A7C7B-12D6-49E7-A6AF-82E1F475C434}" srcOrd="0" destOrd="0" presId="urn:microsoft.com/office/officeart/2005/8/layout/vList6"/>
    <dgm:cxn modelId="{33508219-0559-4266-9BD2-BDDF6B3D368E}" type="presParOf" srcId="{0A7A7C7B-12D6-49E7-A6AF-82E1F475C434}" destId="{36B95C58-B5DF-4648-B5D1-6FE35F345360}" srcOrd="0" destOrd="0" presId="urn:microsoft.com/office/officeart/2005/8/layout/vList6"/>
    <dgm:cxn modelId="{157BD9B7-F671-4B58-9742-7B4621CE36BF}" type="presParOf" srcId="{0A7A7C7B-12D6-49E7-A6AF-82E1F475C434}" destId="{9E6F43F3-1338-4E40-A349-BF22618DBA56}" srcOrd="1" destOrd="0" presId="urn:microsoft.com/office/officeart/2005/8/layout/vList6"/>
    <dgm:cxn modelId="{9F5E84F3-EBBF-44C5-9DB0-9F38B887B73A}" type="presParOf" srcId="{99B4992A-A8FE-4F34-ADAB-55C5AA8B929E}" destId="{0CC2BBD9-7965-4059-B633-814E78120917}" srcOrd="1" destOrd="0" presId="urn:microsoft.com/office/officeart/2005/8/layout/vList6"/>
    <dgm:cxn modelId="{4A196140-013B-425F-851C-E5A4B07A9365}" type="presParOf" srcId="{99B4992A-A8FE-4F34-ADAB-55C5AA8B929E}" destId="{C23211A2-E1DF-4A2A-8575-A18992183FF5}" srcOrd="2" destOrd="0" presId="urn:microsoft.com/office/officeart/2005/8/layout/vList6"/>
    <dgm:cxn modelId="{DEC1F372-0811-4C03-B1AC-95D00DFFBDE2}" type="presParOf" srcId="{C23211A2-E1DF-4A2A-8575-A18992183FF5}" destId="{EA054B72-8F71-471D-8C6C-321DE8E69886}" srcOrd="0" destOrd="0" presId="urn:microsoft.com/office/officeart/2005/8/layout/vList6"/>
    <dgm:cxn modelId="{06B74807-5E5F-45E6-90E4-F6D3CCEB6A2B}" type="presParOf" srcId="{C23211A2-E1DF-4A2A-8575-A18992183FF5}" destId="{A2AC1497-6ADB-4971-AA57-A0D6908FD38F}" srcOrd="1" destOrd="0" presId="urn:microsoft.com/office/officeart/2005/8/layout/vList6"/>
    <dgm:cxn modelId="{E64430F7-5AC5-4956-B7FC-532D05ABCF17}" type="presParOf" srcId="{99B4992A-A8FE-4F34-ADAB-55C5AA8B929E}" destId="{749B76EE-7DB0-4B44-AD3E-EE204BAF2D0F}" srcOrd="3" destOrd="0" presId="urn:microsoft.com/office/officeart/2005/8/layout/vList6"/>
    <dgm:cxn modelId="{07E10E8B-DBFA-4C87-A504-22CF95B2D977}" type="presParOf" srcId="{99B4992A-A8FE-4F34-ADAB-55C5AA8B929E}" destId="{C3D1E2E4-576A-40E6-8882-6ECA3108E0AF}" srcOrd="4" destOrd="0" presId="urn:microsoft.com/office/officeart/2005/8/layout/vList6"/>
    <dgm:cxn modelId="{141C3D07-EF1C-431E-B50A-44BB493B0051}" type="presParOf" srcId="{C3D1E2E4-576A-40E6-8882-6ECA3108E0AF}" destId="{F7A81122-29B5-4885-BB76-117322A279C0}" srcOrd="0" destOrd="0" presId="urn:microsoft.com/office/officeart/2005/8/layout/vList6"/>
    <dgm:cxn modelId="{810690B5-515D-4BEA-834F-6829407344EB}" type="presParOf" srcId="{C3D1E2E4-576A-40E6-8882-6ECA3108E0AF}" destId="{4906B081-A787-409D-BE0A-FCB711D1E312}" srcOrd="1" destOrd="0" presId="urn:microsoft.com/office/officeart/2005/8/layout/vList6"/>
    <dgm:cxn modelId="{A2D8BA9F-CD51-4376-9B3C-7B5DB714B877}" type="presParOf" srcId="{99B4992A-A8FE-4F34-ADAB-55C5AA8B929E}" destId="{409EDF9B-F64D-452C-B80E-3FD6D556F216}" srcOrd="5" destOrd="0" presId="urn:microsoft.com/office/officeart/2005/8/layout/vList6"/>
    <dgm:cxn modelId="{72FF22AC-27C6-4C52-BBC9-80921922C40F}" type="presParOf" srcId="{99B4992A-A8FE-4F34-ADAB-55C5AA8B929E}" destId="{405A21F6-C873-49B0-95BA-059119F07454}" srcOrd="6" destOrd="0" presId="urn:microsoft.com/office/officeart/2005/8/layout/vList6"/>
    <dgm:cxn modelId="{FC4405EE-E342-4E0A-BB34-34DEA06D1B8A}" type="presParOf" srcId="{405A21F6-C873-49B0-95BA-059119F07454}" destId="{061609F6-745D-484C-871E-ED86035D18FB}" srcOrd="0" destOrd="0" presId="urn:microsoft.com/office/officeart/2005/8/layout/vList6"/>
    <dgm:cxn modelId="{BA08415E-B530-4EB3-8B9D-E3A12B767E3D}" type="presParOf" srcId="{405A21F6-C873-49B0-95BA-059119F07454}" destId="{880E3D85-7449-416C-8D0B-F400B5F795F7}"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C179B3-BE5D-4142-AB77-6AE34AE14ACE}"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E76956AC-EFF8-F348-9C47-5CB7BF58FA25}">
      <dgm:prSet phldrT="[Text]"/>
      <dgm:spPr>
        <a:ln>
          <a:solidFill>
            <a:schemeClr val="tx1"/>
          </a:solidFill>
        </a:ln>
      </dgm:spPr>
      <dgm:t>
        <a:bodyPr/>
        <a:lstStyle/>
        <a:p>
          <a:r>
            <a:rPr lang="en-US" dirty="0"/>
            <a:t>The type of operations used for transforming plaintext to </a:t>
          </a:r>
          <a:r>
            <a:rPr lang="en-US" dirty="0" err="1"/>
            <a:t>ciphertext</a:t>
          </a:r>
          <a:endParaRPr lang="en-US" dirty="0"/>
        </a:p>
      </dgm:t>
    </dgm:pt>
    <dgm:pt modelId="{669DA478-D211-0C40-A153-9C8AC383781C}" type="parTrans" cxnId="{DD77597B-8B15-EE4D-926F-9BFF9AE9AB4E}">
      <dgm:prSet/>
      <dgm:spPr/>
      <dgm:t>
        <a:bodyPr/>
        <a:lstStyle/>
        <a:p>
          <a:endParaRPr lang="en-US"/>
        </a:p>
      </dgm:t>
    </dgm:pt>
    <dgm:pt modelId="{67C397A1-D85A-704D-9E69-98D69194DB91}" type="sibTrans" cxnId="{DD77597B-8B15-EE4D-926F-9BFF9AE9AB4E}">
      <dgm:prSet/>
      <dgm:spPr/>
      <dgm:t>
        <a:bodyPr/>
        <a:lstStyle/>
        <a:p>
          <a:endParaRPr lang="en-US"/>
        </a:p>
      </dgm:t>
    </dgm:pt>
    <dgm:pt modelId="{15158232-5636-F54B-9E82-24A86B2CC40D}">
      <dgm:prSet custT="1"/>
      <dgm:spPr>
        <a:ln>
          <a:solidFill>
            <a:schemeClr val="tx1"/>
          </a:solidFill>
        </a:ln>
      </dgm:spPr>
      <dgm:t>
        <a:bodyPr/>
        <a:lstStyle/>
        <a:p>
          <a:r>
            <a:rPr lang="en-US" sz="2400" b="1">
              <a:effectLst>
                <a:outerShdw blurRad="38100" dist="38100" dir="2700000" algn="tl">
                  <a:srgbClr val="000000">
                    <a:alpha val="43137"/>
                  </a:srgbClr>
                </a:outerShdw>
              </a:effectLst>
            </a:rPr>
            <a:t>Substitution</a:t>
          </a:r>
          <a:endParaRPr lang="en-US" sz="2400" b="1" dirty="0">
            <a:effectLst>
              <a:outerShdw blurRad="38100" dist="38100" dir="2700000" algn="tl">
                <a:srgbClr val="000000">
                  <a:alpha val="43137"/>
                </a:srgbClr>
              </a:outerShdw>
            </a:effectLst>
          </a:endParaRPr>
        </a:p>
      </dgm:t>
    </dgm:pt>
    <dgm:pt modelId="{3788416C-4673-584E-B357-8CD978EB8C97}" type="parTrans" cxnId="{ED5294EA-EC3D-6146-AC11-0E2332656079}">
      <dgm:prSet/>
      <dgm:spPr/>
      <dgm:t>
        <a:bodyPr/>
        <a:lstStyle/>
        <a:p>
          <a:endParaRPr lang="en-US"/>
        </a:p>
      </dgm:t>
    </dgm:pt>
    <dgm:pt modelId="{8A0198D0-2666-FD46-A986-88F01249EE75}" type="sibTrans" cxnId="{ED5294EA-EC3D-6146-AC11-0E2332656079}">
      <dgm:prSet/>
      <dgm:spPr/>
      <dgm:t>
        <a:bodyPr/>
        <a:lstStyle/>
        <a:p>
          <a:endParaRPr lang="en-US"/>
        </a:p>
      </dgm:t>
    </dgm:pt>
    <dgm:pt modelId="{43FD649A-6D70-C048-ACE3-D29EFF662F0D}">
      <dgm:prSet custT="1"/>
      <dgm:spPr>
        <a:ln>
          <a:solidFill>
            <a:schemeClr val="tx1"/>
          </a:solidFill>
        </a:ln>
      </dgm:spPr>
      <dgm:t>
        <a:bodyPr/>
        <a:lstStyle/>
        <a:p>
          <a:r>
            <a:rPr lang="en-US" sz="2400" b="1">
              <a:effectLst>
                <a:outerShdw blurRad="38100" dist="38100" dir="2700000" algn="tl">
                  <a:srgbClr val="000000">
                    <a:alpha val="43137"/>
                  </a:srgbClr>
                </a:outerShdw>
              </a:effectLst>
            </a:rPr>
            <a:t>Transposition </a:t>
          </a:r>
          <a:endParaRPr lang="en-US" sz="2400" b="1" dirty="0">
            <a:effectLst>
              <a:outerShdw blurRad="38100" dist="38100" dir="2700000" algn="tl">
                <a:srgbClr val="000000">
                  <a:alpha val="43137"/>
                </a:srgbClr>
              </a:outerShdw>
            </a:effectLst>
          </a:endParaRPr>
        </a:p>
      </dgm:t>
    </dgm:pt>
    <dgm:pt modelId="{2D44BCB4-9992-9B42-A2BC-C9F4625246F0}" type="parTrans" cxnId="{123BCA35-B99A-5B4A-9EC9-335C8D6DC519}">
      <dgm:prSet/>
      <dgm:spPr/>
      <dgm:t>
        <a:bodyPr/>
        <a:lstStyle/>
        <a:p>
          <a:endParaRPr lang="en-US"/>
        </a:p>
      </dgm:t>
    </dgm:pt>
    <dgm:pt modelId="{DD30BE0D-E940-FB4E-ACA7-CBBF67E63FB3}" type="sibTrans" cxnId="{123BCA35-B99A-5B4A-9EC9-335C8D6DC519}">
      <dgm:prSet/>
      <dgm:spPr/>
      <dgm:t>
        <a:bodyPr/>
        <a:lstStyle/>
        <a:p>
          <a:endParaRPr lang="en-US"/>
        </a:p>
      </dgm:t>
    </dgm:pt>
    <dgm:pt modelId="{7BD094F8-913A-BC4A-99AC-95E50E755F0C}">
      <dgm:prSet/>
      <dgm:spPr>
        <a:ln>
          <a:solidFill>
            <a:schemeClr val="tx1"/>
          </a:solidFill>
        </a:ln>
      </dgm:spPr>
      <dgm:t>
        <a:bodyPr/>
        <a:lstStyle/>
        <a:p>
          <a:r>
            <a:rPr lang="en-US"/>
            <a:t>The number of keys used</a:t>
          </a:r>
          <a:endParaRPr lang="en-US" dirty="0"/>
        </a:p>
      </dgm:t>
    </dgm:pt>
    <dgm:pt modelId="{F0A0612E-8F80-6442-BABA-B23CB08CC762}" type="parTrans" cxnId="{B1F46906-4C46-694E-B064-9116B6C22A74}">
      <dgm:prSet/>
      <dgm:spPr/>
      <dgm:t>
        <a:bodyPr/>
        <a:lstStyle/>
        <a:p>
          <a:endParaRPr lang="en-US"/>
        </a:p>
      </dgm:t>
    </dgm:pt>
    <dgm:pt modelId="{D417236E-5D90-DD40-848F-C43CD5017C1F}" type="sibTrans" cxnId="{B1F46906-4C46-694E-B064-9116B6C22A74}">
      <dgm:prSet/>
      <dgm:spPr/>
      <dgm:t>
        <a:bodyPr/>
        <a:lstStyle/>
        <a:p>
          <a:endParaRPr lang="en-US"/>
        </a:p>
      </dgm:t>
    </dgm:pt>
    <dgm:pt modelId="{0E078EEE-F30B-DC40-9FDD-A59097886534}">
      <dgm:prSet custT="1"/>
      <dgm:spPr>
        <a:solidFill>
          <a:srgbClr val="FF6600"/>
        </a:solidFill>
        <a:ln>
          <a:solidFill>
            <a:schemeClr val="tx1"/>
          </a:solidFill>
        </a:ln>
      </dgm:spPr>
      <dgm:t>
        <a:bodyPr/>
        <a:lstStyle/>
        <a:p>
          <a:r>
            <a:rPr lang="en-US" sz="2000" b="1" dirty="0">
              <a:solidFill>
                <a:schemeClr val="accent2">
                  <a:lumMod val="60000"/>
                  <a:lumOff val="40000"/>
                </a:schemeClr>
              </a:solidFill>
              <a:effectLst>
                <a:outerShdw blurRad="38100" dist="38100" dir="2700000" algn="tl">
                  <a:srgbClr val="000000">
                    <a:alpha val="43137"/>
                  </a:srgbClr>
                </a:outerShdw>
              </a:effectLst>
            </a:rPr>
            <a:t>Symmetric</a:t>
          </a:r>
          <a:r>
            <a:rPr lang="en-US" sz="2000" b="1" dirty="0">
              <a:effectLst>
                <a:outerShdw blurRad="38100" dist="38100" dir="2700000" algn="tl">
                  <a:srgbClr val="000000">
                    <a:alpha val="43137"/>
                  </a:srgbClr>
                </a:outerShdw>
              </a:effectLst>
            </a:rPr>
            <a:t>, single-key, secret-key, conventional encryption</a:t>
          </a:r>
        </a:p>
      </dgm:t>
    </dgm:pt>
    <dgm:pt modelId="{EFE14EBC-FAFB-F447-9439-EDE1E62DE4CE}" type="parTrans" cxnId="{377051F4-319C-3E4D-BC2D-027E6CB425F8}">
      <dgm:prSet/>
      <dgm:spPr/>
      <dgm:t>
        <a:bodyPr/>
        <a:lstStyle/>
        <a:p>
          <a:endParaRPr lang="en-US"/>
        </a:p>
      </dgm:t>
    </dgm:pt>
    <dgm:pt modelId="{8B24B370-EF27-244A-9203-9B0EC86677C4}" type="sibTrans" cxnId="{377051F4-319C-3E4D-BC2D-027E6CB425F8}">
      <dgm:prSet/>
      <dgm:spPr/>
      <dgm:t>
        <a:bodyPr/>
        <a:lstStyle/>
        <a:p>
          <a:endParaRPr lang="en-US"/>
        </a:p>
      </dgm:t>
    </dgm:pt>
    <dgm:pt modelId="{86D473AD-F3F3-4048-8BC0-1AC6573A74E3}">
      <dgm:prSet custT="1"/>
      <dgm:spPr>
        <a:solidFill>
          <a:srgbClr val="FF6600"/>
        </a:solidFill>
        <a:ln>
          <a:solidFill>
            <a:schemeClr val="tx1"/>
          </a:solidFill>
        </a:ln>
      </dgm:spPr>
      <dgm:t>
        <a:bodyPr/>
        <a:lstStyle/>
        <a:p>
          <a:r>
            <a:rPr lang="en-US" sz="2000" b="1" dirty="0">
              <a:solidFill>
                <a:schemeClr val="accent2">
                  <a:lumMod val="60000"/>
                  <a:lumOff val="40000"/>
                </a:schemeClr>
              </a:solidFill>
              <a:effectLst>
                <a:outerShdw blurRad="38100" dist="38100" dir="2700000" algn="tl">
                  <a:srgbClr val="000000">
                    <a:alpha val="43137"/>
                  </a:srgbClr>
                </a:outerShdw>
              </a:effectLst>
            </a:rPr>
            <a:t>Asymmetric</a:t>
          </a:r>
          <a:r>
            <a:rPr lang="en-US" sz="2000" b="1" dirty="0">
              <a:effectLst>
                <a:outerShdw blurRad="38100" dist="38100" dir="2700000" algn="tl">
                  <a:srgbClr val="000000">
                    <a:alpha val="43137"/>
                  </a:srgbClr>
                </a:outerShdw>
              </a:effectLst>
            </a:rPr>
            <a:t>, two-key, or public-key encryption</a:t>
          </a:r>
        </a:p>
      </dgm:t>
    </dgm:pt>
    <dgm:pt modelId="{4DC18731-9099-B240-8DB8-04D8310D534A}" type="parTrans" cxnId="{55BCBCE4-F17E-D343-9020-8C15928D7F34}">
      <dgm:prSet/>
      <dgm:spPr/>
      <dgm:t>
        <a:bodyPr/>
        <a:lstStyle/>
        <a:p>
          <a:endParaRPr lang="en-US"/>
        </a:p>
      </dgm:t>
    </dgm:pt>
    <dgm:pt modelId="{FCEF4638-D522-6C4B-B4A6-8BE99DBEB8C7}" type="sibTrans" cxnId="{55BCBCE4-F17E-D343-9020-8C15928D7F34}">
      <dgm:prSet/>
      <dgm:spPr/>
      <dgm:t>
        <a:bodyPr/>
        <a:lstStyle/>
        <a:p>
          <a:endParaRPr lang="en-US"/>
        </a:p>
      </dgm:t>
    </dgm:pt>
    <dgm:pt modelId="{76045574-DA6B-F846-A68B-8E8FE2F3C975}">
      <dgm:prSet/>
      <dgm:spPr>
        <a:ln>
          <a:solidFill>
            <a:schemeClr val="tx1"/>
          </a:solidFill>
        </a:ln>
      </dgm:spPr>
      <dgm:t>
        <a:bodyPr/>
        <a:lstStyle/>
        <a:p>
          <a:r>
            <a:rPr lang="en-US"/>
            <a:t>The way in which the plaintext is processed</a:t>
          </a:r>
          <a:endParaRPr lang="en-US" dirty="0"/>
        </a:p>
      </dgm:t>
    </dgm:pt>
    <dgm:pt modelId="{D4136C0C-14FC-BE46-9FA0-B445DD03F538}" type="parTrans" cxnId="{DF5B02D5-B78E-324D-9616-205421D5EF40}">
      <dgm:prSet/>
      <dgm:spPr/>
      <dgm:t>
        <a:bodyPr/>
        <a:lstStyle/>
        <a:p>
          <a:endParaRPr lang="en-US"/>
        </a:p>
      </dgm:t>
    </dgm:pt>
    <dgm:pt modelId="{76C84DE2-21E7-5B42-B416-6374F0DB8833}" type="sibTrans" cxnId="{DF5B02D5-B78E-324D-9616-205421D5EF40}">
      <dgm:prSet/>
      <dgm:spPr/>
      <dgm:t>
        <a:bodyPr/>
        <a:lstStyle/>
        <a:p>
          <a:endParaRPr lang="en-US"/>
        </a:p>
      </dgm:t>
    </dgm:pt>
    <dgm:pt modelId="{F84D387D-20EE-E842-B722-C788E0C2879D}">
      <dgm:prSet custT="1"/>
      <dgm:spPr>
        <a:solidFill>
          <a:schemeClr val="accent6">
            <a:lumMod val="75000"/>
          </a:schemeClr>
        </a:solidFill>
        <a:ln>
          <a:solidFill>
            <a:schemeClr val="tx1"/>
          </a:solidFill>
        </a:ln>
      </dgm:spPr>
      <dgm:t>
        <a:bodyPr/>
        <a:lstStyle/>
        <a:p>
          <a:r>
            <a:rPr lang="en-US" sz="2400" b="1">
              <a:effectLst>
                <a:outerShdw blurRad="38100" dist="38100" dir="2700000" algn="tl">
                  <a:srgbClr val="000000">
                    <a:alpha val="43137"/>
                  </a:srgbClr>
                </a:outerShdw>
              </a:effectLst>
            </a:rPr>
            <a:t>Block cipher</a:t>
          </a:r>
          <a:endParaRPr lang="en-US" sz="2400" b="1" dirty="0">
            <a:effectLst>
              <a:outerShdw blurRad="38100" dist="38100" dir="2700000" algn="tl">
                <a:srgbClr val="000000">
                  <a:alpha val="43137"/>
                </a:srgbClr>
              </a:outerShdw>
            </a:effectLst>
          </a:endParaRPr>
        </a:p>
      </dgm:t>
    </dgm:pt>
    <dgm:pt modelId="{EE900814-5820-BF4F-B343-E51425805490}" type="parTrans" cxnId="{64F51EF7-CB9E-1043-9060-2B1D28AFE2D5}">
      <dgm:prSet/>
      <dgm:spPr/>
      <dgm:t>
        <a:bodyPr/>
        <a:lstStyle/>
        <a:p>
          <a:endParaRPr lang="en-US"/>
        </a:p>
      </dgm:t>
    </dgm:pt>
    <dgm:pt modelId="{55C19B54-24E2-3F48-B6C2-976AF1C1360B}" type="sibTrans" cxnId="{64F51EF7-CB9E-1043-9060-2B1D28AFE2D5}">
      <dgm:prSet/>
      <dgm:spPr/>
      <dgm:t>
        <a:bodyPr/>
        <a:lstStyle/>
        <a:p>
          <a:endParaRPr lang="en-US"/>
        </a:p>
      </dgm:t>
    </dgm:pt>
    <dgm:pt modelId="{C63E959D-F32D-F34A-8F2D-B4FE2E53D9D9}">
      <dgm:prSet custT="1"/>
      <dgm:spPr>
        <a:solidFill>
          <a:schemeClr val="accent6">
            <a:lumMod val="75000"/>
          </a:schemeClr>
        </a:solidFill>
        <a:ln>
          <a:solidFill>
            <a:schemeClr val="tx1"/>
          </a:solidFill>
        </a:ln>
      </dgm:spPr>
      <dgm:t>
        <a:bodyPr/>
        <a:lstStyle/>
        <a:p>
          <a:r>
            <a:rPr lang="en-US" sz="2400" b="1" dirty="0">
              <a:effectLst>
                <a:outerShdw blurRad="38100" dist="38100" dir="2700000" algn="tl">
                  <a:srgbClr val="000000">
                    <a:alpha val="43137"/>
                  </a:srgbClr>
                </a:outerShdw>
              </a:effectLst>
            </a:rPr>
            <a:t>Stream cipher</a:t>
          </a:r>
          <a:endParaRPr lang="en-AU" sz="2400" b="1" dirty="0">
            <a:effectLst>
              <a:outerShdw blurRad="38100" dist="38100" dir="2700000" algn="tl">
                <a:srgbClr val="000000">
                  <a:alpha val="43137"/>
                </a:srgbClr>
              </a:outerShdw>
            </a:effectLst>
          </a:endParaRPr>
        </a:p>
      </dgm:t>
    </dgm:pt>
    <dgm:pt modelId="{7C4B06E2-6F39-D14F-85D8-E507440C2E80}" type="parTrans" cxnId="{3BE02B31-27DB-F742-BD95-B714395E8FA1}">
      <dgm:prSet/>
      <dgm:spPr/>
      <dgm:t>
        <a:bodyPr/>
        <a:lstStyle/>
        <a:p>
          <a:endParaRPr lang="en-US"/>
        </a:p>
      </dgm:t>
    </dgm:pt>
    <dgm:pt modelId="{5EF57938-B8A6-C14C-AC53-243ED6C850A4}" type="sibTrans" cxnId="{3BE02B31-27DB-F742-BD95-B714395E8FA1}">
      <dgm:prSet/>
      <dgm:spPr/>
      <dgm:t>
        <a:bodyPr/>
        <a:lstStyle/>
        <a:p>
          <a:endParaRPr lang="en-US"/>
        </a:p>
      </dgm:t>
    </dgm:pt>
    <dgm:pt modelId="{91786F4A-90C9-994C-887B-4C7C898CCA39}" type="pres">
      <dgm:prSet presAssocID="{FDC179B3-BE5D-4142-AB77-6AE34AE14ACE}" presName="theList" presStyleCnt="0">
        <dgm:presLayoutVars>
          <dgm:dir/>
          <dgm:animLvl val="lvl"/>
          <dgm:resizeHandles val="exact"/>
        </dgm:presLayoutVars>
      </dgm:prSet>
      <dgm:spPr/>
    </dgm:pt>
    <dgm:pt modelId="{F41CB66E-4310-E347-BE1C-B1D44E032FEA}" type="pres">
      <dgm:prSet presAssocID="{E76956AC-EFF8-F348-9C47-5CB7BF58FA25}" presName="compNode" presStyleCnt="0"/>
      <dgm:spPr/>
    </dgm:pt>
    <dgm:pt modelId="{569AA357-20E8-8B4F-9641-8B0A0558D5C1}" type="pres">
      <dgm:prSet presAssocID="{E76956AC-EFF8-F348-9C47-5CB7BF58FA25}" presName="aNode" presStyleLbl="bgShp" presStyleIdx="0" presStyleCnt="3"/>
      <dgm:spPr/>
    </dgm:pt>
    <dgm:pt modelId="{9336B19B-5432-1E46-B703-26FB4A34E5C1}" type="pres">
      <dgm:prSet presAssocID="{E76956AC-EFF8-F348-9C47-5CB7BF58FA25}" presName="textNode" presStyleLbl="bgShp" presStyleIdx="0" presStyleCnt="3"/>
      <dgm:spPr/>
    </dgm:pt>
    <dgm:pt modelId="{13FFE0CD-1A33-9544-A75C-82FB4BA0C768}" type="pres">
      <dgm:prSet presAssocID="{E76956AC-EFF8-F348-9C47-5CB7BF58FA25}" presName="compChildNode" presStyleCnt="0"/>
      <dgm:spPr/>
    </dgm:pt>
    <dgm:pt modelId="{2203F66D-AD2C-264C-A99F-E71C4D3D7119}" type="pres">
      <dgm:prSet presAssocID="{E76956AC-EFF8-F348-9C47-5CB7BF58FA25}" presName="theInnerList" presStyleCnt="0"/>
      <dgm:spPr/>
    </dgm:pt>
    <dgm:pt modelId="{2BD908FB-9339-6045-9B70-D6C87F242750}" type="pres">
      <dgm:prSet presAssocID="{15158232-5636-F54B-9E82-24A86B2CC40D}" presName="childNode" presStyleLbl="node1" presStyleIdx="0" presStyleCnt="6">
        <dgm:presLayoutVars>
          <dgm:bulletEnabled val="1"/>
        </dgm:presLayoutVars>
      </dgm:prSet>
      <dgm:spPr/>
    </dgm:pt>
    <dgm:pt modelId="{690F47CB-9155-8F44-A97D-CAF9600886CB}" type="pres">
      <dgm:prSet presAssocID="{15158232-5636-F54B-9E82-24A86B2CC40D}" presName="aSpace2" presStyleCnt="0"/>
      <dgm:spPr/>
    </dgm:pt>
    <dgm:pt modelId="{1A983032-6FEA-1C4A-BE9F-4D806E17953C}" type="pres">
      <dgm:prSet presAssocID="{43FD649A-6D70-C048-ACE3-D29EFF662F0D}" presName="childNode" presStyleLbl="node1" presStyleIdx="1" presStyleCnt="6">
        <dgm:presLayoutVars>
          <dgm:bulletEnabled val="1"/>
        </dgm:presLayoutVars>
      </dgm:prSet>
      <dgm:spPr/>
    </dgm:pt>
    <dgm:pt modelId="{81DB49DF-7201-8544-8E21-E7071BB1B560}" type="pres">
      <dgm:prSet presAssocID="{E76956AC-EFF8-F348-9C47-5CB7BF58FA25}" presName="aSpace" presStyleCnt="0"/>
      <dgm:spPr/>
    </dgm:pt>
    <dgm:pt modelId="{98B6BD06-275B-FF4D-A3B0-C080D955E6CA}" type="pres">
      <dgm:prSet presAssocID="{7BD094F8-913A-BC4A-99AC-95E50E755F0C}" presName="compNode" presStyleCnt="0"/>
      <dgm:spPr/>
    </dgm:pt>
    <dgm:pt modelId="{8E35AEC5-6E5C-E94B-AC07-8F1C48704551}" type="pres">
      <dgm:prSet presAssocID="{7BD094F8-913A-BC4A-99AC-95E50E755F0C}" presName="aNode" presStyleLbl="bgShp" presStyleIdx="1" presStyleCnt="3" custLinFactNeighborX="113" custLinFactNeighborY="-2414"/>
      <dgm:spPr/>
    </dgm:pt>
    <dgm:pt modelId="{36A619AB-C091-7846-8D68-3476FF3695D9}" type="pres">
      <dgm:prSet presAssocID="{7BD094F8-913A-BC4A-99AC-95E50E755F0C}" presName="textNode" presStyleLbl="bgShp" presStyleIdx="1" presStyleCnt="3"/>
      <dgm:spPr/>
    </dgm:pt>
    <dgm:pt modelId="{304ABE30-1D09-8540-9C23-7985353E11E6}" type="pres">
      <dgm:prSet presAssocID="{7BD094F8-913A-BC4A-99AC-95E50E755F0C}" presName="compChildNode" presStyleCnt="0"/>
      <dgm:spPr/>
    </dgm:pt>
    <dgm:pt modelId="{0D8436CE-C706-044A-91A3-E9538CB5159C}" type="pres">
      <dgm:prSet presAssocID="{7BD094F8-913A-BC4A-99AC-95E50E755F0C}" presName="theInnerList" presStyleCnt="0"/>
      <dgm:spPr/>
    </dgm:pt>
    <dgm:pt modelId="{59F3607F-34BF-1445-8027-313F772320E6}" type="pres">
      <dgm:prSet presAssocID="{0E078EEE-F30B-DC40-9FDD-A59097886534}" presName="childNode" presStyleLbl="node1" presStyleIdx="2" presStyleCnt="6">
        <dgm:presLayoutVars>
          <dgm:bulletEnabled val="1"/>
        </dgm:presLayoutVars>
      </dgm:prSet>
      <dgm:spPr/>
    </dgm:pt>
    <dgm:pt modelId="{E5C9B3F6-326A-B04E-8A37-3DF462E50EAF}" type="pres">
      <dgm:prSet presAssocID="{0E078EEE-F30B-DC40-9FDD-A59097886534}" presName="aSpace2" presStyleCnt="0"/>
      <dgm:spPr/>
    </dgm:pt>
    <dgm:pt modelId="{AA328B5D-FEE6-4441-93D3-9724F5555524}" type="pres">
      <dgm:prSet presAssocID="{86D473AD-F3F3-4048-8BC0-1AC6573A74E3}" presName="childNode" presStyleLbl="node1" presStyleIdx="3" presStyleCnt="6">
        <dgm:presLayoutVars>
          <dgm:bulletEnabled val="1"/>
        </dgm:presLayoutVars>
      </dgm:prSet>
      <dgm:spPr/>
    </dgm:pt>
    <dgm:pt modelId="{D3DFA2FC-EA7F-FB47-AF27-1E4088069174}" type="pres">
      <dgm:prSet presAssocID="{7BD094F8-913A-BC4A-99AC-95E50E755F0C}" presName="aSpace" presStyleCnt="0"/>
      <dgm:spPr/>
    </dgm:pt>
    <dgm:pt modelId="{A5666ACB-AF86-314E-B1E8-5694D40CF557}" type="pres">
      <dgm:prSet presAssocID="{76045574-DA6B-F846-A68B-8E8FE2F3C975}" presName="compNode" presStyleCnt="0"/>
      <dgm:spPr/>
    </dgm:pt>
    <dgm:pt modelId="{240978C4-FA23-8641-B69E-A16881CE1E3A}" type="pres">
      <dgm:prSet presAssocID="{76045574-DA6B-F846-A68B-8E8FE2F3C975}" presName="aNode" presStyleLbl="bgShp" presStyleIdx="2" presStyleCnt="3"/>
      <dgm:spPr/>
    </dgm:pt>
    <dgm:pt modelId="{9504718C-E298-3746-85F8-A9FA9DD7EE5C}" type="pres">
      <dgm:prSet presAssocID="{76045574-DA6B-F846-A68B-8E8FE2F3C975}" presName="textNode" presStyleLbl="bgShp" presStyleIdx="2" presStyleCnt="3"/>
      <dgm:spPr/>
    </dgm:pt>
    <dgm:pt modelId="{C548C3E8-A1AB-8F47-8D19-93FC2B114AE5}" type="pres">
      <dgm:prSet presAssocID="{76045574-DA6B-F846-A68B-8E8FE2F3C975}" presName="compChildNode" presStyleCnt="0"/>
      <dgm:spPr/>
    </dgm:pt>
    <dgm:pt modelId="{1526371A-E736-2041-BBD9-3BA1ED6BAA6F}" type="pres">
      <dgm:prSet presAssocID="{76045574-DA6B-F846-A68B-8E8FE2F3C975}" presName="theInnerList" presStyleCnt="0"/>
      <dgm:spPr/>
    </dgm:pt>
    <dgm:pt modelId="{7B864D13-D033-6D46-85D8-4A1CC9B5D5AA}" type="pres">
      <dgm:prSet presAssocID="{F84D387D-20EE-E842-B722-C788E0C2879D}" presName="childNode" presStyleLbl="node1" presStyleIdx="4" presStyleCnt="6">
        <dgm:presLayoutVars>
          <dgm:bulletEnabled val="1"/>
        </dgm:presLayoutVars>
      </dgm:prSet>
      <dgm:spPr/>
    </dgm:pt>
    <dgm:pt modelId="{1FB884F6-273A-C744-A9E4-8C4201A04567}" type="pres">
      <dgm:prSet presAssocID="{F84D387D-20EE-E842-B722-C788E0C2879D}" presName="aSpace2" presStyleCnt="0"/>
      <dgm:spPr/>
    </dgm:pt>
    <dgm:pt modelId="{5D658181-6169-AE4F-AB98-9FC0BCA0966D}" type="pres">
      <dgm:prSet presAssocID="{C63E959D-F32D-F34A-8F2D-B4FE2E53D9D9}" presName="childNode" presStyleLbl="node1" presStyleIdx="5" presStyleCnt="6">
        <dgm:presLayoutVars>
          <dgm:bulletEnabled val="1"/>
        </dgm:presLayoutVars>
      </dgm:prSet>
      <dgm:spPr/>
    </dgm:pt>
  </dgm:ptLst>
  <dgm:cxnLst>
    <dgm:cxn modelId="{B1F46906-4C46-694E-B064-9116B6C22A74}" srcId="{FDC179B3-BE5D-4142-AB77-6AE34AE14ACE}" destId="{7BD094F8-913A-BC4A-99AC-95E50E755F0C}" srcOrd="1" destOrd="0" parTransId="{F0A0612E-8F80-6442-BABA-B23CB08CC762}" sibTransId="{D417236E-5D90-DD40-848F-C43CD5017C1F}"/>
    <dgm:cxn modelId="{C841FF11-9910-4346-A4AD-78D15003E3EE}" type="presOf" srcId="{E76956AC-EFF8-F348-9C47-5CB7BF58FA25}" destId="{9336B19B-5432-1E46-B703-26FB4A34E5C1}" srcOrd="1" destOrd="0" presId="urn:microsoft.com/office/officeart/2005/8/layout/lProcess2"/>
    <dgm:cxn modelId="{349BEE15-0EC6-454D-A65E-ACB57C36E3D4}" type="presOf" srcId="{C63E959D-F32D-F34A-8F2D-B4FE2E53D9D9}" destId="{5D658181-6169-AE4F-AB98-9FC0BCA0966D}" srcOrd="0" destOrd="0" presId="urn:microsoft.com/office/officeart/2005/8/layout/lProcess2"/>
    <dgm:cxn modelId="{894A2817-4ED2-415A-A840-ACDFF4464CF0}" type="presOf" srcId="{15158232-5636-F54B-9E82-24A86B2CC40D}" destId="{2BD908FB-9339-6045-9B70-D6C87F242750}" srcOrd="0" destOrd="0" presId="urn:microsoft.com/office/officeart/2005/8/layout/lProcess2"/>
    <dgm:cxn modelId="{AFA44A23-51A1-4EBD-A9D8-AE169A86E76C}" type="presOf" srcId="{FDC179B3-BE5D-4142-AB77-6AE34AE14ACE}" destId="{91786F4A-90C9-994C-887B-4C7C898CCA39}" srcOrd="0" destOrd="0" presId="urn:microsoft.com/office/officeart/2005/8/layout/lProcess2"/>
    <dgm:cxn modelId="{3BE02B31-27DB-F742-BD95-B714395E8FA1}" srcId="{76045574-DA6B-F846-A68B-8E8FE2F3C975}" destId="{C63E959D-F32D-F34A-8F2D-B4FE2E53D9D9}" srcOrd="1" destOrd="0" parTransId="{7C4B06E2-6F39-D14F-85D8-E507440C2E80}" sibTransId="{5EF57938-B8A6-C14C-AC53-243ED6C850A4}"/>
    <dgm:cxn modelId="{123BCA35-B99A-5B4A-9EC9-335C8D6DC519}" srcId="{E76956AC-EFF8-F348-9C47-5CB7BF58FA25}" destId="{43FD649A-6D70-C048-ACE3-D29EFF662F0D}" srcOrd="1" destOrd="0" parTransId="{2D44BCB4-9992-9B42-A2BC-C9F4625246F0}" sibTransId="{DD30BE0D-E940-FB4E-ACA7-CBBF67E63FB3}"/>
    <dgm:cxn modelId="{C0629C63-9752-47AE-8128-B5ECE021FE0E}" type="presOf" srcId="{76045574-DA6B-F846-A68B-8E8FE2F3C975}" destId="{240978C4-FA23-8641-B69E-A16881CE1E3A}" srcOrd="0" destOrd="0" presId="urn:microsoft.com/office/officeart/2005/8/layout/lProcess2"/>
    <dgm:cxn modelId="{D13A3270-FCB3-4899-8C26-45F7A5D57E3A}" type="presOf" srcId="{7BD094F8-913A-BC4A-99AC-95E50E755F0C}" destId="{8E35AEC5-6E5C-E94B-AC07-8F1C48704551}" srcOrd="0" destOrd="0" presId="urn:microsoft.com/office/officeart/2005/8/layout/lProcess2"/>
    <dgm:cxn modelId="{DD77597B-8B15-EE4D-926F-9BFF9AE9AB4E}" srcId="{FDC179B3-BE5D-4142-AB77-6AE34AE14ACE}" destId="{E76956AC-EFF8-F348-9C47-5CB7BF58FA25}" srcOrd="0" destOrd="0" parTransId="{669DA478-D211-0C40-A153-9C8AC383781C}" sibTransId="{67C397A1-D85A-704D-9E69-98D69194DB91}"/>
    <dgm:cxn modelId="{CDC04F89-3B7F-4D99-A2DB-FC037DEF8743}" type="presOf" srcId="{0E078EEE-F30B-DC40-9FDD-A59097886534}" destId="{59F3607F-34BF-1445-8027-313F772320E6}" srcOrd="0" destOrd="0" presId="urn:microsoft.com/office/officeart/2005/8/layout/lProcess2"/>
    <dgm:cxn modelId="{BE90AE8F-DEDF-4D08-84B9-3D38836B2D9F}" type="presOf" srcId="{76045574-DA6B-F846-A68B-8E8FE2F3C975}" destId="{9504718C-E298-3746-85F8-A9FA9DD7EE5C}" srcOrd="1" destOrd="0" presId="urn:microsoft.com/office/officeart/2005/8/layout/lProcess2"/>
    <dgm:cxn modelId="{CF7ADF9B-C751-47C9-AD1F-EB89FC6CE88B}" type="presOf" srcId="{7BD094F8-913A-BC4A-99AC-95E50E755F0C}" destId="{36A619AB-C091-7846-8D68-3476FF3695D9}" srcOrd="1" destOrd="0" presId="urn:microsoft.com/office/officeart/2005/8/layout/lProcess2"/>
    <dgm:cxn modelId="{871955B9-B44E-4726-A0B7-3287E79532C3}" type="presOf" srcId="{E76956AC-EFF8-F348-9C47-5CB7BF58FA25}" destId="{569AA357-20E8-8B4F-9641-8B0A0558D5C1}" srcOrd="0" destOrd="0" presId="urn:microsoft.com/office/officeart/2005/8/layout/lProcess2"/>
    <dgm:cxn modelId="{E09BCCB9-09A8-42F0-A7B1-FDF9637936C8}" type="presOf" srcId="{86D473AD-F3F3-4048-8BC0-1AC6573A74E3}" destId="{AA328B5D-FEE6-4441-93D3-9724F5555524}" srcOrd="0" destOrd="0" presId="urn:microsoft.com/office/officeart/2005/8/layout/lProcess2"/>
    <dgm:cxn modelId="{902247D4-3166-43A5-ADE0-2658B6CAC8A3}" type="presOf" srcId="{F84D387D-20EE-E842-B722-C788E0C2879D}" destId="{7B864D13-D033-6D46-85D8-4A1CC9B5D5AA}" srcOrd="0" destOrd="0" presId="urn:microsoft.com/office/officeart/2005/8/layout/lProcess2"/>
    <dgm:cxn modelId="{DF5B02D5-B78E-324D-9616-205421D5EF40}" srcId="{FDC179B3-BE5D-4142-AB77-6AE34AE14ACE}" destId="{76045574-DA6B-F846-A68B-8E8FE2F3C975}" srcOrd="2" destOrd="0" parTransId="{D4136C0C-14FC-BE46-9FA0-B445DD03F538}" sibTransId="{76C84DE2-21E7-5B42-B416-6374F0DB8833}"/>
    <dgm:cxn modelId="{55BCBCE4-F17E-D343-9020-8C15928D7F34}" srcId="{7BD094F8-913A-BC4A-99AC-95E50E755F0C}" destId="{86D473AD-F3F3-4048-8BC0-1AC6573A74E3}" srcOrd="1" destOrd="0" parTransId="{4DC18731-9099-B240-8DB8-04D8310D534A}" sibTransId="{FCEF4638-D522-6C4B-B4A6-8BE99DBEB8C7}"/>
    <dgm:cxn modelId="{52EEB3E8-673B-4979-89F0-13A212C9D5E2}" type="presOf" srcId="{43FD649A-6D70-C048-ACE3-D29EFF662F0D}" destId="{1A983032-6FEA-1C4A-BE9F-4D806E17953C}" srcOrd="0" destOrd="0" presId="urn:microsoft.com/office/officeart/2005/8/layout/lProcess2"/>
    <dgm:cxn modelId="{ED5294EA-EC3D-6146-AC11-0E2332656079}" srcId="{E76956AC-EFF8-F348-9C47-5CB7BF58FA25}" destId="{15158232-5636-F54B-9E82-24A86B2CC40D}" srcOrd="0" destOrd="0" parTransId="{3788416C-4673-584E-B357-8CD978EB8C97}" sibTransId="{8A0198D0-2666-FD46-A986-88F01249EE75}"/>
    <dgm:cxn modelId="{377051F4-319C-3E4D-BC2D-027E6CB425F8}" srcId="{7BD094F8-913A-BC4A-99AC-95E50E755F0C}" destId="{0E078EEE-F30B-DC40-9FDD-A59097886534}" srcOrd="0" destOrd="0" parTransId="{EFE14EBC-FAFB-F447-9439-EDE1E62DE4CE}" sibTransId="{8B24B370-EF27-244A-9203-9B0EC86677C4}"/>
    <dgm:cxn modelId="{64F51EF7-CB9E-1043-9060-2B1D28AFE2D5}" srcId="{76045574-DA6B-F846-A68B-8E8FE2F3C975}" destId="{F84D387D-20EE-E842-B722-C788E0C2879D}" srcOrd="0" destOrd="0" parTransId="{EE900814-5820-BF4F-B343-E51425805490}" sibTransId="{55C19B54-24E2-3F48-B6C2-976AF1C1360B}"/>
    <dgm:cxn modelId="{B4B2E2C3-9B10-44DB-99D3-0CEE1AF9D33F}" type="presParOf" srcId="{91786F4A-90C9-994C-887B-4C7C898CCA39}" destId="{F41CB66E-4310-E347-BE1C-B1D44E032FEA}" srcOrd="0" destOrd="0" presId="urn:microsoft.com/office/officeart/2005/8/layout/lProcess2"/>
    <dgm:cxn modelId="{CE7D95BB-3F8F-4BCD-A822-3B425C200CC4}" type="presParOf" srcId="{F41CB66E-4310-E347-BE1C-B1D44E032FEA}" destId="{569AA357-20E8-8B4F-9641-8B0A0558D5C1}" srcOrd="0" destOrd="0" presId="urn:microsoft.com/office/officeart/2005/8/layout/lProcess2"/>
    <dgm:cxn modelId="{FC20F8D6-AC60-4BF5-BC30-C77F7616CF3E}" type="presParOf" srcId="{F41CB66E-4310-E347-BE1C-B1D44E032FEA}" destId="{9336B19B-5432-1E46-B703-26FB4A34E5C1}" srcOrd="1" destOrd="0" presId="urn:microsoft.com/office/officeart/2005/8/layout/lProcess2"/>
    <dgm:cxn modelId="{CBFCD283-3A8B-4C12-BF93-192D0B19C951}" type="presParOf" srcId="{F41CB66E-4310-E347-BE1C-B1D44E032FEA}" destId="{13FFE0CD-1A33-9544-A75C-82FB4BA0C768}" srcOrd="2" destOrd="0" presId="urn:microsoft.com/office/officeart/2005/8/layout/lProcess2"/>
    <dgm:cxn modelId="{504FC0DC-820B-4B1D-9CB5-12D9F30C7A98}" type="presParOf" srcId="{13FFE0CD-1A33-9544-A75C-82FB4BA0C768}" destId="{2203F66D-AD2C-264C-A99F-E71C4D3D7119}" srcOrd="0" destOrd="0" presId="urn:microsoft.com/office/officeart/2005/8/layout/lProcess2"/>
    <dgm:cxn modelId="{C80CCA40-615F-4067-B3C5-F9EABEB9B1F1}" type="presParOf" srcId="{2203F66D-AD2C-264C-A99F-E71C4D3D7119}" destId="{2BD908FB-9339-6045-9B70-D6C87F242750}" srcOrd="0" destOrd="0" presId="urn:microsoft.com/office/officeart/2005/8/layout/lProcess2"/>
    <dgm:cxn modelId="{1FCD2EAC-DC41-4385-91F1-B20215F02F91}" type="presParOf" srcId="{2203F66D-AD2C-264C-A99F-E71C4D3D7119}" destId="{690F47CB-9155-8F44-A97D-CAF9600886CB}" srcOrd="1" destOrd="0" presId="urn:microsoft.com/office/officeart/2005/8/layout/lProcess2"/>
    <dgm:cxn modelId="{547664EC-2C2B-43E3-B672-E4CF76A0D491}" type="presParOf" srcId="{2203F66D-AD2C-264C-A99F-E71C4D3D7119}" destId="{1A983032-6FEA-1C4A-BE9F-4D806E17953C}" srcOrd="2" destOrd="0" presId="urn:microsoft.com/office/officeart/2005/8/layout/lProcess2"/>
    <dgm:cxn modelId="{E2F39C96-DBA7-480F-A531-11985142A8E2}" type="presParOf" srcId="{91786F4A-90C9-994C-887B-4C7C898CCA39}" destId="{81DB49DF-7201-8544-8E21-E7071BB1B560}" srcOrd="1" destOrd="0" presId="urn:microsoft.com/office/officeart/2005/8/layout/lProcess2"/>
    <dgm:cxn modelId="{C0332932-4486-48E7-AF03-3C0EFE39407C}" type="presParOf" srcId="{91786F4A-90C9-994C-887B-4C7C898CCA39}" destId="{98B6BD06-275B-FF4D-A3B0-C080D955E6CA}" srcOrd="2" destOrd="0" presId="urn:microsoft.com/office/officeart/2005/8/layout/lProcess2"/>
    <dgm:cxn modelId="{9092839F-D132-4623-9F93-B66D07ACBFCC}" type="presParOf" srcId="{98B6BD06-275B-FF4D-A3B0-C080D955E6CA}" destId="{8E35AEC5-6E5C-E94B-AC07-8F1C48704551}" srcOrd="0" destOrd="0" presId="urn:microsoft.com/office/officeart/2005/8/layout/lProcess2"/>
    <dgm:cxn modelId="{466EDD2B-8A91-4078-B020-4BFE421CD753}" type="presParOf" srcId="{98B6BD06-275B-FF4D-A3B0-C080D955E6CA}" destId="{36A619AB-C091-7846-8D68-3476FF3695D9}" srcOrd="1" destOrd="0" presId="urn:microsoft.com/office/officeart/2005/8/layout/lProcess2"/>
    <dgm:cxn modelId="{A3C6639F-FF38-475C-A86A-0CF4972E3459}" type="presParOf" srcId="{98B6BD06-275B-FF4D-A3B0-C080D955E6CA}" destId="{304ABE30-1D09-8540-9C23-7985353E11E6}" srcOrd="2" destOrd="0" presId="urn:microsoft.com/office/officeart/2005/8/layout/lProcess2"/>
    <dgm:cxn modelId="{76D784AD-F513-45AA-9DB2-78253E36417B}" type="presParOf" srcId="{304ABE30-1D09-8540-9C23-7985353E11E6}" destId="{0D8436CE-C706-044A-91A3-E9538CB5159C}" srcOrd="0" destOrd="0" presId="urn:microsoft.com/office/officeart/2005/8/layout/lProcess2"/>
    <dgm:cxn modelId="{BAB3F32E-BE40-47FF-9748-7860D4117032}" type="presParOf" srcId="{0D8436CE-C706-044A-91A3-E9538CB5159C}" destId="{59F3607F-34BF-1445-8027-313F772320E6}" srcOrd="0" destOrd="0" presId="urn:microsoft.com/office/officeart/2005/8/layout/lProcess2"/>
    <dgm:cxn modelId="{9DE30FF7-10BF-4A9A-BD0B-83826FD80090}" type="presParOf" srcId="{0D8436CE-C706-044A-91A3-E9538CB5159C}" destId="{E5C9B3F6-326A-B04E-8A37-3DF462E50EAF}" srcOrd="1" destOrd="0" presId="urn:microsoft.com/office/officeart/2005/8/layout/lProcess2"/>
    <dgm:cxn modelId="{E925D387-8332-4090-A052-91342802FFF9}" type="presParOf" srcId="{0D8436CE-C706-044A-91A3-E9538CB5159C}" destId="{AA328B5D-FEE6-4441-93D3-9724F5555524}" srcOrd="2" destOrd="0" presId="urn:microsoft.com/office/officeart/2005/8/layout/lProcess2"/>
    <dgm:cxn modelId="{4AE42FDC-A9F0-4A3E-84A6-39021F132D31}" type="presParOf" srcId="{91786F4A-90C9-994C-887B-4C7C898CCA39}" destId="{D3DFA2FC-EA7F-FB47-AF27-1E4088069174}" srcOrd="3" destOrd="0" presId="urn:microsoft.com/office/officeart/2005/8/layout/lProcess2"/>
    <dgm:cxn modelId="{AE4633D7-0954-431C-81B6-95AF0DE049EB}" type="presParOf" srcId="{91786F4A-90C9-994C-887B-4C7C898CCA39}" destId="{A5666ACB-AF86-314E-B1E8-5694D40CF557}" srcOrd="4" destOrd="0" presId="urn:microsoft.com/office/officeart/2005/8/layout/lProcess2"/>
    <dgm:cxn modelId="{766AAF0D-053E-4BB8-A699-5433B5C8013B}" type="presParOf" srcId="{A5666ACB-AF86-314E-B1E8-5694D40CF557}" destId="{240978C4-FA23-8641-B69E-A16881CE1E3A}" srcOrd="0" destOrd="0" presId="urn:microsoft.com/office/officeart/2005/8/layout/lProcess2"/>
    <dgm:cxn modelId="{DF6E0E03-EBEF-4BE7-8FFE-B88D038E5D35}" type="presParOf" srcId="{A5666ACB-AF86-314E-B1E8-5694D40CF557}" destId="{9504718C-E298-3746-85F8-A9FA9DD7EE5C}" srcOrd="1" destOrd="0" presId="urn:microsoft.com/office/officeart/2005/8/layout/lProcess2"/>
    <dgm:cxn modelId="{8669D67D-F94B-4483-98D6-F79804CB5CA5}" type="presParOf" srcId="{A5666ACB-AF86-314E-B1E8-5694D40CF557}" destId="{C548C3E8-A1AB-8F47-8D19-93FC2B114AE5}" srcOrd="2" destOrd="0" presId="urn:microsoft.com/office/officeart/2005/8/layout/lProcess2"/>
    <dgm:cxn modelId="{6DB77756-331F-423D-B6B8-7C28CB336DF2}" type="presParOf" srcId="{C548C3E8-A1AB-8F47-8D19-93FC2B114AE5}" destId="{1526371A-E736-2041-BBD9-3BA1ED6BAA6F}" srcOrd="0" destOrd="0" presId="urn:microsoft.com/office/officeart/2005/8/layout/lProcess2"/>
    <dgm:cxn modelId="{1A3DC428-3897-4234-9751-2DA0C49E2EDB}" type="presParOf" srcId="{1526371A-E736-2041-BBD9-3BA1ED6BAA6F}" destId="{7B864D13-D033-6D46-85D8-4A1CC9B5D5AA}" srcOrd="0" destOrd="0" presId="urn:microsoft.com/office/officeart/2005/8/layout/lProcess2"/>
    <dgm:cxn modelId="{1BBE28B5-0BD9-42D3-AD66-96127B7CE994}" type="presParOf" srcId="{1526371A-E736-2041-BBD9-3BA1ED6BAA6F}" destId="{1FB884F6-273A-C744-A9E4-8C4201A04567}" srcOrd="1" destOrd="0" presId="urn:microsoft.com/office/officeart/2005/8/layout/lProcess2"/>
    <dgm:cxn modelId="{766850EB-8DE0-4874-851C-6963425F48A3}" type="presParOf" srcId="{1526371A-E736-2041-BBD9-3BA1ED6BAA6F}" destId="{5D658181-6169-AE4F-AB98-9FC0BCA0966D}"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855A080-2964-4AFE-8FF2-9AD12E3788E1}" type="doc">
      <dgm:prSet loTypeId="urn:microsoft.com/office/officeart/2009/3/layout/HorizontalOrganizationChart" loCatId="hierarchy" qsTypeId="urn:microsoft.com/office/officeart/2005/8/quickstyle/simple5" qsCatId="simple" csTypeId="urn:microsoft.com/office/officeart/2005/8/colors/colorful4" csCatId="colorful" phldr="1"/>
      <dgm:spPr/>
      <dgm:t>
        <a:bodyPr/>
        <a:lstStyle/>
        <a:p>
          <a:endParaRPr lang="en-MY"/>
        </a:p>
      </dgm:t>
    </dgm:pt>
    <dgm:pt modelId="{24FB7FC4-36B6-4C3C-97B6-221CF858863B}">
      <dgm:prSet phldrT="[Text]"/>
      <dgm:spPr/>
      <dgm:t>
        <a:bodyPr/>
        <a:lstStyle/>
        <a:p>
          <a:r>
            <a:rPr lang="en-MY" b="1" dirty="0">
              <a:solidFill>
                <a:schemeClr val="tx1"/>
              </a:solidFill>
              <a:effectLst>
                <a:outerShdw blurRad="38100" dist="38100" dir="2700000" algn="tl">
                  <a:srgbClr val="000000">
                    <a:alpha val="43137"/>
                  </a:srgbClr>
                </a:outerShdw>
              </a:effectLst>
            </a:rPr>
            <a:t>Types of Encryption</a:t>
          </a:r>
        </a:p>
      </dgm:t>
    </dgm:pt>
    <dgm:pt modelId="{7FBE495A-FBE1-41A4-9CE8-7F4259DFFE48}" type="parTrans" cxnId="{CABAE9A9-4C9A-440C-AC91-35AE9D20861C}">
      <dgm:prSet/>
      <dgm:spPr/>
      <dgm:t>
        <a:bodyPr/>
        <a:lstStyle/>
        <a:p>
          <a:endParaRPr lang="en-MY" b="1">
            <a:solidFill>
              <a:schemeClr val="tx1"/>
            </a:solidFill>
            <a:effectLst>
              <a:outerShdw blurRad="38100" dist="38100" dir="2700000" algn="tl">
                <a:srgbClr val="000000">
                  <a:alpha val="43137"/>
                </a:srgbClr>
              </a:outerShdw>
            </a:effectLst>
          </a:endParaRPr>
        </a:p>
      </dgm:t>
    </dgm:pt>
    <dgm:pt modelId="{830C6CD4-6088-4787-97B0-EB4ACA583F2A}" type="sibTrans" cxnId="{CABAE9A9-4C9A-440C-AC91-35AE9D20861C}">
      <dgm:prSet/>
      <dgm:spPr/>
      <dgm:t>
        <a:bodyPr/>
        <a:lstStyle/>
        <a:p>
          <a:endParaRPr lang="en-MY" b="1">
            <a:solidFill>
              <a:schemeClr val="tx1"/>
            </a:solidFill>
            <a:effectLst>
              <a:outerShdw blurRad="38100" dist="38100" dir="2700000" algn="tl">
                <a:srgbClr val="000000">
                  <a:alpha val="43137"/>
                </a:srgbClr>
              </a:outerShdw>
            </a:effectLst>
          </a:endParaRPr>
        </a:p>
      </dgm:t>
    </dgm:pt>
    <dgm:pt modelId="{4BA0AD5C-F531-4905-8668-DC08BBCCF7F6}">
      <dgm:prSet phldrT="[Text]"/>
      <dgm:spPr/>
      <dgm:t>
        <a:bodyPr/>
        <a:lstStyle/>
        <a:p>
          <a:r>
            <a:rPr lang="en-MY" b="1" dirty="0">
              <a:solidFill>
                <a:schemeClr val="tx1"/>
              </a:solidFill>
              <a:effectLst>
                <a:outerShdw blurRad="38100" dist="38100" dir="2700000" algn="tl">
                  <a:srgbClr val="000000">
                    <a:alpha val="43137"/>
                  </a:srgbClr>
                </a:outerShdw>
              </a:effectLst>
            </a:rPr>
            <a:t>Symmetric (Secret key)</a:t>
          </a:r>
        </a:p>
      </dgm:t>
    </dgm:pt>
    <dgm:pt modelId="{C5A6A34B-77E4-4369-ACCD-E3955192B93B}" type="parTrans" cxnId="{C1399AD1-FF3F-4D29-A719-74E4F21E2084}">
      <dgm:prSet/>
      <dgm:spPr/>
      <dgm:t>
        <a:bodyPr/>
        <a:lstStyle/>
        <a:p>
          <a:endParaRPr lang="en-MY" b="1">
            <a:solidFill>
              <a:schemeClr val="tx1"/>
            </a:solidFill>
            <a:effectLst>
              <a:outerShdw blurRad="38100" dist="38100" dir="2700000" algn="tl">
                <a:srgbClr val="000000">
                  <a:alpha val="43137"/>
                </a:srgbClr>
              </a:outerShdw>
            </a:effectLst>
          </a:endParaRPr>
        </a:p>
      </dgm:t>
    </dgm:pt>
    <dgm:pt modelId="{51DFA947-6CFB-43E6-9BFB-7DD323A3BDE6}" type="sibTrans" cxnId="{C1399AD1-FF3F-4D29-A719-74E4F21E2084}">
      <dgm:prSet/>
      <dgm:spPr/>
      <dgm:t>
        <a:bodyPr/>
        <a:lstStyle/>
        <a:p>
          <a:endParaRPr lang="en-MY" b="1">
            <a:solidFill>
              <a:schemeClr val="tx1"/>
            </a:solidFill>
            <a:effectLst>
              <a:outerShdw blurRad="38100" dist="38100" dir="2700000" algn="tl">
                <a:srgbClr val="000000">
                  <a:alpha val="43137"/>
                </a:srgbClr>
              </a:outerShdw>
            </a:effectLst>
          </a:endParaRPr>
        </a:p>
      </dgm:t>
    </dgm:pt>
    <dgm:pt modelId="{A498E692-306C-48AE-870A-A3903A783BB2}">
      <dgm:prSet phldrT="[Text]"/>
      <dgm:spPr/>
      <dgm:t>
        <a:bodyPr/>
        <a:lstStyle/>
        <a:p>
          <a:r>
            <a:rPr lang="en-MY" b="1" dirty="0">
              <a:solidFill>
                <a:schemeClr val="tx1"/>
              </a:solidFill>
              <a:effectLst>
                <a:outerShdw blurRad="38100" dist="38100" dir="2700000" algn="tl">
                  <a:srgbClr val="000000">
                    <a:alpha val="43137"/>
                  </a:srgbClr>
                </a:outerShdw>
              </a:effectLst>
            </a:rPr>
            <a:t>Asymmetric (Public key)</a:t>
          </a:r>
        </a:p>
      </dgm:t>
    </dgm:pt>
    <dgm:pt modelId="{BD504FBE-9887-4AB7-BE5E-429B1AD61B41}" type="parTrans" cxnId="{5A20B4D0-D325-4E03-A163-8ABF3F434BCD}">
      <dgm:prSet/>
      <dgm:spPr/>
      <dgm:t>
        <a:bodyPr/>
        <a:lstStyle/>
        <a:p>
          <a:endParaRPr lang="en-MY" b="1">
            <a:solidFill>
              <a:schemeClr val="tx1"/>
            </a:solidFill>
            <a:effectLst>
              <a:outerShdw blurRad="38100" dist="38100" dir="2700000" algn="tl">
                <a:srgbClr val="000000">
                  <a:alpha val="43137"/>
                </a:srgbClr>
              </a:outerShdw>
            </a:effectLst>
          </a:endParaRPr>
        </a:p>
      </dgm:t>
    </dgm:pt>
    <dgm:pt modelId="{34B97479-FED1-4B38-9242-C7A6B0684DFC}" type="sibTrans" cxnId="{5A20B4D0-D325-4E03-A163-8ABF3F434BCD}">
      <dgm:prSet/>
      <dgm:spPr/>
      <dgm:t>
        <a:bodyPr/>
        <a:lstStyle/>
        <a:p>
          <a:endParaRPr lang="en-MY" b="1">
            <a:solidFill>
              <a:schemeClr val="tx1"/>
            </a:solidFill>
            <a:effectLst>
              <a:outerShdw blurRad="38100" dist="38100" dir="2700000" algn="tl">
                <a:srgbClr val="000000">
                  <a:alpha val="43137"/>
                </a:srgbClr>
              </a:outerShdw>
            </a:effectLst>
          </a:endParaRPr>
        </a:p>
      </dgm:t>
    </dgm:pt>
    <dgm:pt modelId="{A90E3F8D-C58C-4686-A9F2-658E88818D2C}">
      <dgm:prSet phldrT="[Text]"/>
      <dgm:spPr/>
      <dgm:t>
        <a:bodyPr/>
        <a:lstStyle/>
        <a:p>
          <a:r>
            <a:rPr lang="en-MY" b="1" dirty="0">
              <a:solidFill>
                <a:schemeClr val="tx1"/>
              </a:solidFill>
              <a:effectLst>
                <a:outerShdw blurRad="38100" dist="38100" dir="2700000" algn="tl">
                  <a:srgbClr val="000000">
                    <a:alpha val="43137"/>
                  </a:srgbClr>
                </a:outerShdw>
              </a:effectLst>
            </a:rPr>
            <a:t>Stream Cipher</a:t>
          </a:r>
        </a:p>
      </dgm:t>
    </dgm:pt>
    <dgm:pt modelId="{97735521-F0DA-418E-9845-8C1240A44280}" type="parTrans" cxnId="{76114239-42D4-4721-A8CB-665B3108E38A}">
      <dgm:prSet/>
      <dgm:spPr/>
      <dgm:t>
        <a:bodyPr/>
        <a:lstStyle/>
        <a:p>
          <a:endParaRPr lang="en-MY" b="1">
            <a:solidFill>
              <a:schemeClr val="tx1"/>
            </a:solidFill>
            <a:effectLst>
              <a:outerShdw blurRad="38100" dist="38100" dir="2700000" algn="tl">
                <a:srgbClr val="000000">
                  <a:alpha val="43137"/>
                </a:srgbClr>
              </a:outerShdw>
            </a:effectLst>
          </a:endParaRPr>
        </a:p>
      </dgm:t>
    </dgm:pt>
    <dgm:pt modelId="{A9DDCEEE-1F34-4708-98DF-505554AFB15E}" type="sibTrans" cxnId="{76114239-42D4-4721-A8CB-665B3108E38A}">
      <dgm:prSet/>
      <dgm:spPr/>
      <dgm:t>
        <a:bodyPr/>
        <a:lstStyle/>
        <a:p>
          <a:endParaRPr lang="en-MY" b="1">
            <a:solidFill>
              <a:schemeClr val="tx1"/>
            </a:solidFill>
            <a:effectLst>
              <a:outerShdw blurRad="38100" dist="38100" dir="2700000" algn="tl">
                <a:srgbClr val="000000">
                  <a:alpha val="43137"/>
                </a:srgbClr>
              </a:outerShdw>
            </a:effectLst>
          </a:endParaRPr>
        </a:p>
      </dgm:t>
    </dgm:pt>
    <dgm:pt modelId="{9305BD05-D67E-4B51-B6ED-8F27243C5CAE}">
      <dgm:prSet phldrT="[Text]"/>
      <dgm:spPr/>
      <dgm:t>
        <a:bodyPr/>
        <a:lstStyle/>
        <a:p>
          <a:r>
            <a:rPr lang="en-MY" b="1" dirty="0">
              <a:solidFill>
                <a:schemeClr val="tx1"/>
              </a:solidFill>
              <a:effectLst>
                <a:outerShdw blurRad="38100" dist="38100" dir="2700000" algn="tl">
                  <a:srgbClr val="000000">
                    <a:alpha val="43137"/>
                  </a:srgbClr>
                </a:outerShdw>
              </a:effectLst>
            </a:rPr>
            <a:t>Block Cipher</a:t>
          </a:r>
        </a:p>
      </dgm:t>
    </dgm:pt>
    <dgm:pt modelId="{6635BB27-6810-482E-89FC-1E209E61C54A}" type="parTrans" cxnId="{2D051A07-CA39-4AE5-86E6-C9BF0FDB0800}">
      <dgm:prSet/>
      <dgm:spPr/>
      <dgm:t>
        <a:bodyPr/>
        <a:lstStyle/>
        <a:p>
          <a:endParaRPr lang="en-MY" b="1">
            <a:solidFill>
              <a:schemeClr val="tx1"/>
            </a:solidFill>
            <a:effectLst>
              <a:outerShdw blurRad="38100" dist="38100" dir="2700000" algn="tl">
                <a:srgbClr val="000000">
                  <a:alpha val="43137"/>
                </a:srgbClr>
              </a:outerShdw>
            </a:effectLst>
          </a:endParaRPr>
        </a:p>
      </dgm:t>
    </dgm:pt>
    <dgm:pt modelId="{13F5EF37-3BC7-4D73-BBDF-23100B866F58}" type="sibTrans" cxnId="{2D051A07-CA39-4AE5-86E6-C9BF0FDB0800}">
      <dgm:prSet/>
      <dgm:spPr/>
      <dgm:t>
        <a:bodyPr/>
        <a:lstStyle/>
        <a:p>
          <a:endParaRPr lang="en-MY" b="1">
            <a:solidFill>
              <a:schemeClr val="tx1"/>
            </a:solidFill>
            <a:effectLst>
              <a:outerShdw blurRad="38100" dist="38100" dir="2700000" algn="tl">
                <a:srgbClr val="000000">
                  <a:alpha val="43137"/>
                </a:srgbClr>
              </a:outerShdw>
            </a:effectLst>
          </a:endParaRPr>
        </a:p>
      </dgm:t>
    </dgm:pt>
    <dgm:pt modelId="{0CC35958-C48C-4C97-9E98-FB986232CB5D}">
      <dgm:prSet phldrT="[Text]"/>
      <dgm:spPr/>
      <dgm:t>
        <a:bodyPr/>
        <a:lstStyle/>
        <a:p>
          <a:r>
            <a:rPr lang="en-MY" b="1" dirty="0">
              <a:solidFill>
                <a:schemeClr val="tx1"/>
              </a:solidFill>
              <a:effectLst>
                <a:outerShdw blurRad="38100" dist="38100" dir="2700000" algn="tl">
                  <a:srgbClr val="000000">
                    <a:alpha val="43137"/>
                  </a:srgbClr>
                </a:outerShdw>
              </a:effectLst>
            </a:rPr>
            <a:t>Block Cipher</a:t>
          </a:r>
        </a:p>
      </dgm:t>
    </dgm:pt>
    <dgm:pt modelId="{DC3E3C8C-7545-4255-9051-588AC9882D71}" type="parTrans" cxnId="{159042D7-1C75-4EFC-91EF-6675299D3EA5}">
      <dgm:prSet/>
      <dgm:spPr/>
      <dgm:t>
        <a:bodyPr/>
        <a:lstStyle/>
        <a:p>
          <a:endParaRPr lang="en-MY" b="1">
            <a:solidFill>
              <a:schemeClr val="tx1"/>
            </a:solidFill>
            <a:effectLst>
              <a:outerShdw blurRad="38100" dist="38100" dir="2700000" algn="tl">
                <a:srgbClr val="000000">
                  <a:alpha val="43137"/>
                </a:srgbClr>
              </a:outerShdw>
            </a:effectLst>
          </a:endParaRPr>
        </a:p>
      </dgm:t>
    </dgm:pt>
    <dgm:pt modelId="{AFB40C28-5A44-4D01-98E1-0B23DFD202D9}" type="sibTrans" cxnId="{159042D7-1C75-4EFC-91EF-6675299D3EA5}">
      <dgm:prSet/>
      <dgm:spPr/>
      <dgm:t>
        <a:bodyPr/>
        <a:lstStyle/>
        <a:p>
          <a:endParaRPr lang="en-MY" b="1">
            <a:solidFill>
              <a:schemeClr val="tx1"/>
            </a:solidFill>
            <a:effectLst>
              <a:outerShdw blurRad="38100" dist="38100" dir="2700000" algn="tl">
                <a:srgbClr val="000000">
                  <a:alpha val="43137"/>
                </a:srgbClr>
              </a:outerShdw>
            </a:effectLst>
          </a:endParaRPr>
        </a:p>
      </dgm:t>
    </dgm:pt>
    <dgm:pt modelId="{5D88A8BB-CC9F-4D1D-9ED4-4D721A7D0125}">
      <dgm:prSet phldrT="[Text]"/>
      <dgm:spPr/>
      <dgm:t>
        <a:bodyPr/>
        <a:lstStyle/>
        <a:p>
          <a:r>
            <a:rPr lang="en-MY" b="1" dirty="0">
              <a:solidFill>
                <a:schemeClr val="tx1"/>
              </a:solidFill>
              <a:effectLst>
                <a:outerShdw blurRad="38100" dist="38100" dir="2700000" algn="tl">
                  <a:srgbClr val="000000">
                    <a:alpha val="43137"/>
                  </a:srgbClr>
                </a:outerShdw>
              </a:effectLst>
            </a:rPr>
            <a:t>Substitution Technique</a:t>
          </a:r>
        </a:p>
      </dgm:t>
    </dgm:pt>
    <dgm:pt modelId="{534AAD6D-B192-4F57-88B5-F2C5B071FB86}" type="parTrans" cxnId="{DF08B5DC-4DB9-42D3-B6D5-DC2A75074BE0}">
      <dgm:prSet/>
      <dgm:spPr/>
      <dgm:t>
        <a:bodyPr/>
        <a:lstStyle/>
        <a:p>
          <a:endParaRPr lang="en-MY" b="1">
            <a:solidFill>
              <a:schemeClr val="tx1"/>
            </a:solidFill>
            <a:effectLst>
              <a:outerShdw blurRad="38100" dist="38100" dir="2700000" algn="tl">
                <a:srgbClr val="000000">
                  <a:alpha val="43137"/>
                </a:srgbClr>
              </a:outerShdw>
            </a:effectLst>
          </a:endParaRPr>
        </a:p>
      </dgm:t>
    </dgm:pt>
    <dgm:pt modelId="{F60F93D9-4901-4A30-AEE4-DD054609BB10}" type="sibTrans" cxnId="{DF08B5DC-4DB9-42D3-B6D5-DC2A75074BE0}">
      <dgm:prSet/>
      <dgm:spPr/>
      <dgm:t>
        <a:bodyPr/>
        <a:lstStyle/>
        <a:p>
          <a:endParaRPr lang="en-MY" b="1">
            <a:solidFill>
              <a:schemeClr val="tx1"/>
            </a:solidFill>
            <a:effectLst>
              <a:outerShdw blurRad="38100" dist="38100" dir="2700000" algn="tl">
                <a:srgbClr val="000000">
                  <a:alpha val="43137"/>
                </a:srgbClr>
              </a:outerShdw>
            </a:effectLst>
          </a:endParaRPr>
        </a:p>
      </dgm:t>
    </dgm:pt>
    <dgm:pt modelId="{A832880E-9F8C-45E7-B8B4-3BB1F8AAD0DB}">
      <dgm:prSet phldrT="[Text]"/>
      <dgm:spPr/>
      <dgm:t>
        <a:bodyPr/>
        <a:lstStyle/>
        <a:p>
          <a:r>
            <a:rPr lang="en-MY" b="1" dirty="0">
              <a:solidFill>
                <a:schemeClr val="tx1"/>
              </a:solidFill>
              <a:effectLst>
                <a:outerShdw blurRad="38100" dist="38100" dir="2700000" algn="tl">
                  <a:srgbClr val="000000">
                    <a:alpha val="43137"/>
                  </a:srgbClr>
                </a:outerShdw>
              </a:effectLst>
            </a:rPr>
            <a:t>Transposition Technique</a:t>
          </a:r>
        </a:p>
      </dgm:t>
    </dgm:pt>
    <dgm:pt modelId="{590759C4-1F4D-4008-8AD9-7DCE5DB029CC}" type="parTrans" cxnId="{B14AD85F-E2AE-4798-A4AA-434E5B97A3BF}">
      <dgm:prSet/>
      <dgm:spPr/>
      <dgm:t>
        <a:bodyPr/>
        <a:lstStyle/>
        <a:p>
          <a:endParaRPr lang="en-MY" b="1">
            <a:solidFill>
              <a:schemeClr val="tx1"/>
            </a:solidFill>
            <a:effectLst>
              <a:outerShdw blurRad="38100" dist="38100" dir="2700000" algn="tl">
                <a:srgbClr val="000000">
                  <a:alpha val="43137"/>
                </a:srgbClr>
              </a:outerShdw>
            </a:effectLst>
          </a:endParaRPr>
        </a:p>
      </dgm:t>
    </dgm:pt>
    <dgm:pt modelId="{5CB9551C-6F51-40C3-B046-AA7A4A6E985F}" type="sibTrans" cxnId="{B14AD85F-E2AE-4798-A4AA-434E5B97A3BF}">
      <dgm:prSet/>
      <dgm:spPr/>
      <dgm:t>
        <a:bodyPr/>
        <a:lstStyle/>
        <a:p>
          <a:endParaRPr lang="en-MY" b="1">
            <a:solidFill>
              <a:schemeClr val="tx1"/>
            </a:solidFill>
            <a:effectLst>
              <a:outerShdw blurRad="38100" dist="38100" dir="2700000" algn="tl">
                <a:srgbClr val="000000">
                  <a:alpha val="43137"/>
                </a:srgbClr>
              </a:outerShdw>
            </a:effectLst>
          </a:endParaRPr>
        </a:p>
      </dgm:t>
    </dgm:pt>
    <dgm:pt modelId="{40A51266-16A4-417C-8E63-423F5F2D331F}">
      <dgm:prSet phldrT="[Text]"/>
      <dgm:spPr/>
      <dgm:t>
        <a:bodyPr/>
        <a:lstStyle/>
        <a:p>
          <a:r>
            <a:rPr lang="en-MY" b="1" dirty="0">
              <a:solidFill>
                <a:schemeClr val="tx1"/>
              </a:solidFill>
              <a:effectLst>
                <a:outerShdw blurRad="38100" dist="38100" dir="2700000" algn="tl">
                  <a:srgbClr val="000000">
                    <a:alpha val="43137"/>
                  </a:srgbClr>
                </a:outerShdw>
              </a:effectLst>
            </a:rPr>
            <a:t>Feistel Structure</a:t>
          </a:r>
        </a:p>
        <a:p>
          <a:r>
            <a:rPr lang="en-MY" b="1" dirty="0">
              <a:solidFill>
                <a:schemeClr val="tx1"/>
              </a:solidFill>
              <a:effectLst>
                <a:outerShdw blurRad="38100" dist="38100" dir="2700000" algn="tl">
                  <a:srgbClr val="000000">
                    <a:alpha val="43137"/>
                  </a:srgbClr>
                </a:outerShdw>
              </a:effectLst>
            </a:rPr>
            <a:t>(DES)</a:t>
          </a:r>
        </a:p>
      </dgm:t>
    </dgm:pt>
    <dgm:pt modelId="{BCCF1FC2-7E39-4F77-B009-A0EFAE4C9877}" type="parTrans" cxnId="{740CCDFB-4EB1-40B0-9EE1-5EDAF0FB907B}">
      <dgm:prSet/>
      <dgm:spPr/>
      <dgm:t>
        <a:bodyPr/>
        <a:lstStyle/>
        <a:p>
          <a:endParaRPr lang="en-MY"/>
        </a:p>
      </dgm:t>
    </dgm:pt>
    <dgm:pt modelId="{4674C83A-853A-4EE7-B5D4-FAD10E75DE18}" type="sibTrans" cxnId="{740CCDFB-4EB1-40B0-9EE1-5EDAF0FB907B}">
      <dgm:prSet/>
      <dgm:spPr/>
      <dgm:t>
        <a:bodyPr/>
        <a:lstStyle/>
        <a:p>
          <a:endParaRPr lang="en-MY"/>
        </a:p>
      </dgm:t>
    </dgm:pt>
    <dgm:pt modelId="{9CFCDFFD-EB03-45AB-866D-72DDF2F0FE2E}">
      <dgm:prSet phldrT="[Text]"/>
      <dgm:spPr/>
      <dgm:t>
        <a:bodyPr/>
        <a:lstStyle/>
        <a:p>
          <a:r>
            <a:rPr lang="en-MY" b="1" dirty="0">
              <a:solidFill>
                <a:schemeClr val="tx1"/>
              </a:solidFill>
              <a:effectLst>
                <a:outerShdw blurRad="38100" dist="38100" dir="2700000" algn="tl">
                  <a:srgbClr val="000000">
                    <a:alpha val="43137"/>
                  </a:srgbClr>
                </a:outerShdw>
              </a:effectLst>
            </a:rPr>
            <a:t>Iterative</a:t>
          </a:r>
        </a:p>
        <a:p>
          <a:r>
            <a:rPr lang="en-MY" b="1" dirty="0">
              <a:solidFill>
                <a:schemeClr val="tx1"/>
              </a:solidFill>
              <a:effectLst>
                <a:outerShdw blurRad="38100" dist="38100" dir="2700000" algn="tl">
                  <a:srgbClr val="000000">
                    <a:alpha val="43137"/>
                  </a:srgbClr>
                </a:outerShdw>
              </a:effectLst>
            </a:rPr>
            <a:t>(AES)</a:t>
          </a:r>
        </a:p>
      </dgm:t>
    </dgm:pt>
    <dgm:pt modelId="{EB885584-E433-49A4-B6B5-62F6B741E7D2}" type="parTrans" cxnId="{4AAEB9D6-1635-42C4-B8C7-CAEA6DED54AC}">
      <dgm:prSet/>
      <dgm:spPr/>
      <dgm:t>
        <a:bodyPr/>
        <a:lstStyle/>
        <a:p>
          <a:endParaRPr lang="en-MY"/>
        </a:p>
      </dgm:t>
    </dgm:pt>
    <dgm:pt modelId="{56950641-57E6-4072-A75B-1BF700FC9523}" type="sibTrans" cxnId="{4AAEB9D6-1635-42C4-B8C7-CAEA6DED54AC}">
      <dgm:prSet/>
      <dgm:spPr/>
      <dgm:t>
        <a:bodyPr/>
        <a:lstStyle/>
        <a:p>
          <a:endParaRPr lang="en-MY"/>
        </a:p>
      </dgm:t>
    </dgm:pt>
    <dgm:pt modelId="{87ADFC9F-74D6-4014-8FBF-581CC4EF9CDE}" type="pres">
      <dgm:prSet presAssocID="{A855A080-2964-4AFE-8FF2-9AD12E3788E1}" presName="hierChild1" presStyleCnt="0">
        <dgm:presLayoutVars>
          <dgm:orgChart val="1"/>
          <dgm:chPref val="1"/>
          <dgm:dir/>
          <dgm:animOne val="branch"/>
          <dgm:animLvl val="lvl"/>
          <dgm:resizeHandles/>
        </dgm:presLayoutVars>
      </dgm:prSet>
      <dgm:spPr/>
    </dgm:pt>
    <dgm:pt modelId="{0E7F902E-90B8-475D-AE03-AF34E991A30D}" type="pres">
      <dgm:prSet presAssocID="{24FB7FC4-36B6-4C3C-97B6-221CF858863B}" presName="hierRoot1" presStyleCnt="0">
        <dgm:presLayoutVars>
          <dgm:hierBranch val="init"/>
        </dgm:presLayoutVars>
      </dgm:prSet>
      <dgm:spPr/>
    </dgm:pt>
    <dgm:pt modelId="{307F45DA-C884-48ED-824A-01A58F2B2913}" type="pres">
      <dgm:prSet presAssocID="{24FB7FC4-36B6-4C3C-97B6-221CF858863B}" presName="rootComposite1" presStyleCnt="0"/>
      <dgm:spPr/>
    </dgm:pt>
    <dgm:pt modelId="{4B0A274D-F5C1-4DA0-962C-103532D78CAE}" type="pres">
      <dgm:prSet presAssocID="{24FB7FC4-36B6-4C3C-97B6-221CF858863B}" presName="rootText1" presStyleLbl="node0" presStyleIdx="0" presStyleCnt="1">
        <dgm:presLayoutVars>
          <dgm:chPref val="3"/>
        </dgm:presLayoutVars>
      </dgm:prSet>
      <dgm:spPr/>
    </dgm:pt>
    <dgm:pt modelId="{9573504C-945A-4DE0-8891-86A0E2EBE520}" type="pres">
      <dgm:prSet presAssocID="{24FB7FC4-36B6-4C3C-97B6-221CF858863B}" presName="rootConnector1" presStyleLbl="node1" presStyleIdx="0" presStyleCnt="0"/>
      <dgm:spPr/>
    </dgm:pt>
    <dgm:pt modelId="{8E4BC82F-A981-43D8-89EC-AFDBB22F0E6B}" type="pres">
      <dgm:prSet presAssocID="{24FB7FC4-36B6-4C3C-97B6-221CF858863B}" presName="hierChild2" presStyleCnt="0"/>
      <dgm:spPr/>
    </dgm:pt>
    <dgm:pt modelId="{47E61FBC-069D-479C-90C6-C652E247C5B5}" type="pres">
      <dgm:prSet presAssocID="{C5A6A34B-77E4-4369-ACCD-E3955192B93B}" presName="Name64" presStyleLbl="parChTrans1D2" presStyleIdx="0" presStyleCnt="2"/>
      <dgm:spPr/>
    </dgm:pt>
    <dgm:pt modelId="{F630A026-8CE9-4E68-B30E-D0C1CCC90BFF}" type="pres">
      <dgm:prSet presAssocID="{4BA0AD5C-F531-4905-8668-DC08BBCCF7F6}" presName="hierRoot2" presStyleCnt="0">
        <dgm:presLayoutVars>
          <dgm:hierBranch val="init"/>
        </dgm:presLayoutVars>
      </dgm:prSet>
      <dgm:spPr/>
    </dgm:pt>
    <dgm:pt modelId="{E99502D2-86DC-4E4E-86AB-D3FF02E9759A}" type="pres">
      <dgm:prSet presAssocID="{4BA0AD5C-F531-4905-8668-DC08BBCCF7F6}" presName="rootComposite" presStyleCnt="0"/>
      <dgm:spPr/>
    </dgm:pt>
    <dgm:pt modelId="{B9E06BDA-C89F-4A8F-AA06-4B063DBB5526}" type="pres">
      <dgm:prSet presAssocID="{4BA0AD5C-F531-4905-8668-DC08BBCCF7F6}" presName="rootText" presStyleLbl="node2" presStyleIdx="0" presStyleCnt="2">
        <dgm:presLayoutVars>
          <dgm:chPref val="3"/>
        </dgm:presLayoutVars>
      </dgm:prSet>
      <dgm:spPr/>
    </dgm:pt>
    <dgm:pt modelId="{B180B747-F4D2-44F9-863D-A9B931F154AA}" type="pres">
      <dgm:prSet presAssocID="{4BA0AD5C-F531-4905-8668-DC08BBCCF7F6}" presName="rootConnector" presStyleLbl="node2" presStyleIdx="0" presStyleCnt="2"/>
      <dgm:spPr/>
    </dgm:pt>
    <dgm:pt modelId="{C74AF7C6-E155-4B3B-9BB7-E964D0907C3E}" type="pres">
      <dgm:prSet presAssocID="{4BA0AD5C-F531-4905-8668-DC08BBCCF7F6}" presName="hierChild4" presStyleCnt="0"/>
      <dgm:spPr/>
    </dgm:pt>
    <dgm:pt modelId="{FD3F06B6-B3F8-4049-B4B1-AE6E924979E3}" type="pres">
      <dgm:prSet presAssocID="{97735521-F0DA-418E-9845-8C1240A44280}" presName="Name64" presStyleLbl="parChTrans1D3" presStyleIdx="0" presStyleCnt="3"/>
      <dgm:spPr/>
    </dgm:pt>
    <dgm:pt modelId="{0351E3C2-DE58-444E-812C-4BF2D228C89A}" type="pres">
      <dgm:prSet presAssocID="{A90E3F8D-C58C-4686-A9F2-658E88818D2C}" presName="hierRoot2" presStyleCnt="0">
        <dgm:presLayoutVars>
          <dgm:hierBranch val="init"/>
        </dgm:presLayoutVars>
      </dgm:prSet>
      <dgm:spPr/>
    </dgm:pt>
    <dgm:pt modelId="{A060052E-51A0-4D59-8891-C282655BD5C6}" type="pres">
      <dgm:prSet presAssocID="{A90E3F8D-C58C-4686-A9F2-658E88818D2C}" presName="rootComposite" presStyleCnt="0"/>
      <dgm:spPr/>
    </dgm:pt>
    <dgm:pt modelId="{D7D9AA2D-7E7B-4B43-B012-80ACE196CE0C}" type="pres">
      <dgm:prSet presAssocID="{A90E3F8D-C58C-4686-A9F2-658E88818D2C}" presName="rootText" presStyleLbl="node3" presStyleIdx="0" presStyleCnt="3">
        <dgm:presLayoutVars>
          <dgm:chPref val="3"/>
        </dgm:presLayoutVars>
      </dgm:prSet>
      <dgm:spPr/>
    </dgm:pt>
    <dgm:pt modelId="{4555023C-11B9-4F51-B154-D3A0D50168DE}" type="pres">
      <dgm:prSet presAssocID="{A90E3F8D-C58C-4686-A9F2-658E88818D2C}" presName="rootConnector" presStyleLbl="node3" presStyleIdx="0" presStyleCnt="3"/>
      <dgm:spPr/>
    </dgm:pt>
    <dgm:pt modelId="{101E918F-F7DC-4657-AA8A-1A7D49F9B8E0}" type="pres">
      <dgm:prSet presAssocID="{A90E3F8D-C58C-4686-A9F2-658E88818D2C}" presName="hierChild4" presStyleCnt="0"/>
      <dgm:spPr/>
    </dgm:pt>
    <dgm:pt modelId="{E090ABF2-148B-49BC-98FB-6F705559BFAB}" type="pres">
      <dgm:prSet presAssocID="{534AAD6D-B192-4F57-88B5-F2C5B071FB86}" presName="Name64" presStyleLbl="parChTrans1D4" presStyleIdx="0" presStyleCnt="4"/>
      <dgm:spPr/>
    </dgm:pt>
    <dgm:pt modelId="{D56634A5-6BA8-4F7B-AAA4-7097C4914F3F}" type="pres">
      <dgm:prSet presAssocID="{5D88A8BB-CC9F-4D1D-9ED4-4D721A7D0125}" presName="hierRoot2" presStyleCnt="0">
        <dgm:presLayoutVars>
          <dgm:hierBranch val="init"/>
        </dgm:presLayoutVars>
      </dgm:prSet>
      <dgm:spPr/>
    </dgm:pt>
    <dgm:pt modelId="{560186D8-CFF4-487A-B5D7-A859FF991219}" type="pres">
      <dgm:prSet presAssocID="{5D88A8BB-CC9F-4D1D-9ED4-4D721A7D0125}" presName="rootComposite" presStyleCnt="0"/>
      <dgm:spPr/>
    </dgm:pt>
    <dgm:pt modelId="{A4B0C59C-4AE3-464D-B689-A1309B9142A4}" type="pres">
      <dgm:prSet presAssocID="{5D88A8BB-CC9F-4D1D-9ED4-4D721A7D0125}" presName="rootText" presStyleLbl="node4" presStyleIdx="0" presStyleCnt="4">
        <dgm:presLayoutVars>
          <dgm:chPref val="3"/>
        </dgm:presLayoutVars>
      </dgm:prSet>
      <dgm:spPr/>
    </dgm:pt>
    <dgm:pt modelId="{C3F36CD8-69FA-4586-896D-631ABED15368}" type="pres">
      <dgm:prSet presAssocID="{5D88A8BB-CC9F-4D1D-9ED4-4D721A7D0125}" presName="rootConnector" presStyleLbl="node4" presStyleIdx="0" presStyleCnt="4"/>
      <dgm:spPr/>
    </dgm:pt>
    <dgm:pt modelId="{4ACC43CE-F316-48B3-B0FB-132F0FED2B11}" type="pres">
      <dgm:prSet presAssocID="{5D88A8BB-CC9F-4D1D-9ED4-4D721A7D0125}" presName="hierChild4" presStyleCnt="0"/>
      <dgm:spPr/>
    </dgm:pt>
    <dgm:pt modelId="{87A350F6-AAC5-4648-8864-75E741A8685A}" type="pres">
      <dgm:prSet presAssocID="{5D88A8BB-CC9F-4D1D-9ED4-4D721A7D0125}" presName="hierChild5" presStyleCnt="0"/>
      <dgm:spPr/>
    </dgm:pt>
    <dgm:pt modelId="{4B7B5568-82E5-432A-8303-BCD4E78350E6}" type="pres">
      <dgm:prSet presAssocID="{590759C4-1F4D-4008-8AD9-7DCE5DB029CC}" presName="Name64" presStyleLbl="parChTrans1D4" presStyleIdx="1" presStyleCnt="4"/>
      <dgm:spPr/>
    </dgm:pt>
    <dgm:pt modelId="{15821AE1-95E4-42F6-AA2A-F89B18F770EB}" type="pres">
      <dgm:prSet presAssocID="{A832880E-9F8C-45E7-B8B4-3BB1F8AAD0DB}" presName="hierRoot2" presStyleCnt="0">
        <dgm:presLayoutVars>
          <dgm:hierBranch val="init"/>
        </dgm:presLayoutVars>
      </dgm:prSet>
      <dgm:spPr/>
    </dgm:pt>
    <dgm:pt modelId="{C903E1E5-0143-4182-AF3F-8F0148BAC55A}" type="pres">
      <dgm:prSet presAssocID="{A832880E-9F8C-45E7-B8B4-3BB1F8AAD0DB}" presName="rootComposite" presStyleCnt="0"/>
      <dgm:spPr/>
    </dgm:pt>
    <dgm:pt modelId="{BF7C45C7-5409-4786-9A70-A44DDCA530B2}" type="pres">
      <dgm:prSet presAssocID="{A832880E-9F8C-45E7-B8B4-3BB1F8AAD0DB}" presName="rootText" presStyleLbl="node4" presStyleIdx="1" presStyleCnt="4">
        <dgm:presLayoutVars>
          <dgm:chPref val="3"/>
        </dgm:presLayoutVars>
      </dgm:prSet>
      <dgm:spPr/>
    </dgm:pt>
    <dgm:pt modelId="{CBF1D386-F135-4AF8-B7D5-63B25AB4878C}" type="pres">
      <dgm:prSet presAssocID="{A832880E-9F8C-45E7-B8B4-3BB1F8AAD0DB}" presName="rootConnector" presStyleLbl="node4" presStyleIdx="1" presStyleCnt="4"/>
      <dgm:spPr/>
    </dgm:pt>
    <dgm:pt modelId="{6B558E6B-B903-4A13-A49D-74F6DD0001FC}" type="pres">
      <dgm:prSet presAssocID="{A832880E-9F8C-45E7-B8B4-3BB1F8AAD0DB}" presName="hierChild4" presStyleCnt="0"/>
      <dgm:spPr/>
    </dgm:pt>
    <dgm:pt modelId="{3DE75D4A-B3C3-4D7F-8E1C-CEEB553A38FC}" type="pres">
      <dgm:prSet presAssocID="{A832880E-9F8C-45E7-B8B4-3BB1F8AAD0DB}" presName="hierChild5" presStyleCnt="0"/>
      <dgm:spPr/>
    </dgm:pt>
    <dgm:pt modelId="{5EDB6BBC-0BFF-4668-BB1B-E7E4B1E84245}" type="pres">
      <dgm:prSet presAssocID="{A90E3F8D-C58C-4686-A9F2-658E88818D2C}" presName="hierChild5" presStyleCnt="0"/>
      <dgm:spPr/>
    </dgm:pt>
    <dgm:pt modelId="{D421C095-4224-4EE5-B63F-18CFE5E9F79E}" type="pres">
      <dgm:prSet presAssocID="{6635BB27-6810-482E-89FC-1E209E61C54A}" presName="Name64" presStyleLbl="parChTrans1D3" presStyleIdx="1" presStyleCnt="3"/>
      <dgm:spPr/>
    </dgm:pt>
    <dgm:pt modelId="{FEE3D6D3-C0ED-4C26-BB37-E8E323951042}" type="pres">
      <dgm:prSet presAssocID="{9305BD05-D67E-4B51-B6ED-8F27243C5CAE}" presName="hierRoot2" presStyleCnt="0">
        <dgm:presLayoutVars>
          <dgm:hierBranch val="init"/>
        </dgm:presLayoutVars>
      </dgm:prSet>
      <dgm:spPr/>
    </dgm:pt>
    <dgm:pt modelId="{50A48A3C-E46A-47D5-B172-809E5A3ED8B0}" type="pres">
      <dgm:prSet presAssocID="{9305BD05-D67E-4B51-B6ED-8F27243C5CAE}" presName="rootComposite" presStyleCnt="0"/>
      <dgm:spPr/>
    </dgm:pt>
    <dgm:pt modelId="{884B5402-4E8A-4245-B566-4BBB3FDDF34D}" type="pres">
      <dgm:prSet presAssocID="{9305BD05-D67E-4B51-B6ED-8F27243C5CAE}" presName="rootText" presStyleLbl="node3" presStyleIdx="1" presStyleCnt="3">
        <dgm:presLayoutVars>
          <dgm:chPref val="3"/>
        </dgm:presLayoutVars>
      </dgm:prSet>
      <dgm:spPr/>
    </dgm:pt>
    <dgm:pt modelId="{AA8E629F-E975-488E-B1C7-BCA6927092B6}" type="pres">
      <dgm:prSet presAssocID="{9305BD05-D67E-4B51-B6ED-8F27243C5CAE}" presName="rootConnector" presStyleLbl="node3" presStyleIdx="1" presStyleCnt="3"/>
      <dgm:spPr/>
    </dgm:pt>
    <dgm:pt modelId="{94297269-DBB9-4D7F-81C4-B31345DFD509}" type="pres">
      <dgm:prSet presAssocID="{9305BD05-D67E-4B51-B6ED-8F27243C5CAE}" presName="hierChild4" presStyleCnt="0"/>
      <dgm:spPr/>
    </dgm:pt>
    <dgm:pt modelId="{D7A843E6-EDDA-4ADD-867E-36C5D8C715F8}" type="pres">
      <dgm:prSet presAssocID="{BCCF1FC2-7E39-4F77-B009-A0EFAE4C9877}" presName="Name64" presStyleLbl="parChTrans1D4" presStyleIdx="2" presStyleCnt="4"/>
      <dgm:spPr/>
    </dgm:pt>
    <dgm:pt modelId="{62E1CBE4-0238-43DD-BF8B-B0B0871DD347}" type="pres">
      <dgm:prSet presAssocID="{40A51266-16A4-417C-8E63-423F5F2D331F}" presName="hierRoot2" presStyleCnt="0">
        <dgm:presLayoutVars>
          <dgm:hierBranch val="init"/>
        </dgm:presLayoutVars>
      </dgm:prSet>
      <dgm:spPr/>
    </dgm:pt>
    <dgm:pt modelId="{D7D26B1C-9901-4E48-B63B-C095C457C250}" type="pres">
      <dgm:prSet presAssocID="{40A51266-16A4-417C-8E63-423F5F2D331F}" presName="rootComposite" presStyleCnt="0"/>
      <dgm:spPr/>
    </dgm:pt>
    <dgm:pt modelId="{C245F5D9-447B-40D0-9A86-BA8EE9FE45D7}" type="pres">
      <dgm:prSet presAssocID="{40A51266-16A4-417C-8E63-423F5F2D331F}" presName="rootText" presStyleLbl="node4" presStyleIdx="2" presStyleCnt="4" custLinFactNeighborY="-5257">
        <dgm:presLayoutVars>
          <dgm:chPref val="3"/>
        </dgm:presLayoutVars>
      </dgm:prSet>
      <dgm:spPr/>
    </dgm:pt>
    <dgm:pt modelId="{C4FE92F5-49EB-4EA3-A91F-5EE2E1265B87}" type="pres">
      <dgm:prSet presAssocID="{40A51266-16A4-417C-8E63-423F5F2D331F}" presName="rootConnector" presStyleLbl="node4" presStyleIdx="2" presStyleCnt="4"/>
      <dgm:spPr/>
    </dgm:pt>
    <dgm:pt modelId="{EB9AD0C0-6549-4346-B197-6B49BC3F601B}" type="pres">
      <dgm:prSet presAssocID="{40A51266-16A4-417C-8E63-423F5F2D331F}" presName="hierChild4" presStyleCnt="0"/>
      <dgm:spPr/>
    </dgm:pt>
    <dgm:pt modelId="{979D30E4-5D99-48E1-B29C-1166416B1DDF}" type="pres">
      <dgm:prSet presAssocID="{40A51266-16A4-417C-8E63-423F5F2D331F}" presName="hierChild5" presStyleCnt="0"/>
      <dgm:spPr/>
    </dgm:pt>
    <dgm:pt modelId="{F03AB90F-BF1B-4B95-A787-FBF856E83DF7}" type="pres">
      <dgm:prSet presAssocID="{EB885584-E433-49A4-B6B5-62F6B741E7D2}" presName="Name64" presStyleLbl="parChTrans1D4" presStyleIdx="3" presStyleCnt="4"/>
      <dgm:spPr/>
    </dgm:pt>
    <dgm:pt modelId="{C8CC4F9F-A167-44F4-AF20-BC93D20D00A4}" type="pres">
      <dgm:prSet presAssocID="{9CFCDFFD-EB03-45AB-866D-72DDF2F0FE2E}" presName="hierRoot2" presStyleCnt="0">
        <dgm:presLayoutVars>
          <dgm:hierBranch val="init"/>
        </dgm:presLayoutVars>
      </dgm:prSet>
      <dgm:spPr/>
    </dgm:pt>
    <dgm:pt modelId="{B0D0BD3E-45CD-4215-9E2B-075C7747BB29}" type="pres">
      <dgm:prSet presAssocID="{9CFCDFFD-EB03-45AB-866D-72DDF2F0FE2E}" presName="rootComposite" presStyleCnt="0"/>
      <dgm:spPr/>
    </dgm:pt>
    <dgm:pt modelId="{8F1729A2-AE4C-4B95-A5A1-068F4BD1ABE7}" type="pres">
      <dgm:prSet presAssocID="{9CFCDFFD-EB03-45AB-866D-72DDF2F0FE2E}" presName="rootText" presStyleLbl="node4" presStyleIdx="3" presStyleCnt="4">
        <dgm:presLayoutVars>
          <dgm:chPref val="3"/>
        </dgm:presLayoutVars>
      </dgm:prSet>
      <dgm:spPr/>
    </dgm:pt>
    <dgm:pt modelId="{4B519535-3A40-4C7A-82E5-AFE4FD118A23}" type="pres">
      <dgm:prSet presAssocID="{9CFCDFFD-EB03-45AB-866D-72DDF2F0FE2E}" presName="rootConnector" presStyleLbl="node4" presStyleIdx="3" presStyleCnt="4"/>
      <dgm:spPr/>
    </dgm:pt>
    <dgm:pt modelId="{137F07E7-39D6-4950-BCCA-3D63C335B9CC}" type="pres">
      <dgm:prSet presAssocID="{9CFCDFFD-EB03-45AB-866D-72DDF2F0FE2E}" presName="hierChild4" presStyleCnt="0"/>
      <dgm:spPr/>
    </dgm:pt>
    <dgm:pt modelId="{2FBE4E05-F7C9-40F4-8674-1B2D7B3D91A8}" type="pres">
      <dgm:prSet presAssocID="{9CFCDFFD-EB03-45AB-866D-72DDF2F0FE2E}" presName="hierChild5" presStyleCnt="0"/>
      <dgm:spPr/>
    </dgm:pt>
    <dgm:pt modelId="{8870A2D0-999C-4D8C-B920-DBA946682437}" type="pres">
      <dgm:prSet presAssocID="{9305BD05-D67E-4B51-B6ED-8F27243C5CAE}" presName="hierChild5" presStyleCnt="0"/>
      <dgm:spPr/>
    </dgm:pt>
    <dgm:pt modelId="{10549588-6CDB-40B2-9304-6F2007135D2B}" type="pres">
      <dgm:prSet presAssocID="{4BA0AD5C-F531-4905-8668-DC08BBCCF7F6}" presName="hierChild5" presStyleCnt="0"/>
      <dgm:spPr/>
    </dgm:pt>
    <dgm:pt modelId="{B435C75C-DF0C-4E74-9DE9-A73743D556E7}" type="pres">
      <dgm:prSet presAssocID="{BD504FBE-9887-4AB7-BE5E-429B1AD61B41}" presName="Name64" presStyleLbl="parChTrans1D2" presStyleIdx="1" presStyleCnt="2"/>
      <dgm:spPr/>
    </dgm:pt>
    <dgm:pt modelId="{11BD5485-9E59-4D02-9D92-E799711DE25D}" type="pres">
      <dgm:prSet presAssocID="{A498E692-306C-48AE-870A-A3903A783BB2}" presName="hierRoot2" presStyleCnt="0">
        <dgm:presLayoutVars>
          <dgm:hierBranch val="init"/>
        </dgm:presLayoutVars>
      </dgm:prSet>
      <dgm:spPr/>
    </dgm:pt>
    <dgm:pt modelId="{0B08CD11-6E03-4677-B737-588715A65AA4}" type="pres">
      <dgm:prSet presAssocID="{A498E692-306C-48AE-870A-A3903A783BB2}" presName="rootComposite" presStyleCnt="0"/>
      <dgm:spPr/>
    </dgm:pt>
    <dgm:pt modelId="{038B6E82-39C8-49B5-9C42-5B10982E22A2}" type="pres">
      <dgm:prSet presAssocID="{A498E692-306C-48AE-870A-A3903A783BB2}" presName="rootText" presStyleLbl="node2" presStyleIdx="1" presStyleCnt="2">
        <dgm:presLayoutVars>
          <dgm:chPref val="3"/>
        </dgm:presLayoutVars>
      </dgm:prSet>
      <dgm:spPr/>
    </dgm:pt>
    <dgm:pt modelId="{A0EDAFCF-733C-414E-AF7E-2C929C795285}" type="pres">
      <dgm:prSet presAssocID="{A498E692-306C-48AE-870A-A3903A783BB2}" presName="rootConnector" presStyleLbl="node2" presStyleIdx="1" presStyleCnt="2"/>
      <dgm:spPr/>
    </dgm:pt>
    <dgm:pt modelId="{CAEF402D-6C69-4CAD-AFD5-5383918B7210}" type="pres">
      <dgm:prSet presAssocID="{A498E692-306C-48AE-870A-A3903A783BB2}" presName="hierChild4" presStyleCnt="0"/>
      <dgm:spPr/>
    </dgm:pt>
    <dgm:pt modelId="{4A554D3A-EF64-43CC-BDE1-0A805B52D7DE}" type="pres">
      <dgm:prSet presAssocID="{DC3E3C8C-7545-4255-9051-588AC9882D71}" presName="Name64" presStyleLbl="parChTrans1D3" presStyleIdx="2" presStyleCnt="3"/>
      <dgm:spPr/>
    </dgm:pt>
    <dgm:pt modelId="{351197F9-CF9E-42D6-8205-F3D1721E37B7}" type="pres">
      <dgm:prSet presAssocID="{0CC35958-C48C-4C97-9E98-FB986232CB5D}" presName="hierRoot2" presStyleCnt="0">
        <dgm:presLayoutVars>
          <dgm:hierBranch val="init"/>
        </dgm:presLayoutVars>
      </dgm:prSet>
      <dgm:spPr/>
    </dgm:pt>
    <dgm:pt modelId="{50E9BE02-223E-43F3-B17A-82E8EC20DD03}" type="pres">
      <dgm:prSet presAssocID="{0CC35958-C48C-4C97-9E98-FB986232CB5D}" presName="rootComposite" presStyleCnt="0"/>
      <dgm:spPr/>
    </dgm:pt>
    <dgm:pt modelId="{607B566A-12B2-47E2-8A62-96E757CE2A04}" type="pres">
      <dgm:prSet presAssocID="{0CC35958-C48C-4C97-9E98-FB986232CB5D}" presName="rootText" presStyleLbl="node3" presStyleIdx="2" presStyleCnt="3" custLinFactNeighborX="1472" custLinFactNeighborY="71397">
        <dgm:presLayoutVars>
          <dgm:chPref val="3"/>
        </dgm:presLayoutVars>
      </dgm:prSet>
      <dgm:spPr/>
    </dgm:pt>
    <dgm:pt modelId="{84B40418-4163-4F18-B311-D1572E7FAFDA}" type="pres">
      <dgm:prSet presAssocID="{0CC35958-C48C-4C97-9E98-FB986232CB5D}" presName="rootConnector" presStyleLbl="node3" presStyleIdx="2" presStyleCnt="3"/>
      <dgm:spPr/>
    </dgm:pt>
    <dgm:pt modelId="{37B272A0-B548-4743-9580-39AB0970DB30}" type="pres">
      <dgm:prSet presAssocID="{0CC35958-C48C-4C97-9E98-FB986232CB5D}" presName="hierChild4" presStyleCnt="0"/>
      <dgm:spPr/>
    </dgm:pt>
    <dgm:pt modelId="{D49B10A8-C0D2-46EB-9F36-C79281AD081A}" type="pres">
      <dgm:prSet presAssocID="{0CC35958-C48C-4C97-9E98-FB986232CB5D}" presName="hierChild5" presStyleCnt="0"/>
      <dgm:spPr/>
    </dgm:pt>
    <dgm:pt modelId="{601B2AD0-6F28-486B-98A7-F5C46386223D}" type="pres">
      <dgm:prSet presAssocID="{A498E692-306C-48AE-870A-A3903A783BB2}" presName="hierChild5" presStyleCnt="0"/>
      <dgm:spPr/>
    </dgm:pt>
    <dgm:pt modelId="{155C3622-95EF-4742-BA62-F4FDFC5FBCB2}" type="pres">
      <dgm:prSet presAssocID="{24FB7FC4-36B6-4C3C-97B6-221CF858863B}" presName="hierChild3" presStyleCnt="0"/>
      <dgm:spPr/>
    </dgm:pt>
  </dgm:ptLst>
  <dgm:cxnLst>
    <dgm:cxn modelId="{2D051A07-CA39-4AE5-86E6-C9BF0FDB0800}" srcId="{4BA0AD5C-F531-4905-8668-DC08BBCCF7F6}" destId="{9305BD05-D67E-4B51-B6ED-8F27243C5CAE}" srcOrd="1" destOrd="0" parTransId="{6635BB27-6810-482E-89FC-1E209E61C54A}" sibTransId="{13F5EF37-3BC7-4D73-BBDF-23100B866F58}"/>
    <dgm:cxn modelId="{282E9713-F56D-4159-AE43-618BDF37A62F}" type="presOf" srcId="{534AAD6D-B192-4F57-88B5-F2C5B071FB86}" destId="{E090ABF2-148B-49BC-98FB-6F705559BFAB}" srcOrd="0" destOrd="0" presId="urn:microsoft.com/office/officeart/2009/3/layout/HorizontalOrganizationChart"/>
    <dgm:cxn modelId="{ED666014-8869-40CA-95E5-BD5951692BEA}" type="presOf" srcId="{24FB7FC4-36B6-4C3C-97B6-221CF858863B}" destId="{9573504C-945A-4DE0-8891-86A0E2EBE520}" srcOrd="1" destOrd="0" presId="urn:microsoft.com/office/officeart/2009/3/layout/HorizontalOrganizationChart"/>
    <dgm:cxn modelId="{D570AA1E-7E1F-4E00-B430-7C0FA7C66347}" type="presOf" srcId="{0CC35958-C48C-4C97-9E98-FB986232CB5D}" destId="{607B566A-12B2-47E2-8A62-96E757CE2A04}" srcOrd="0" destOrd="0" presId="urn:microsoft.com/office/officeart/2009/3/layout/HorizontalOrganizationChart"/>
    <dgm:cxn modelId="{3A9A1E27-E91C-4288-B92D-FEE280ECC6AF}" type="presOf" srcId="{BCCF1FC2-7E39-4F77-B009-A0EFAE4C9877}" destId="{D7A843E6-EDDA-4ADD-867E-36C5D8C715F8}" srcOrd="0" destOrd="0" presId="urn:microsoft.com/office/officeart/2009/3/layout/HorizontalOrganizationChart"/>
    <dgm:cxn modelId="{10316934-B984-4CC3-96B6-634E71C658C8}" type="presOf" srcId="{DC3E3C8C-7545-4255-9051-588AC9882D71}" destId="{4A554D3A-EF64-43CC-BDE1-0A805B52D7DE}" srcOrd="0" destOrd="0" presId="urn:microsoft.com/office/officeart/2009/3/layout/HorizontalOrganizationChart"/>
    <dgm:cxn modelId="{973DCA36-D30D-46D9-81DB-51C224835213}" type="presOf" srcId="{9CFCDFFD-EB03-45AB-866D-72DDF2F0FE2E}" destId="{4B519535-3A40-4C7A-82E5-AFE4FD118A23}" srcOrd="1" destOrd="0" presId="urn:microsoft.com/office/officeart/2009/3/layout/HorizontalOrganizationChart"/>
    <dgm:cxn modelId="{76114239-42D4-4721-A8CB-665B3108E38A}" srcId="{4BA0AD5C-F531-4905-8668-DC08BBCCF7F6}" destId="{A90E3F8D-C58C-4686-A9F2-658E88818D2C}" srcOrd="0" destOrd="0" parTransId="{97735521-F0DA-418E-9845-8C1240A44280}" sibTransId="{A9DDCEEE-1F34-4708-98DF-505554AFB15E}"/>
    <dgm:cxn modelId="{B14AD85F-E2AE-4798-A4AA-434E5B97A3BF}" srcId="{A90E3F8D-C58C-4686-A9F2-658E88818D2C}" destId="{A832880E-9F8C-45E7-B8B4-3BB1F8AAD0DB}" srcOrd="1" destOrd="0" parTransId="{590759C4-1F4D-4008-8AD9-7DCE5DB029CC}" sibTransId="{5CB9551C-6F51-40C3-B046-AA7A4A6E985F}"/>
    <dgm:cxn modelId="{4160FE68-79A8-4E28-ADFC-A7D0DEB4480B}" type="presOf" srcId="{0CC35958-C48C-4C97-9E98-FB986232CB5D}" destId="{84B40418-4163-4F18-B311-D1572E7FAFDA}" srcOrd="1" destOrd="0" presId="urn:microsoft.com/office/officeart/2009/3/layout/HorizontalOrganizationChart"/>
    <dgm:cxn modelId="{AC65314C-EA39-4999-8104-F0E32C32EAF1}" type="presOf" srcId="{BD504FBE-9887-4AB7-BE5E-429B1AD61B41}" destId="{B435C75C-DF0C-4E74-9DE9-A73743D556E7}" srcOrd="0" destOrd="0" presId="urn:microsoft.com/office/officeart/2009/3/layout/HorizontalOrganizationChart"/>
    <dgm:cxn modelId="{C47DE86D-F75D-4A54-9E96-76F44B9D843E}" type="presOf" srcId="{5D88A8BB-CC9F-4D1D-9ED4-4D721A7D0125}" destId="{A4B0C59C-4AE3-464D-B689-A1309B9142A4}" srcOrd="0" destOrd="0" presId="urn:microsoft.com/office/officeart/2009/3/layout/HorizontalOrganizationChart"/>
    <dgm:cxn modelId="{753B284F-F749-4884-B946-6D59856896A0}" type="presOf" srcId="{97735521-F0DA-418E-9845-8C1240A44280}" destId="{FD3F06B6-B3F8-4049-B4B1-AE6E924979E3}" srcOrd="0" destOrd="0" presId="urn:microsoft.com/office/officeart/2009/3/layout/HorizontalOrganizationChart"/>
    <dgm:cxn modelId="{F4951874-A0DA-4847-B32E-6B22FE22DFF4}" type="presOf" srcId="{A90E3F8D-C58C-4686-A9F2-658E88818D2C}" destId="{D7D9AA2D-7E7B-4B43-B012-80ACE196CE0C}" srcOrd="0" destOrd="0" presId="urn:microsoft.com/office/officeart/2009/3/layout/HorizontalOrganizationChart"/>
    <dgm:cxn modelId="{F3387B74-7823-40CC-AAB5-65971FAEE445}" type="presOf" srcId="{40A51266-16A4-417C-8E63-423F5F2D331F}" destId="{C245F5D9-447B-40D0-9A86-BA8EE9FE45D7}" srcOrd="0" destOrd="0" presId="urn:microsoft.com/office/officeart/2009/3/layout/HorizontalOrganizationChart"/>
    <dgm:cxn modelId="{63BD6C7C-1823-4ED4-80F2-C92C41A1114C}" type="presOf" srcId="{A855A080-2964-4AFE-8FF2-9AD12E3788E1}" destId="{87ADFC9F-74D6-4014-8FBF-581CC4EF9CDE}" srcOrd="0" destOrd="0" presId="urn:microsoft.com/office/officeart/2009/3/layout/HorizontalOrganizationChart"/>
    <dgm:cxn modelId="{6573F27D-C386-487A-A3CB-F6F382B2DFE2}" type="presOf" srcId="{9305BD05-D67E-4B51-B6ED-8F27243C5CAE}" destId="{AA8E629F-E975-488E-B1C7-BCA6927092B6}" srcOrd="1" destOrd="0" presId="urn:microsoft.com/office/officeart/2009/3/layout/HorizontalOrganizationChart"/>
    <dgm:cxn modelId="{404CE080-8280-47CC-9BF2-2D2CE690B8DA}" type="presOf" srcId="{C5A6A34B-77E4-4369-ACCD-E3955192B93B}" destId="{47E61FBC-069D-479C-90C6-C652E247C5B5}" srcOrd="0" destOrd="0" presId="urn:microsoft.com/office/officeart/2009/3/layout/HorizontalOrganizationChart"/>
    <dgm:cxn modelId="{E435C990-28B3-4382-9117-94FB72162053}" type="presOf" srcId="{40A51266-16A4-417C-8E63-423F5F2D331F}" destId="{C4FE92F5-49EB-4EA3-A91F-5EE2E1265B87}" srcOrd="1" destOrd="0" presId="urn:microsoft.com/office/officeart/2009/3/layout/HorizontalOrganizationChart"/>
    <dgm:cxn modelId="{90DE3CA7-5FFD-46C0-8536-865D53399003}" type="presOf" srcId="{A498E692-306C-48AE-870A-A3903A783BB2}" destId="{038B6E82-39C8-49B5-9C42-5B10982E22A2}" srcOrd="0" destOrd="0" presId="urn:microsoft.com/office/officeart/2009/3/layout/HorizontalOrganizationChart"/>
    <dgm:cxn modelId="{576C0AA8-21A5-4D12-9E1B-3E6A4CD2DDF1}" type="presOf" srcId="{4BA0AD5C-F531-4905-8668-DC08BBCCF7F6}" destId="{B9E06BDA-C89F-4A8F-AA06-4B063DBB5526}" srcOrd="0" destOrd="0" presId="urn:microsoft.com/office/officeart/2009/3/layout/HorizontalOrganizationChart"/>
    <dgm:cxn modelId="{CABAE9A9-4C9A-440C-AC91-35AE9D20861C}" srcId="{A855A080-2964-4AFE-8FF2-9AD12E3788E1}" destId="{24FB7FC4-36B6-4C3C-97B6-221CF858863B}" srcOrd="0" destOrd="0" parTransId="{7FBE495A-FBE1-41A4-9CE8-7F4259DFFE48}" sibTransId="{830C6CD4-6088-4787-97B0-EB4ACA583F2A}"/>
    <dgm:cxn modelId="{320329B4-A66A-432D-99D6-AF8F683DFFD4}" type="presOf" srcId="{9CFCDFFD-EB03-45AB-866D-72DDF2F0FE2E}" destId="{8F1729A2-AE4C-4B95-A5A1-068F4BD1ABE7}" srcOrd="0" destOrd="0" presId="urn:microsoft.com/office/officeart/2009/3/layout/HorizontalOrganizationChart"/>
    <dgm:cxn modelId="{9738BBB4-97CF-4A00-BEA0-C03A9770B327}" type="presOf" srcId="{5D88A8BB-CC9F-4D1D-9ED4-4D721A7D0125}" destId="{C3F36CD8-69FA-4586-896D-631ABED15368}" srcOrd="1" destOrd="0" presId="urn:microsoft.com/office/officeart/2009/3/layout/HorizontalOrganizationChart"/>
    <dgm:cxn modelId="{A5F87AB6-0853-48F8-952B-7DB1399E20BD}" type="presOf" srcId="{590759C4-1F4D-4008-8AD9-7DCE5DB029CC}" destId="{4B7B5568-82E5-432A-8303-BCD4E78350E6}" srcOrd="0" destOrd="0" presId="urn:microsoft.com/office/officeart/2009/3/layout/HorizontalOrganizationChart"/>
    <dgm:cxn modelId="{1BEF5DB7-2C9B-4B1D-B5C8-6224937073A8}" type="presOf" srcId="{A832880E-9F8C-45E7-B8B4-3BB1F8AAD0DB}" destId="{CBF1D386-F135-4AF8-B7D5-63B25AB4878C}" srcOrd="1" destOrd="0" presId="urn:microsoft.com/office/officeart/2009/3/layout/HorizontalOrganizationChart"/>
    <dgm:cxn modelId="{31D721B8-411F-435F-80A7-E7862206F624}" type="presOf" srcId="{A498E692-306C-48AE-870A-A3903A783BB2}" destId="{A0EDAFCF-733C-414E-AF7E-2C929C795285}" srcOrd="1" destOrd="0" presId="urn:microsoft.com/office/officeart/2009/3/layout/HorizontalOrganizationChart"/>
    <dgm:cxn modelId="{ADF4ADBA-5FE0-495B-AF09-18B8CBB2E63A}" type="presOf" srcId="{9305BD05-D67E-4B51-B6ED-8F27243C5CAE}" destId="{884B5402-4E8A-4245-B566-4BBB3FDDF34D}" srcOrd="0" destOrd="0" presId="urn:microsoft.com/office/officeart/2009/3/layout/HorizontalOrganizationChart"/>
    <dgm:cxn modelId="{67F541C0-0ABA-4D08-B0D2-B1EE7B191164}" type="presOf" srcId="{A832880E-9F8C-45E7-B8B4-3BB1F8AAD0DB}" destId="{BF7C45C7-5409-4786-9A70-A44DDCA530B2}" srcOrd="0" destOrd="0" presId="urn:microsoft.com/office/officeart/2009/3/layout/HorizontalOrganizationChart"/>
    <dgm:cxn modelId="{4E5B28C6-E3B5-4E95-85D7-6B74E6C50CD5}" type="presOf" srcId="{4BA0AD5C-F531-4905-8668-DC08BBCCF7F6}" destId="{B180B747-F4D2-44F9-863D-A9B931F154AA}" srcOrd="1" destOrd="0" presId="urn:microsoft.com/office/officeart/2009/3/layout/HorizontalOrganizationChart"/>
    <dgm:cxn modelId="{5A20B4D0-D325-4E03-A163-8ABF3F434BCD}" srcId="{24FB7FC4-36B6-4C3C-97B6-221CF858863B}" destId="{A498E692-306C-48AE-870A-A3903A783BB2}" srcOrd="1" destOrd="0" parTransId="{BD504FBE-9887-4AB7-BE5E-429B1AD61B41}" sibTransId="{34B97479-FED1-4B38-9242-C7A6B0684DFC}"/>
    <dgm:cxn modelId="{A6E353D1-D572-4733-B83D-A8B3C4D40893}" type="presOf" srcId="{EB885584-E433-49A4-B6B5-62F6B741E7D2}" destId="{F03AB90F-BF1B-4B95-A787-FBF856E83DF7}" srcOrd="0" destOrd="0" presId="urn:microsoft.com/office/officeart/2009/3/layout/HorizontalOrganizationChart"/>
    <dgm:cxn modelId="{C1399AD1-FF3F-4D29-A719-74E4F21E2084}" srcId="{24FB7FC4-36B6-4C3C-97B6-221CF858863B}" destId="{4BA0AD5C-F531-4905-8668-DC08BBCCF7F6}" srcOrd="0" destOrd="0" parTransId="{C5A6A34B-77E4-4369-ACCD-E3955192B93B}" sibTransId="{51DFA947-6CFB-43E6-9BFB-7DD323A3BDE6}"/>
    <dgm:cxn modelId="{4AAEB9D6-1635-42C4-B8C7-CAEA6DED54AC}" srcId="{9305BD05-D67E-4B51-B6ED-8F27243C5CAE}" destId="{9CFCDFFD-EB03-45AB-866D-72DDF2F0FE2E}" srcOrd="1" destOrd="0" parTransId="{EB885584-E433-49A4-B6B5-62F6B741E7D2}" sibTransId="{56950641-57E6-4072-A75B-1BF700FC9523}"/>
    <dgm:cxn modelId="{159042D7-1C75-4EFC-91EF-6675299D3EA5}" srcId="{A498E692-306C-48AE-870A-A3903A783BB2}" destId="{0CC35958-C48C-4C97-9E98-FB986232CB5D}" srcOrd="0" destOrd="0" parTransId="{DC3E3C8C-7545-4255-9051-588AC9882D71}" sibTransId="{AFB40C28-5A44-4D01-98E1-0B23DFD202D9}"/>
    <dgm:cxn modelId="{DF08B5DC-4DB9-42D3-B6D5-DC2A75074BE0}" srcId="{A90E3F8D-C58C-4686-A9F2-658E88818D2C}" destId="{5D88A8BB-CC9F-4D1D-9ED4-4D721A7D0125}" srcOrd="0" destOrd="0" parTransId="{534AAD6D-B192-4F57-88B5-F2C5B071FB86}" sibTransId="{F60F93D9-4901-4A30-AEE4-DD054609BB10}"/>
    <dgm:cxn modelId="{23F412EA-033C-43AF-BB90-FA0946A39FD1}" type="presOf" srcId="{24FB7FC4-36B6-4C3C-97B6-221CF858863B}" destId="{4B0A274D-F5C1-4DA0-962C-103532D78CAE}" srcOrd="0" destOrd="0" presId="urn:microsoft.com/office/officeart/2009/3/layout/HorizontalOrganizationChart"/>
    <dgm:cxn modelId="{77FA08F0-CCB5-466A-8FBF-00C130FD06FA}" type="presOf" srcId="{6635BB27-6810-482E-89FC-1E209E61C54A}" destId="{D421C095-4224-4EE5-B63F-18CFE5E9F79E}" srcOrd="0" destOrd="0" presId="urn:microsoft.com/office/officeart/2009/3/layout/HorizontalOrganizationChart"/>
    <dgm:cxn modelId="{7A5DB6F0-17EC-4622-BA99-01CB304A6524}" type="presOf" srcId="{A90E3F8D-C58C-4686-A9F2-658E88818D2C}" destId="{4555023C-11B9-4F51-B154-D3A0D50168DE}" srcOrd="1" destOrd="0" presId="urn:microsoft.com/office/officeart/2009/3/layout/HorizontalOrganizationChart"/>
    <dgm:cxn modelId="{740CCDFB-4EB1-40B0-9EE1-5EDAF0FB907B}" srcId="{9305BD05-D67E-4B51-B6ED-8F27243C5CAE}" destId="{40A51266-16A4-417C-8E63-423F5F2D331F}" srcOrd="0" destOrd="0" parTransId="{BCCF1FC2-7E39-4F77-B009-A0EFAE4C9877}" sibTransId="{4674C83A-853A-4EE7-B5D4-FAD10E75DE18}"/>
    <dgm:cxn modelId="{8650A0E9-ED96-4EF1-90DF-AFB0148FB061}" type="presParOf" srcId="{87ADFC9F-74D6-4014-8FBF-581CC4EF9CDE}" destId="{0E7F902E-90B8-475D-AE03-AF34E991A30D}" srcOrd="0" destOrd="0" presId="urn:microsoft.com/office/officeart/2009/3/layout/HorizontalOrganizationChart"/>
    <dgm:cxn modelId="{93EC4DF8-CD69-4AA6-A57F-B0885C74590A}" type="presParOf" srcId="{0E7F902E-90B8-475D-AE03-AF34E991A30D}" destId="{307F45DA-C884-48ED-824A-01A58F2B2913}" srcOrd="0" destOrd="0" presId="urn:microsoft.com/office/officeart/2009/3/layout/HorizontalOrganizationChart"/>
    <dgm:cxn modelId="{EBA57CBF-DEB9-4A5D-A307-62C325116266}" type="presParOf" srcId="{307F45DA-C884-48ED-824A-01A58F2B2913}" destId="{4B0A274D-F5C1-4DA0-962C-103532D78CAE}" srcOrd="0" destOrd="0" presId="urn:microsoft.com/office/officeart/2009/3/layout/HorizontalOrganizationChart"/>
    <dgm:cxn modelId="{AC31E4C9-7326-4244-8FF0-65E5987030A0}" type="presParOf" srcId="{307F45DA-C884-48ED-824A-01A58F2B2913}" destId="{9573504C-945A-4DE0-8891-86A0E2EBE520}" srcOrd="1" destOrd="0" presId="urn:microsoft.com/office/officeart/2009/3/layout/HorizontalOrganizationChart"/>
    <dgm:cxn modelId="{E01F100A-254E-477D-BF6E-6986D7716A2D}" type="presParOf" srcId="{0E7F902E-90B8-475D-AE03-AF34E991A30D}" destId="{8E4BC82F-A981-43D8-89EC-AFDBB22F0E6B}" srcOrd="1" destOrd="0" presId="urn:microsoft.com/office/officeart/2009/3/layout/HorizontalOrganizationChart"/>
    <dgm:cxn modelId="{F7CF6696-9473-4C74-80F9-D9392E721CEB}" type="presParOf" srcId="{8E4BC82F-A981-43D8-89EC-AFDBB22F0E6B}" destId="{47E61FBC-069D-479C-90C6-C652E247C5B5}" srcOrd="0" destOrd="0" presId="urn:microsoft.com/office/officeart/2009/3/layout/HorizontalOrganizationChart"/>
    <dgm:cxn modelId="{D813257A-B88A-4AD1-A762-2772B3A430D5}" type="presParOf" srcId="{8E4BC82F-A981-43D8-89EC-AFDBB22F0E6B}" destId="{F630A026-8CE9-4E68-B30E-D0C1CCC90BFF}" srcOrd="1" destOrd="0" presId="urn:microsoft.com/office/officeart/2009/3/layout/HorizontalOrganizationChart"/>
    <dgm:cxn modelId="{9368139A-6BBF-4883-BA82-1A63F2B15F32}" type="presParOf" srcId="{F630A026-8CE9-4E68-B30E-D0C1CCC90BFF}" destId="{E99502D2-86DC-4E4E-86AB-D3FF02E9759A}" srcOrd="0" destOrd="0" presId="urn:microsoft.com/office/officeart/2009/3/layout/HorizontalOrganizationChart"/>
    <dgm:cxn modelId="{2022CF79-4767-4560-8ACC-8AFC82F68677}" type="presParOf" srcId="{E99502D2-86DC-4E4E-86AB-D3FF02E9759A}" destId="{B9E06BDA-C89F-4A8F-AA06-4B063DBB5526}" srcOrd="0" destOrd="0" presId="urn:microsoft.com/office/officeart/2009/3/layout/HorizontalOrganizationChart"/>
    <dgm:cxn modelId="{3EC58CE7-894D-474A-8490-FA24B730102B}" type="presParOf" srcId="{E99502D2-86DC-4E4E-86AB-D3FF02E9759A}" destId="{B180B747-F4D2-44F9-863D-A9B931F154AA}" srcOrd="1" destOrd="0" presId="urn:microsoft.com/office/officeart/2009/3/layout/HorizontalOrganizationChart"/>
    <dgm:cxn modelId="{B4883109-7C40-4346-92FF-91156CE1CB34}" type="presParOf" srcId="{F630A026-8CE9-4E68-B30E-D0C1CCC90BFF}" destId="{C74AF7C6-E155-4B3B-9BB7-E964D0907C3E}" srcOrd="1" destOrd="0" presId="urn:microsoft.com/office/officeart/2009/3/layout/HorizontalOrganizationChart"/>
    <dgm:cxn modelId="{DDCD85B8-8359-4B28-ACD7-F092AEE3E846}" type="presParOf" srcId="{C74AF7C6-E155-4B3B-9BB7-E964D0907C3E}" destId="{FD3F06B6-B3F8-4049-B4B1-AE6E924979E3}" srcOrd="0" destOrd="0" presId="urn:microsoft.com/office/officeart/2009/3/layout/HorizontalOrganizationChart"/>
    <dgm:cxn modelId="{5C2EA523-1883-4754-A72C-B939AB1C50CB}" type="presParOf" srcId="{C74AF7C6-E155-4B3B-9BB7-E964D0907C3E}" destId="{0351E3C2-DE58-444E-812C-4BF2D228C89A}" srcOrd="1" destOrd="0" presId="urn:microsoft.com/office/officeart/2009/3/layout/HorizontalOrganizationChart"/>
    <dgm:cxn modelId="{7098C199-62E5-4C7A-A5C0-43BD4235E103}" type="presParOf" srcId="{0351E3C2-DE58-444E-812C-4BF2D228C89A}" destId="{A060052E-51A0-4D59-8891-C282655BD5C6}" srcOrd="0" destOrd="0" presId="urn:microsoft.com/office/officeart/2009/3/layout/HorizontalOrganizationChart"/>
    <dgm:cxn modelId="{DF9EF29F-79AA-4F94-881B-F9E2C05731C2}" type="presParOf" srcId="{A060052E-51A0-4D59-8891-C282655BD5C6}" destId="{D7D9AA2D-7E7B-4B43-B012-80ACE196CE0C}" srcOrd="0" destOrd="0" presId="urn:microsoft.com/office/officeart/2009/3/layout/HorizontalOrganizationChart"/>
    <dgm:cxn modelId="{A0386AB5-5A88-42A2-AC0C-4090CFE60478}" type="presParOf" srcId="{A060052E-51A0-4D59-8891-C282655BD5C6}" destId="{4555023C-11B9-4F51-B154-D3A0D50168DE}" srcOrd="1" destOrd="0" presId="urn:microsoft.com/office/officeart/2009/3/layout/HorizontalOrganizationChart"/>
    <dgm:cxn modelId="{7ED520EF-69ED-44A3-8B67-7977A3ADE59F}" type="presParOf" srcId="{0351E3C2-DE58-444E-812C-4BF2D228C89A}" destId="{101E918F-F7DC-4657-AA8A-1A7D49F9B8E0}" srcOrd="1" destOrd="0" presId="urn:microsoft.com/office/officeart/2009/3/layout/HorizontalOrganizationChart"/>
    <dgm:cxn modelId="{43229ECB-E084-4528-A5E1-16050BA57919}" type="presParOf" srcId="{101E918F-F7DC-4657-AA8A-1A7D49F9B8E0}" destId="{E090ABF2-148B-49BC-98FB-6F705559BFAB}" srcOrd="0" destOrd="0" presId="urn:microsoft.com/office/officeart/2009/3/layout/HorizontalOrganizationChart"/>
    <dgm:cxn modelId="{280BA128-30D4-4D70-9354-45AD71A36C16}" type="presParOf" srcId="{101E918F-F7DC-4657-AA8A-1A7D49F9B8E0}" destId="{D56634A5-6BA8-4F7B-AAA4-7097C4914F3F}" srcOrd="1" destOrd="0" presId="urn:microsoft.com/office/officeart/2009/3/layout/HorizontalOrganizationChart"/>
    <dgm:cxn modelId="{85381C1B-598D-4A19-A788-33D5A98D4C08}" type="presParOf" srcId="{D56634A5-6BA8-4F7B-AAA4-7097C4914F3F}" destId="{560186D8-CFF4-487A-B5D7-A859FF991219}" srcOrd="0" destOrd="0" presId="urn:microsoft.com/office/officeart/2009/3/layout/HorizontalOrganizationChart"/>
    <dgm:cxn modelId="{6D208582-3A68-4DA6-B586-54FC1A65B9CB}" type="presParOf" srcId="{560186D8-CFF4-487A-B5D7-A859FF991219}" destId="{A4B0C59C-4AE3-464D-B689-A1309B9142A4}" srcOrd="0" destOrd="0" presId="urn:microsoft.com/office/officeart/2009/3/layout/HorizontalOrganizationChart"/>
    <dgm:cxn modelId="{247851DE-EEA5-4B0C-9C61-ECF1D28D852C}" type="presParOf" srcId="{560186D8-CFF4-487A-B5D7-A859FF991219}" destId="{C3F36CD8-69FA-4586-896D-631ABED15368}" srcOrd="1" destOrd="0" presId="urn:microsoft.com/office/officeart/2009/3/layout/HorizontalOrganizationChart"/>
    <dgm:cxn modelId="{519263E8-D64F-4DFB-B51A-E031A92D6345}" type="presParOf" srcId="{D56634A5-6BA8-4F7B-AAA4-7097C4914F3F}" destId="{4ACC43CE-F316-48B3-B0FB-132F0FED2B11}" srcOrd="1" destOrd="0" presId="urn:microsoft.com/office/officeart/2009/3/layout/HorizontalOrganizationChart"/>
    <dgm:cxn modelId="{07BC98F4-A3DD-4747-81DC-483FADA4D175}" type="presParOf" srcId="{D56634A5-6BA8-4F7B-AAA4-7097C4914F3F}" destId="{87A350F6-AAC5-4648-8864-75E741A8685A}" srcOrd="2" destOrd="0" presId="urn:microsoft.com/office/officeart/2009/3/layout/HorizontalOrganizationChart"/>
    <dgm:cxn modelId="{3DDCD144-E3D9-4D53-94B5-CF836F130379}" type="presParOf" srcId="{101E918F-F7DC-4657-AA8A-1A7D49F9B8E0}" destId="{4B7B5568-82E5-432A-8303-BCD4E78350E6}" srcOrd="2" destOrd="0" presId="urn:microsoft.com/office/officeart/2009/3/layout/HorizontalOrganizationChart"/>
    <dgm:cxn modelId="{83EB987D-22A1-4304-A7D7-AFC15A0F39CE}" type="presParOf" srcId="{101E918F-F7DC-4657-AA8A-1A7D49F9B8E0}" destId="{15821AE1-95E4-42F6-AA2A-F89B18F770EB}" srcOrd="3" destOrd="0" presId="urn:microsoft.com/office/officeart/2009/3/layout/HorizontalOrganizationChart"/>
    <dgm:cxn modelId="{C8478E56-11CF-452F-872B-D46D68863B89}" type="presParOf" srcId="{15821AE1-95E4-42F6-AA2A-F89B18F770EB}" destId="{C903E1E5-0143-4182-AF3F-8F0148BAC55A}" srcOrd="0" destOrd="0" presId="urn:microsoft.com/office/officeart/2009/3/layout/HorizontalOrganizationChart"/>
    <dgm:cxn modelId="{EB771843-F531-474F-A45E-F0B9A48BFA54}" type="presParOf" srcId="{C903E1E5-0143-4182-AF3F-8F0148BAC55A}" destId="{BF7C45C7-5409-4786-9A70-A44DDCA530B2}" srcOrd="0" destOrd="0" presId="urn:microsoft.com/office/officeart/2009/3/layout/HorizontalOrganizationChart"/>
    <dgm:cxn modelId="{5C0083E0-7C6C-4761-8DFB-2C4FDF480E02}" type="presParOf" srcId="{C903E1E5-0143-4182-AF3F-8F0148BAC55A}" destId="{CBF1D386-F135-4AF8-B7D5-63B25AB4878C}" srcOrd="1" destOrd="0" presId="urn:microsoft.com/office/officeart/2009/3/layout/HorizontalOrganizationChart"/>
    <dgm:cxn modelId="{B9C51665-2312-4BBB-A237-A6AFED042169}" type="presParOf" srcId="{15821AE1-95E4-42F6-AA2A-F89B18F770EB}" destId="{6B558E6B-B903-4A13-A49D-74F6DD0001FC}" srcOrd="1" destOrd="0" presId="urn:microsoft.com/office/officeart/2009/3/layout/HorizontalOrganizationChart"/>
    <dgm:cxn modelId="{842C6CB2-B92A-4BE5-918F-F8A4EDD8F1BD}" type="presParOf" srcId="{15821AE1-95E4-42F6-AA2A-F89B18F770EB}" destId="{3DE75D4A-B3C3-4D7F-8E1C-CEEB553A38FC}" srcOrd="2" destOrd="0" presId="urn:microsoft.com/office/officeart/2009/3/layout/HorizontalOrganizationChart"/>
    <dgm:cxn modelId="{B5D712FE-835E-40D4-A8C1-A301315C9C8B}" type="presParOf" srcId="{0351E3C2-DE58-444E-812C-4BF2D228C89A}" destId="{5EDB6BBC-0BFF-4668-BB1B-E7E4B1E84245}" srcOrd="2" destOrd="0" presId="urn:microsoft.com/office/officeart/2009/3/layout/HorizontalOrganizationChart"/>
    <dgm:cxn modelId="{3C58B804-D2F1-490F-88C4-E6829B429FA9}" type="presParOf" srcId="{C74AF7C6-E155-4B3B-9BB7-E964D0907C3E}" destId="{D421C095-4224-4EE5-B63F-18CFE5E9F79E}" srcOrd="2" destOrd="0" presId="urn:microsoft.com/office/officeart/2009/3/layout/HorizontalOrganizationChart"/>
    <dgm:cxn modelId="{16F647DE-74A9-4AB9-9E51-89C1BF137C8F}" type="presParOf" srcId="{C74AF7C6-E155-4B3B-9BB7-E964D0907C3E}" destId="{FEE3D6D3-C0ED-4C26-BB37-E8E323951042}" srcOrd="3" destOrd="0" presId="urn:microsoft.com/office/officeart/2009/3/layout/HorizontalOrganizationChart"/>
    <dgm:cxn modelId="{B2C436BD-92B0-4D34-8775-5DEC781885C6}" type="presParOf" srcId="{FEE3D6D3-C0ED-4C26-BB37-E8E323951042}" destId="{50A48A3C-E46A-47D5-B172-809E5A3ED8B0}" srcOrd="0" destOrd="0" presId="urn:microsoft.com/office/officeart/2009/3/layout/HorizontalOrganizationChart"/>
    <dgm:cxn modelId="{71C51F6F-B0C0-4815-AB66-48DA83A4182A}" type="presParOf" srcId="{50A48A3C-E46A-47D5-B172-809E5A3ED8B0}" destId="{884B5402-4E8A-4245-B566-4BBB3FDDF34D}" srcOrd="0" destOrd="0" presId="urn:microsoft.com/office/officeart/2009/3/layout/HorizontalOrganizationChart"/>
    <dgm:cxn modelId="{A694206B-4ED6-413D-93C1-8DAD1ADA991B}" type="presParOf" srcId="{50A48A3C-E46A-47D5-B172-809E5A3ED8B0}" destId="{AA8E629F-E975-488E-B1C7-BCA6927092B6}" srcOrd="1" destOrd="0" presId="urn:microsoft.com/office/officeart/2009/3/layout/HorizontalOrganizationChart"/>
    <dgm:cxn modelId="{1CB19F1F-CA55-4343-B466-BE1373FFD30E}" type="presParOf" srcId="{FEE3D6D3-C0ED-4C26-BB37-E8E323951042}" destId="{94297269-DBB9-4D7F-81C4-B31345DFD509}" srcOrd="1" destOrd="0" presId="urn:microsoft.com/office/officeart/2009/3/layout/HorizontalOrganizationChart"/>
    <dgm:cxn modelId="{D7591623-0E98-499C-9DBC-416D76C298D3}" type="presParOf" srcId="{94297269-DBB9-4D7F-81C4-B31345DFD509}" destId="{D7A843E6-EDDA-4ADD-867E-36C5D8C715F8}" srcOrd="0" destOrd="0" presId="urn:microsoft.com/office/officeart/2009/3/layout/HorizontalOrganizationChart"/>
    <dgm:cxn modelId="{0D579B1F-1419-41ED-964C-ED29E78961A9}" type="presParOf" srcId="{94297269-DBB9-4D7F-81C4-B31345DFD509}" destId="{62E1CBE4-0238-43DD-BF8B-B0B0871DD347}" srcOrd="1" destOrd="0" presId="urn:microsoft.com/office/officeart/2009/3/layout/HorizontalOrganizationChart"/>
    <dgm:cxn modelId="{64E7A4D2-30AD-4E97-A1F1-1BB24CB52D21}" type="presParOf" srcId="{62E1CBE4-0238-43DD-BF8B-B0B0871DD347}" destId="{D7D26B1C-9901-4E48-B63B-C095C457C250}" srcOrd="0" destOrd="0" presId="urn:microsoft.com/office/officeart/2009/3/layout/HorizontalOrganizationChart"/>
    <dgm:cxn modelId="{F56A9C99-6F69-47B8-8E4A-7B6ACB15686E}" type="presParOf" srcId="{D7D26B1C-9901-4E48-B63B-C095C457C250}" destId="{C245F5D9-447B-40D0-9A86-BA8EE9FE45D7}" srcOrd="0" destOrd="0" presId="urn:microsoft.com/office/officeart/2009/3/layout/HorizontalOrganizationChart"/>
    <dgm:cxn modelId="{5760BC2B-743C-4D01-B2F6-69156D9E0179}" type="presParOf" srcId="{D7D26B1C-9901-4E48-B63B-C095C457C250}" destId="{C4FE92F5-49EB-4EA3-A91F-5EE2E1265B87}" srcOrd="1" destOrd="0" presId="urn:microsoft.com/office/officeart/2009/3/layout/HorizontalOrganizationChart"/>
    <dgm:cxn modelId="{C418AEEC-9584-4506-B1CA-B40F1C232B60}" type="presParOf" srcId="{62E1CBE4-0238-43DD-BF8B-B0B0871DD347}" destId="{EB9AD0C0-6549-4346-B197-6B49BC3F601B}" srcOrd="1" destOrd="0" presId="urn:microsoft.com/office/officeart/2009/3/layout/HorizontalOrganizationChart"/>
    <dgm:cxn modelId="{E9516A18-BF16-4EE4-A947-C950BA8D612B}" type="presParOf" srcId="{62E1CBE4-0238-43DD-BF8B-B0B0871DD347}" destId="{979D30E4-5D99-48E1-B29C-1166416B1DDF}" srcOrd="2" destOrd="0" presId="urn:microsoft.com/office/officeart/2009/3/layout/HorizontalOrganizationChart"/>
    <dgm:cxn modelId="{CF2D2DA8-B22B-44CF-847B-2D10C6F11AC0}" type="presParOf" srcId="{94297269-DBB9-4D7F-81C4-B31345DFD509}" destId="{F03AB90F-BF1B-4B95-A787-FBF856E83DF7}" srcOrd="2" destOrd="0" presId="urn:microsoft.com/office/officeart/2009/3/layout/HorizontalOrganizationChart"/>
    <dgm:cxn modelId="{BDB3C011-B473-4D9B-9244-39B45746CCBB}" type="presParOf" srcId="{94297269-DBB9-4D7F-81C4-B31345DFD509}" destId="{C8CC4F9F-A167-44F4-AF20-BC93D20D00A4}" srcOrd="3" destOrd="0" presId="urn:microsoft.com/office/officeart/2009/3/layout/HorizontalOrganizationChart"/>
    <dgm:cxn modelId="{EF433099-A208-4DB5-9A1C-468D03D01F1F}" type="presParOf" srcId="{C8CC4F9F-A167-44F4-AF20-BC93D20D00A4}" destId="{B0D0BD3E-45CD-4215-9E2B-075C7747BB29}" srcOrd="0" destOrd="0" presId="urn:microsoft.com/office/officeart/2009/3/layout/HorizontalOrganizationChart"/>
    <dgm:cxn modelId="{779F4FB1-DDA2-4A3E-8B51-52BEFED3D888}" type="presParOf" srcId="{B0D0BD3E-45CD-4215-9E2B-075C7747BB29}" destId="{8F1729A2-AE4C-4B95-A5A1-068F4BD1ABE7}" srcOrd="0" destOrd="0" presId="urn:microsoft.com/office/officeart/2009/3/layout/HorizontalOrganizationChart"/>
    <dgm:cxn modelId="{DDF35F1B-C3AE-4B4C-AAA1-8EBAC37B4AD7}" type="presParOf" srcId="{B0D0BD3E-45CD-4215-9E2B-075C7747BB29}" destId="{4B519535-3A40-4C7A-82E5-AFE4FD118A23}" srcOrd="1" destOrd="0" presId="urn:microsoft.com/office/officeart/2009/3/layout/HorizontalOrganizationChart"/>
    <dgm:cxn modelId="{9373FCBD-D8F1-451B-99AB-660AEF5A5311}" type="presParOf" srcId="{C8CC4F9F-A167-44F4-AF20-BC93D20D00A4}" destId="{137F07E7-39D6-4950-BCCA-3D63C335B9CC}" srcOrd="1" destOrd="0" presId="urn:microsoft.com/office/officeart/2009/3/layout/HorizontalOrganizationChart"/>
    <dgm:cxn modelId="{4DAE4695-56BD-462B-A601-EFEFC6872E6A}" type="presParOf" srcId="{C8CC4F9F-A167-44F4-AF20-BC93D20D00A4}" destId="{2FBE4E05-F7C9-40F4-8674-1B2D7B3D91A8}" srcOrd="2" destOrd="0" presId="urn:microsoft.com/office/officeart/2009/3/layout/HorizontalOrganizationChart"/>
    <dgm:cxn modelId="{C6B848F3-91B4-4CD0-A82A-C9A99F1B7EC8}" type="presParOf" srcId="{FEE3D6D3-C0ED-4C26-BB37-E8E323951042}" destId="{8870A2D0-999C-4D8C-B920-DBA946682437}" srcOrd="2" destOrd="0" presId="urn:microsoft.com/office/officeart/2009/3/layout/HorizontalOrganizationChart"/>
    <dgm:cxn modelId="{8B445EAB-BA5C-49A7-80DB-5D9054CEC345}" type="presParOf" srcId="{F630A026-8CE9-4E68-B30E-D0C1CCC90BFF}" destId="{10549588-6CDB-40B2-9304-6F2007135D2B}" srcOrd="2" destOrd="0" presId="urn:microsoft.com/office/officeart/2009/3/layout/HorizontalOrganizationChart"/>
    <dgm:cxn modelId="{74793AB9-54FE-430A-B127-7CB7D8AFB7F6}" type="presParOf" srcId="{8E4BC82F-A981-43D8-89EC-AFDBB22F0E6B}" destId="{B435C75C-DF0C-4E74-9DE9-A73743D556E7}" srcOrd="2" destOrd="0" presId="urn:microsoft.com/office/officeart/2009/3/layout/HorizontalOrganizationChart"/>
    <dgm:cxn modelId="{147921BC-20BD-4A29-AFC9-B657D9422C5F}" type="presParOf" srcId="{8E4BC82F-A981-43D8-89EC-AFDBB22F0E6B}" destId="{11BD5485-9E59-4D02-9D92-E799711DE25D}" srcOrd="3" destOrd="0" presId="urn:microsoft.com/office/officeart/2009/3/layout/HorizontalOrganizationChart"/>
    <dgm:cxn modelId="{57F053BA-2966-445D-B33A-926B41263D64}" type="presParOf" srcId="{11BD5485-9E59-4D02-9D92-E799711DE25D}" destId="{0B08CD11-6E03-4677-B737-588715A65AA4}" srcOrd="0" destOrd="0" presId="urn:microsoft.com/office/officeart/2009/3/layout/HorizontalOrganizationChart"/>
    <dgm:cxn modelId="{F18DEA76-EC8D-4D0F-A73F-F62466227D96}" type="presParOf" srcId="{0B08CD11-6E03-4677-B737-588715A65AA4}" destId="{038B6E82-39C8-49B5-9C42-5B10982E22A2}" srcOrd="0" destOrd="0" presId="urn:microsoft.com/office/officeart/2009/3/layout/HorizontalOrganizationChart"/>
    <dgm:cxn modelId="{F65CD18A-1C70-49ED-BDAE-03C0CA6C29E4}" type="presParOf" srcId="{0B08CD11-6E03-4677-B737-588715A65AA4}" destId="{A0EDAFCF-733C-414E-AF7E-2C929C795285}" srcOrd="1" destOrd="0" presId="urn:microsoft.com/office/officeart/2009/3/layout/HorizontalOrganizationChart"/>
    <dgm:cxn modelId="{E75E479E-A7EF-4CAA-8F3A-4709E3E5D1A1}" type="presParOf" srcId="{11BD5485-9E59-4D02-9D92-E799711DE25D}" destId="{CAEF402D-6C69-4CAD-AFD5-5383918B7210}" srcOrd="1" destOrd="0" presId="urn:microsoft.com/office/officeart/2009/3/layout/HorizontalOrganizationChart"/>
    <dgm:cxn modelId="{17E6D161-1513-40B9-9E61-68ACDDB17E25}" type="presParOf" srcId="{CAEF402D-6C69-4CAD-AFD5-5383918B7210}" destId="{4A554D3A-EF64-43CC-BDE1-0A805B52D7DE}" srcOrd="0" destOrd="0" presId="urn:microsoft.com/office/officeart/2009/3/layout/HorizontalOrganizationChart"/>
    <dgm:cxn modelId="{413BB408-2F72-469A-8B53-ED7854E92D4C}" type="presParOf" srcId="{CAEF402D-6C69-4CAD-AFD5-5383918B7210}" destId="{351197F9-CF9E-42D6-8205-F3D1721E37B7}" srcOrd="1" destOrd="0" presId="urn:microsoft.com/office/officeart/2009/3/layout/HorizontalOrganizationChart"/>
    <dgm:cxn modelId="{16E63606-5A1F-42B4-B65C-A3A6F34495CC}" type="presParOf" srcId="{351197F9-CF9E-42D6-8205-F3D1721E37B7}" destId="{50E9BE02-223E-43F3-B17A-82E8EC20DD03}" srcOrd="0" destOrd="0" presId="urn:microsoft.com/office/officeart/2009/3/layout/HorizontalOrganizationChart"/>
    <dgm:cxn modelId="{4528E46C-9ED8-4FAD-A9B2-9AA81CADD822}" type="presParOf" srcId="{50E9BE02-223E-43F3-B17A-82E8EC20DD03}" destId="{607B566A-12B2-47E2-8A62-96E757CE2A04}" srcOrd="0" destOrd="0" presId="urn:microsoft.com/office/officeart/2009/3/layout/HorizontalOrganizationChart"/>
    <dgm:cxn modelId="{4DC47490-3637-42EB-A7C1-0E82C3F3EC5F}" type="presParOf" srcId="{50E9BE02-223E-43F3-B17A-82E8EC20DD03}" destId="{84B40418-4163-4F18-B311-D1572E7FAFDA}" srcOrd="1" destOrd="0" presId="urn:microsoft.com/office/officeart/2009/3/layout/HorizontalOrganizationChart"/>
    <dgm:cxn modelId="{6E5991CB-554F-430F-8234-299E66E8E16A}" type="presParOf" srcId="{351197F9-CF9E-42D6-8205-F3D1721E37B7}" destId="{37B272A0-B548-4743-9580-39AB0970DB30}" srcOrd="1" destOrd="0" presId="urn:microsoft.com/office/officeart/2009/3/layout/HorizontalOrganizationChart"/>
    <dgm:cxn modelId="{C8C7213A-597C-46AF-BD31-4D813AA40217}" type="presParOf" srcId="{351197F9-CF9E-42D6-8205-F3D1721E37B7}" destId="{D49B10A8-C0D2-46EB-9F36-C79281AD081A}" srcOrd="2" destOrd="0" presId="urn:microsoft.com/office/officeart/2009/3/layout/HorizontalOrganizationChart"/>
    <dgm:cxn modelId="{EE09BA83-20E8-4BF1-B6FE-E35EE4E587BD}" type="presParOf" srcId="{11BD5485-9E59-4D02-9D92-E799711DE25D}" destId="{601B2AD0-6F28-486B-98A7-F5C46386223D}" srcOrd="2" destOrd="0" presId="urn:microsoft.com/office/officeart/2009/3/layout/HorizontalOrganizationChart"/>
    <dgm:cxn modelId="{F0E03367-2A6F-4646-A75C-886BFAE6128C}" type="presParOf" srcId="{0E7F902E-90B8-475D-AE03-AF34E991A30D}" destId="{155C3622-95EF-4742-BA62-F4FDFC5FBCB2}"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5A275C-1CD6-0545-86E6-24A2CEC3693D}" type="doc">
      <dgm:prSet loTypeId="urn:microsoft.com/office/officeart/2005/8/layout/matrix2" loCatId="matrix" qsTypeId="urn:microsoft.com/office/officeart/2005/8/quickstyle/simple4" qsCatId="simple" csTypeId="urn:microsoft.com/office/officeart/2005/8/colors/accent1_2" csCatId="accent1" phldr="1"/>
      <dgm:spPr/>
      <dgm:t>
        <a:bodyPr/>
        <a:lstStyle/>
        <a:p>
          <a:endParaRPr lang="en-US"/>
        </a:p>
      </dgm:t>
    </dgm:pt>
    <dgm:pt modelId="{3A1DDF25-FFA9-B145-AE5C-991984DE3695}">
      <dgm:prSet custT="1">
        <dgm:style>
          <a:lnRef idx="2">
            <a:schemeClr val="accent1"/>
          </a:lnRef>
          <a:fillRef idx="1">
            <a:schemeClr val="lt1"/>
          </a:fillRef>
          <a:effectRef idx="0">
            <a:schemeClr val="accent1"/>
          </a:effectRef>
          <a:fontRef idx="minor">
            <a:schemeClr val="dk1"/>
          </a:fontRef>
        </dgm:style>
      </dgm:prSet>
      <dgm:spPr>
        <a:noFill/>
      </dgm:spPr>
      <dgm:t>
        <a:bodyPr/>
        <a:lstStyle/>
        <a:p>
          <a:pPr rtl="0"/>
          <a:r>
            <a:rPr lang="en-US" sz="2400" b="1" dirty="0">
              <a:solidFill>
                <a:schemeClr val="tx1"/>
              </a:solidFill>
            </a:rPr>
            <a:t>A block of plaintext is treated as a whole and used to produce a ciphertext block of equal length</a:t>
          </a:r>
        </a:p>
      </dgm:t>
    </dgm:pt>
    <dgm:pt modelId="{BC4B56E0-1CA8-2644-94CB-A095DF594B18}" type="parTrans" cxnId="{ACCD1752-D52B-AE4D-8444-99DB2A5BB954}">
      <dgm:prSet/>
      <dgm:spPr/>
      <dgm:t>
        <a:bodyPr/>
        <a:lstStyle/>
        <a:p>
          <a:endParaRPr lang="en-US"/>
        </a:p>
      </dgm:t>
    </dgm:pt>
    <dgm:pt modelId="{51E3C4C4-7F08-3E4E-86BF-C998F1E5CD36}" type="sibTrans" cxnId="{ACCD1752-D52B-AE4D-8444-99DB2A5BB954}">
      <dgm:prSet/>
      <dgm:spPr/>
      <dgm:t>
        <a:bodyPr/>
        <a:lstStyle/>
        <a:p>
          <a:endParaRPr lang="en-US"/>
        </a:p>
      </dgm:t>
    </dgm:pt>
    <dgm:pt modelId="{076F6597-BAC0-C641-B047-30B33625D51E}">
      <dgm:prSet custT="1">
        <dgm:style>
          <a:lnRef idx="2">
            <a:schemeClr val="accent1"/>
          </a:lnRef>
          <a:fillRef idx="1">
            <a:schemeClr val="lt1"/>
          </a:fillRef>
          <a:effectRef idx="0">
            <a:schemeClr val="accent1"/>
          </a:effectRef>
          <a:fontRef idx="minor">
            <a:schemeClr val="dk1"/>
          </a:fontRef>
        </dgm:style>
      </dgm:prSet>
      <dgm:spPr>
        <a:noFill/>
      </dgm:spPr>
      <dgm:t>
        <a:bodyPr/>
        <a:lstStyle/>
        <a:p>
          <a:pPr rtl="0"/>
          <a:r>
            <a:rPr lang="en-US" sz="2800" b="1" dirty="0">
              <a:solidFill>
                <a:schemeClr val="tx1"/>
              </a:solidFill>
            </a:rPr>
            <a:t>Typically a block size of 64 or 128 bits is used</a:t>
          </a:r>
        </a:p>
      </dgm:t>
    </dgm:pt>
    <dgm:pt modelId="{32C112CF-96A9-D04E-9704-08506E631938}" type="parTrans" cxnId="{80979EFE-AA49-274C-9181-B33F94502A72}">
      <dgm:prSet/>
      <dgm:spPr/>
      <dgm:t>
        <a:bodyPr/>
        <a:lstStyle/>
        <a:p>
          <a:endParaRPr lang="en-US"/>
        </a:p>
      </dgm:t>
    </dgm:pt>
    <dgm:pt modelId="{0F1455F7-9A00-9D4E-A3D6-ED1B8AE1DAB0}" type="sibTrans" cxnId="{80979EFE-AA49-274C-9181-B33F94502A72}">
      <dgm:prSet/>
      <dgm:spPr/>
      <dgm:t>
        <a:bodyPr/>
        <a:lstStyle/>
        <a:p>
          <a:endParaRPr lang="en-US"/>
        </a:p>
      </dgm:t>
    </dgm:pt>
    <dgm:pt modelId="{22FA66FA-A9B2-8549-AF15-647BD146D7FD}">
      <dgm:prSet>
        <dgm:style>
          <a:lnRef idx="2">
            <a:schemeClr val="accent1"/>
          </a:lnRef>
          <a:fillRef idx="1">
            <a:schemeClr val="lt1"/>
          </a:fillRef>
          <a:effectRef idx="0">
            <a:schemeClr val="accent1"/>
          </a:effectRef>
          <a:fontRef idx="minor">
            <a:schemeClr val="dk1"/>
          </a:fontRef>
        </dgm:style>
      </dgm:prSet>
      <dgm:spPr>
        <a:noFill/>
      </dgm:spPr>
      <dgm:t>
        <a:bodyPr/>
        <a:lstStyle/>
        <a:p>
          <a:pPr rtl="0"/>
          <a:r>
            <a:rPr lang="en-US" b="1" dirty="0">
              <a:solidFill>
                <a:schemeClr val="tx1"/>
              </a:solidFill>
            </a:rPr>
            <a:t>As with a stream cipher,  the two users share a symmetric encryption key </a:t>
          </a:r>
        </a:p>
      </dgm:t>
    </dgm:pt>
    <dgm:pt modelId="{8BD38B9D-9B01-304E-8CEF-51293D4AD0DC}" type="parTrans" cxnId="{C9D7261E-ED0E-1648-AE67-CF1788A5B283}">
      <dgm:prSet/>
      <dgm:spPr/>
      <dgm:t>
        <a:bodyPr/>
        <a:lstStyle/>
        <a:p>
          <a:endParaRPr lang="en-US"/>
        </a:p>
      </dgm:t>
    </dgm:pt>
    <dgm:pt modelId="{6220B37E-5029-EE4F-AA9D-5C6EF8112782}" type="sibTrans" cxnId="{C9D7261E-ED0E-1648-AE67-CF1788A5B283}">
      <dgm:prSet/>
      <dgm:spPr/>
      <dgm:t>
        <a:bodyPr/>
        <a:lstStyle/>
        <a:p>
          <a:endParaRPr lang="en-US"/>
        </a:p>
      </dgm:t>
    </dgm:pt>
    <dgm:pt modelId="{1B5FAC51-D70C-4D4D-B7F3-445742634A1A}">
      <dgm:prSet custT="1">
        <dgm:style>
          <a:lnRef idx="2">
            <a:schemeClr val="accent1"/>
          </a:lnRef>
          <a:fillRef idx="1">
            <a:schemeClr val="lt1"/>
          </a:fillRef>
          <a:effectRef idx="0">
            <a:schemeClr val="accent1"/>
          </a:effectRef>
          <a:fontRef idx="minor">
            <a:schemeClr val="dk1"/>
          </a:fontRef>
        </dgm:style>
      </dgm:prSet>
      <dgm:spPr>
        <a:noFill/>
      </dgm:spPr>
      <dgm:t>
        <a:bodyPr/>
        <a:lstStyle/>
        <a:p>
          <a:pPr rtl="0"/>
          <a:r>
            <a:rPr lang="en-US" sz="2400" b="1" dirty="0">
              <a:solidFill>
                <a:schemeClr val="tx1"/>
              </a:solidFill>
            </a:rPr>
            <a:t>The majority of network-based symmetric cryptographic applications make use of block ciphers</a:t>
          </a:r>
        </a:p>
      </dgm:t>
    </dgm:pt>
    <dgm:pt modelId="{05803D6B-EB82-9B45-A07B-F788A52C0969}" type="parTrans" cxnId="{04CEB378-E4E0-AD42-A696-60E202A1E270}">
      <dgm:prSet/>
      <dgm:spPr/>
      <dgm:t>
        <a:bodyPr/>
        <a:lstStyle/>
        <a:p>
          <a:endParaRPr lang="en-US"/>
        </a:p>
      </dgm:t>
    </dgm:pt>
    <dgm:pt modelId="{30D84D8B-4FF6-6141-BE10-C7FDC0E5B6EC}" type="sibTrans" cxnId="{04CEB378-E4E0-AD42-A696-60E202A1E270}">
      <dgm:prSet/>
      <dgm:spPr/>
      <dgm:t>
        <a:bodyPr/>
        <a:lstStyle/>
        <a:p>
          <a:endParaRPr lang="en-US"/>
        </a:p>
      </dgm:t>
    </dgm:pt>
    <dgm:pt modelId="{53B90DEE-6B91-5843-86E0-A685BF969F35}" type="pres">
      <dgm:prSet presAssocID="{4E5A275C-1CD6-0545-86E6-24A2CEC3693D}" presName="matrix" presStyleCnt="0">
        <dgm:presLayoutVars>
          <dgm:chMax val="1"/>
          <dgm:dir/>
          <dgm:resizeHandles val="exact"/>
        </dgm:presLayoutVars>
      </dgm:prSet>
      <dgm:spPr/>
    </dgm:pt>
    <dgm:pt modelId="{A54F1174-8CF9-9A40-9D07-E0CBAE921C39}" type="pres">
      <dgm:prSet presAssocID="{4E5A275C-1CD6-0545-86E6-24A2CEC3693D}" presName="axisShape" presStyleLbl="bgShp" presStyleIdx="0" presStyleCnt="1" custLinFactNeighborX="-263" custLinFactNeighborY="-1735"/>
      <dgm:spPr/>
    </dgm:pt>
    <dgm:pt modelId="{FECC4BC1-441A-5849-8098-4815B636C467}" type="pres">
      <dgm:prSet presAssocID="{4E5A275C-1CD6-0545-86E6-24A2CEC3693D}" presName="rect1" presStyleLbl="node1" presStyleIdx="0" presStyleCnt="4" custScaleX="112703">
        <dgm:presLayoutVars>
          <dgm:chMax val="0"/>
          <dgm:chPref val="0"/>
          <dgm:bulletEnabled val="1"/>
        </dgm:presLayoutVars>
      </dgm:prSet>
      <dgm:spPr/>
    </dgm:pt>
    <dgm:pt modelId="{40DEB569-D830-3B4C-85A1-DEE51CF7A1AF}" type="pres">
      <dgm:prSet presAssocID="{4E5A275C-1CD6-0545-86E6-24A2CEC3693D}" presName="rect2" presStyleLbl="node1" presStyleIdx="1" presStyleCnt="4">
        <dgm:presLayoutVars>
          <dgm:chMax val="0"/>
          <dgm:chPref val="0"/>
          <dgm:bulletEnabled val="1"/>
        </dgm:presLayoutVars>
      </dgm:prSet>
      <dgm:spPr/>
    </dgm:pt>
    <dgm:pt modelId="{E43A1B95-F31C-7B44-81E3-A24F046A9ABB}" type="pres">
      <dgm:prSet presAssocID="{4E5A275C-1CD6-0545-86E6-24A2CEC3693D}" presName="rect3" presStyleLbl="node1" presStyleIdx="2" presStyleCnt="4">
        <dgm:presLayoutVars>
          <dgm:chMax val="0"/>
          <dgm:chPref val="0"/>
          <dgm:bulletEnabled val="1"/>
        </dgm:presLayoutVars>
      </dgm:prSet>
      <dgm:spPr/>
    </dgm:pt>
    <dgm:pt modelId="{50837987-4199-F845-9D3A-77DDE3DBCB6A}" type="pres">
      <dgm:prSet presAssocID="{4E5A275C-1CD6-0545-86E6-24A2CEC3693D}" presName="rect4" presStyleLbl="node1" presStyleIdx="3" presStyleCnt="4">
        <dgm:presLayoutVars>
          <dgm:chMax val="0"/>
          <dgm:chPref val="0"/>
          <dgm:bulletEnabled val="1"/>
        </dgm:presLayoutVars>
      </dgm:prSet>
      <dgm:spPr/>
    </dgm:pt>
  </dgm:ptLst>
  <dgm:cxnLst>
    <dgm:cxn modelId="{A3C96902-6963-49AA-864A-CD8772E69297}" type="presOf" srcId="{076F6597-BAC0-C641-B047-30B33625D51E}" destId="{40DEB569-D830-3B4C-85A1-DEE51CF7A1AF}" srcOrd="0" destOrd="0" presId="urn:microsoft.com/office/officeart/2005/8/layout/matrix2"/>
    <dgm:cxn modelId="{C9D7261E-ED0E-1648-AE67-CF1788A5B283}" srcId="{4E5A275C-1CD6-0545-86E6-24A2CEC3693D}" destId="{22FA66FA-A9B2-8549-AF15-647BD146D7FD}" srcOrd="2" destOrd="0" parTransId="{8BD38B9D-9B01-304E-8CEF-51293D4AD0DC}" sibTransId="{6220B37E-5029-EE4F-AA9D-5C6EF8112782}"/>
    <dgm:cxn modelId="{18AE1F2F-6F46-4167-A475-EBB372F5503E}" type="presOf" srcId="{4E5A275C-1CD6-0545-86E6-24A2CEC3693D}" destId="{53B90DEE-6B91-5843-86E0-A685BF969F35}" srcOrd="0" destOrd="0" presId="urn:microsoft.com/office/officeart/2005/8/layout/matrix2"/>
    <dgm:cxn modelId="{ACCD1752-D52B-AE4D-8444-99DB2A5BB954}" srcId="{4E5A275C-1CD6-0545-86E6-24A2CEC3693D}" destId="{3A1DDF25-FFA9-B145-AE5C-991984DE3695}" srcOrd="0" destOrd="0" parTransId="{BC4B56E0-1CA8-2644-94CB-A095DF594B18}" sibTransId="{51E3C4C4-7F08-3E4E-86BF-C998F1E5CD36}"/>
    <dgm:cxn modelId="{04CEB378-E4E0-AD42-A696-60E202A1E270}" srcId="{4E5A275C-1CD6-0545-86E6-24A2CEC3693D}" destId="{1B5FAC51-D70C-4D4D-B7F3-445742634A1A}" srcOrd="3" destOrd="0" parTransId="{05803D6B-EB82-9B45-A07B-F788A52C0969}" sibTransId="{30D84D8B-4FF6-6141-BE10-C7FDC0E5B6EC}"/>
    <dgm:cxn modelId="{B5FD6AC6-F049-4213-8857-C16324C35652}" type="presOf" srcId="{22FA66FA-A9B2-8549-AF15-647BD146D7FD}" destId="{E43A1B95-F31C-7B44-81E3-A24F046A9ABB}" srcOrd="0" destOrd="0" presId="urn:microsoft.com/office/officeart/2005/8/layout/matrix2"/>
    <dgm:cxn modelId="{50543FCA-FF15-4BEC-85D9-8FFE15210F97}" type="presOf" srcId="{3A1DDF25-FFA9-B145-AE5C-991984DE3695}" destId="{FECC4BC1-441A-5849-8098-4815B636C467}" srcOrd="0" destOrd="0" presId="urn:microsoft.com/office/officeart/2005/8/layout/matrix2"/>
    <dgm:cxn modelId="{A79EF0EC-DB18-4000-A283-509DDA6B98B9}" type="presOf" srcId="{1B5FAC51-D70C-4D4D-B7F3-445742634A1A}" destId="{50837987-4199-F845-9D3A-77DDE3DBCB6A}" srcOrd="0" destOrd="0" presId="urn:microsoft.com/office/officeart/2005/8/layout/matrix2"/>
    <dgm:cxn modelId="{80979EFE-AA49-274C-9181-B33F94502A72}" srcId="{4E5A275C-1CD6-0545-86E6-24A2CEC3693D}" destId="{076F6597-BAC0-C641-B047-30B33625D51E}" srcOrd="1" destOrd="0" parTransId="{32C112CF-96A9-D04E-9704-08506E631938}" sibTransId="{0F1455F7-9A00-9D4E-A3D6-ED1B8AE1DAB0}"/>
    <dgm:cxn modelId="{ED34697F-37DD-4A4E-9446-F1E44F028F6B}" type="presParOf" srcId="{53B90DEE-6B91-5843-86E0-A685BF969F35}" destId="{A54F1174-8CF9-9A40-9D07-E0CBAE921C39}" srcOrd="0" destOrd="0" presId="urn:microsoft.com/office/officeart/2005/8/layout/matrix2"/>
    <dgm:cxn modelId="{17F14267-DAE2-4DB3-9EE8-B432B4A63FBA}" type="presParOf" srcId="{53B90DEE-6B91-5843-86E0-A685BF969F35}" destId="{FECC4BC1-441A-5849-8098-4815B636C467}" srcOrd="1" destOrd="0" presId="urn:microsoft.com/office/officeart/2005/8/layout/matrix2"/>
    <dgm:cxn modelId="{ECCDE1A7-FD0B-4BA0-8481-3DB30A03A932}" type="presParOf" srcId="{53B90DEE-6B91-5843-86E0-A685BF969F35}" destId="{40DEB569-D830-3B4C-85A1-DEE51CF7A1AF}" srcOrd="2" destOrd="0" presId="urn:microsoft.com/office/officeart/2005/8/layout/matrix2"/>
    <dgm:cxn modelId="{974CE517-662A-43F6-B0D1-88657D5C8A38}" type="presParOf" srcId="{53B90DEE-6B91-5843-86E0-A685BF969F35}" destId="{E43A1B95-F31C-7B44-81E3-A24F046A9ABB}" srcOrd="3" destOrd="0" presId="urn:microsoft.com/office/officeart/2005/8/layout/matrix2"/>
    <dgm:cxn modelId="{7B572B62-D0BF-4801-BB7F-1E445E348F0E}" type="presParOf" srcId="{53B90DEE-6B91-5843-86E0-A685BF969F35}" destId="{50837987-4199-F845-9D3A-77DDE3DBCB6A}"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C0C7DEF-6978-3340-B693-74DE05CA3281}"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A9024AA8-48CB-4542-A772-07573CAF7362}">
      <dgm:prSet phldrT="[Text]"/>
      <dgm:spPr>
        <a:solidFill>
          <a:schemeClr val="tx2">
            <a:lumMod val="25000"/>
          </a:schemeClr>
        </a:solidFill>
      </dgm:spPr>
      <dgm:t>
        <a:bodyPr/>
        <a:lstStyle/>
        <a:p>
          <a:r>
            <a:rPr lang="en-US" dirty="0"/>
            <a:t>Substitutions</a:t>
          </a:r>
        </a:p>
      </dgm:t>
    </dgm:pt>
    <dgm:pt modelId="{CDB53F6A-0AF0-6745-ACC9-998E95F27A79}" type="parTrans" cxnId="{65D90CDB-8CDF-734C-A7EA-CBB53CB6B9FF}">
      <dgm:prSet/>
      <dgm:spPr/>
      <dgm:t>
        <a:bodyPr/>
        <a:lstStyle/>
        <a:p>
          <a:endParaRPr lang="en-US"/>
        </a:p>
      </dgm:t>
    </dgm:pt>
    <dgm:pt modelId="{E5AE1784-F24C-FD48-AB88-4D531BD73195}" type="sibTrans" cxnId="{65D90CDB-8CDF-734C-A7EA-CBB53CB6B9FF}">
      <dgm:prSet/>
      <dgm:spPr/>
      <dgm:t>
        <a:bodyPr/>
        <a:lstStyle/>
        <a:p>
          <a:endParaRPr lang="en-US"/>
        </a:p>
      </dgm:t>
    </dgm:pt>
    <dgm:pt modelId="{55BECFDC-A5D7-BE4B-A8D6-4BBE040FDDBC}">
      <dgm:prSet/>
      <dgm:spPr>
        <a:ln>
          <a:solidFill>
            <a:schemeClr val="tx2">
              <a:lumMod val="40000"/>
              <a:lumOff val="60000"/>
            </a:schemeClr>
          </a:solidFill>
        </a:ln>
      </dgm:spPr>
      <dgm:t>
        <a:bodyPr/>
        <a:lstStyle/>
        <a:p>
          <a:r>
            <a:rPr lang="en-US" dirty="0"/>
            <a:t>Each plaintext element or group of elements is uniquely </a:t>
          </a:r>
          <a:r>
            <a:rPr lang="en-US" b="1" dirty="0">
              <a:solidFill>
                <a:schemeClr val="accent3"/>
              </a:solidFill>
            </a:rPr>
            <a:t>replaced</a:t>
          </a:r>
          <a:r>
            <a:rPr lang="en-US" dirty="0"/>
            <a:t> by a corresponding </a:t>
          </a:r>
          <a:r>
            <a:rPr lang="en-US" dirty="0" err="1"/>
            <a:t>ciphertext</a:t>
          </a:r>
          <a:r>
            <a:rPr lang="en-US" dirty="0"/>
            <a:t> element or group of elements</a:t>
          </a:r>
        </a:p>
      </dgm:t>
    </dgm:pt>
    <dgm:pt modelId="{C3AF525D-4946-3A46-9919-E319EE856F1E}" type="parTrans" cxnId="{C9875715-680F-3C4A-8FF4-4F2976F2EF9E}">
      <dgm:prSet/>
      <dgm:spPr/>
      <dgm:t>
        <a:bodyPr/>
        <a:lstStyle/>
        <a:p>
          <a:endParaRPr lang="en-US"/>
        </a:p>
      </dgm:t>
    </dgm:pt>
    <dgm:pt modelId="{DEDE1FD2-5E9B-7044-945A-CA349919BAD6}" type="sibTrans" cxnId="{C9875715-680F-3C4A-8FF4-4F2976F2EF9E}">
      <dgm:prSet/>
      <dgm:spPr/>
      <dgm:t>
        <a:bodyPr/>
        <a:lstStyle/>
        <a:p>
          <a:endParaRPr lang="en-US"/>
        </a:p>
      </dgm:t>
    </dgm:pt>
    <dgm:pt modelId="{339B6737-1E45-4247-A5FB-A7F6697B4194}">
      <dgm:prSet/>
      <dgm:spPr>
        <a:solidFill>
          <a:schemeClr val="bg2">
            <a:lumMod val="75000"/>
            <a:lumOff val="25000"/>
          </a:schemeClr>
        </a:solidFill>
      </dgm:spPr>
      <dgm:t>
        <a:bodyPr/>
        <a:lstStyle/>
        <a:p>
          <a:r>
            <a:rPr lang="en-US" dirty="0"/>
            <a:t>Permutation/ Transposition </a:t>
          </a:r>
        </a:p>
      </dgm:t>
    </dgm:pt>
    <dgm:pt modelId="{12890E1A-C856-A447-A138-F64C65B8111C}" type="parTrans" cxnId="{2CE6CAC8-EF12-F14F-8FB3-102F41E71AE5}">
      <dgm:prSet/>
      <dgm:spPr/>
      <dgm:t>
        <a:bodyPr/>
        <a:lstStyle/>
        <a:p>
          <a:endParaRPr lang="en-US"/>
        </a:p>
      </dgm:t>
    </dgm:pt>
    <dgm:pt modelId="{E8411049-E3D5-3F43-9238-F68E21A832B4}" type="sibTrans" cxnId="{2CE6CAC8-EF12-F14F-8FB3-102F41E71AE5}">
      <dgm:prSet/>
      <dgm:spPr/>
      <dgm:t>
        <a:bodyPr/>
        <a:lstStyle/>
        <a:p>
          <a:endParaRPr lang="en-US"/>
        </a:p>
      </dgm:t>
    </dgm:pt>
    <dgm:pt modelId="{5492F155-BB51-7D45-BD7B-554B01F584EA}">
      <dgm:prSet/>
      <dgm:spPr>
        <a:ln>
          <a:solidFill>
            <a:schemeClr val="tx2">
              <a:lumMod val="40000"/>
              <a:lumOff val="60000"/>
            </a:schemeClr>
          </a:solidFill>
        </a:ln>
      </dgm:spPr>
      <dgm:t>
        <a:bodyPr/>
        <a:lstStyle/>
        <a:p>
          <a:r>
            <a:rPr lang="en-US" dirty="0"/>
            <a:t>No elements are added or deleted or replaced in the sequence, rather the order in which the elements appear in the </a:t>
          </a:r>
          <a:r>
            <a:rPr lang="en-US" b="1" dirty="0">
              <a:solidFill>
                <a:schemeClr val="accent3"/>
              </a:solidFill>
            </a:rPr>
            <a:t>sequence is changed</a:t>
          </a:r>
        </a:p>
      </dgm:t>
    </dgm:pt>
    <dgm:pt modelId="{D4A359E2-6C03-574E-A3BB-D6865DD41D8D}" type="parTrans" cxnId="{9C2D0816-1443-8742-BCCC-E56A01364534}">
      <dgm:prSet/>
      <dgm:spPr/>
      <dgm:t>
        <a:bodyPr/>
        <a:lstStyle/>
        <a:p>
          <a:endParaRPr lang="en-US"/>
        </a:p>
      </dgm:t>
    </dgm:pt>
    <dgm:pt modelId="{F8717277-A6DE-A54F-8813-09A308431CA4}" type="sibTrans" cxnId="{9C2D0816-1443-8742-BCCC-E56A01364534}">
      <dgm:prSet/>
      <dgm:spPr/>
      <dgm:t>
        <a:bodyPr/>
        <a:lstStyle/>
        <a:p>
          <a:endParaRPr lang="en-US"/>
        </a:p>
      </dgm:t>
    </dgm:pt>
    <dgm:pt modelId="{7F5A2714-1920-DB43-B513-905BC1B3D794}" type="pres">
      <dgm:prSet presAssocID="{3C0C7DEF-6978-3340-B693-74DE05CA3281}" presName="Name0" presStyleCnt="0">
        <dgm:presLayoutVars>
          <dgm:dir/>
          <dgm:animLvl val="lvl"/>
          <dgm:resizeHandles/>
        </dgm:presLayoutVars>
      </dgm:prSet>
      <dgm:spPr/>
    </dgm:pt>
    <dgm:pt modelId="{449B0BB3-376A-4E4B-8015-24B4B0F95B77}" type="pres">
      <dgm:prSet presAssocID="{A9024AA8-48CB-4542-A772-07573CAF7362}" presName="linNode" presStyleCnt="0"/>
      <dgm:spPr/>
    </dgm:pt>
    <dgm:pt modelId="{57A62681-1A56-7D44-BFF6-76AD004454BD}" type="pres">
      <dgm:prSet presAssocID="{A9024AA8-48CB-4542-A772-07573CAF7362}" presName="parentShp" presStyleLbl="node1" presStyleIdx="0" presStyleCnt="2" custLinFactNeighborX="-551" custLinFactNeighborY="-7338">
        <dgm:presLayoutVars>
          <dgm:bulletEnabled val="1"/>
        </dgm:presLayoutVars>
      </dgm:prSet>
      <dgm:spPr/>
    </dgm:pt>
    <dgm:pt modelId="{9B1769EE-F32D-4B41-951F-64C6336B81AD}" type="pres">
      <dgm:prSet presAssocID="{A9024AA8-48CB-4542-A772-07573CAF7362}" presName="childShp" presStyleLbl="bgAccFollowNode1" presStyleIdx="0" presStyleCnt="2">
        <dgm:presLayoutVars>
          <dgm:bulletEnabled val="1"/>
        </dgm:presLayoutVars>
      </dgm:prSet>
      <dgm:spPr/>
    </dgm:pt>
    <dgm:pt modelId="{FD600B4A-CDAD-6B41-A0FB-72EC82208D93}" type="pres">
      <dgm:prSet presAssocID="{E5AE1784-F24C-FD48-AB88-4D531BD73195}" presName="spacing" presStyleCnt="0"/>
      <dgm:spPr/>
    </dgm:pt>
    <dgm:pt modelId="{8D4971D1-432F-E849-A28B-5C03DDA12A27}" type="pres">
      <dgm:prSet presAssocID="{339B6737-1E45-4247-A5FB-A7F6697B4194}" presName="linNode" presStyleCnt="0"/>
      <dgm:spPr/>
    </dgm:pt>
    <dgm:pt modelId="{14881E42-CC0D-1E43-8416-8DF6501C7DFC}" type="pres">
      <dgm:prSet presAssocID="{339B6737-1E45-4247-A5FB-A7F6697B4194}" presName="parentShp" presStyleLbl="node1" presStyleIdx="1" presStyleCnt="2">
        <dgm:presLayoutVars>
          <dgm:bulletEnabled val="1"/>
        </dgm:presLayoutVars>
      </dgm:prSet>
      <dgm:spPr/>
    </dgm:pt>
    <dgm:pt modelId="{A41ED0DD-C2EF-014C-9055-C4A81ADD72A3}" type="pres">
      <dgm:prSet presAssocID="{339B6737-1E45-4247-A5FB-A7F6697B4194}" presName="childShp" presStyleLbl="bgAccFollowNode1" presStyleIdx="1" presStyleCnt="2">
        <dgm:presLayoutVars>
          <dgm:bulletEnabled val="1"/>
        </dgm:presLayoutVars>
      </dgm:prSet>
      <dgm:spPr/>
    </dgm:pt>
  </dgm:ptLst>
  <dgm:cxnLst>
    <dgm:cxn modelId="{C9875715-680F-3C4A-8FF4-4F2976F2EF9E}" srcId="{A9024AA8-48CB-4542-A772-07573CAF7362}" destId="{55BECFDC-A5D7-BE4B-A8D6-4BBE040FDDBC}" srcOrd="0" destOrd="0" parTransId="{C3AF525D-4946-3A46-9919-E319EE856F1E}" sibTransId="{DEDE1FD2-5E9B-7044-945A-CA349919BAD6}"/>
    <dgm:cxn modelId="{9C2D0816-1443-8742-BCCC-E56A01364534}" srcId="{339B6737-1E45-4247-A5FB-A7F6697B4194}" destId="{5492F155-BB51-7D45-BD7B-554B01F584EA}" srcOrd="0" destOrd="0" parTransId="{D4A359E2-6C03-574E-A3BB-D6865DD41D8D}" sibTransId="{F8717277-A6DE-A54F-8813-09A308431CA4}"/>
    <dgm:cxn modelId="{F669DB6D-C332-4049-AC62-4D607D7BFAB9}" type="presOf" srcId="{55BECFDC-A5D7-BE4B-A8D6-4BBE040FDDBC}" destId="{9B1769EE-F32D-4B41-951F-64C6336B81AD}" srcOrd="0" destOrd="0" presId="urn:microsoft.com/office/officeart/2005/8/layout/vList6"/>
    <dgm:cxn modelId="{3B0B0255-0757-483A-A1A0-8CFC773D591B}" type="presOf" srcId="{3C0C7DEF-6978-3340-B693-74DE05CA3281}" destId="{7F5A2714-1920-DB43-B513-905BC1B3D794}" srcOrd="0" destOrd="0" presId="urn:microsoft.com/office/officeart/2005/8/layout/vList6"/>
    <dgm:cxn modelId="{21DB2687-BEF0-4960-800B-3E69101B6B35}" type="presOf" srcId="{339B6737-1E45-4247-A5FB-A7F6697B4194}" destId="{14881E42-CC0D-1E43-8416-8DF6501C7DFC}" srcOrd="0" destOrd="0" presId="urn:microsoft.com/office/officeart/2005/8/layout/vList6"/>
    <dgm:cxn modelId="{0C91DDB6-C2AD-4AAF-9CEC-5FCA59156137}" type="presOf" srcId="{5492F155-BB51-7D45-BD7B-554B01F584EA}" destId="{A41ED0DD-C2EF-014C-9055-C4A81ADD72A3}" srcOrd="0" destOrd="0" presId="urn:microsoft.com/office/officeart/2005/8/layout/vList6"/>
    <dgm:cxn modelId="{2CE6CAC8-EF12-F14F-8FB3-102F41E71AE5}" srcId="{3C0C7DEF-6978-3340-B693-74DE05CA3281}" destId="{339B6737-1E45-4247-A5FB-A7F6697B4194}" srcOrd="1" destOrd="0" parTransId="{12890E1A-C856-A447-A138-F64C65B8111C}" sibTransId="{E8411049-E3D5-3F43-9238-F68E21A832B4}"/>
    <dgm:cxn modelId="{971726D1-7911-4261-9CE9-E2269E02AB03}" type="presOf" srcId="{A9024AA8-48CB-4542-A772-07573CAF7362}" destId="{57A62681-1A56-7D44-BFF6-76AD004454BD}" srcOrd="0" destOrd="0" presId="urn:microsoft.com/office/officeart/2005/8/layout/vList6"/>
    <dgm:cxn modelId="{65D90CDB-8CDF-734C-A7EA-CBB53CB6B9FF}" srcId="{3C0C7DEF-6978-3340-B693-74DE05CA3281}" destId="{A9024AA8-48CB-4542-A772-07573CAF7362}" srcOrd="0" destOrd="0" parTransId="{CDB53F6A-0AF0-6745-ACC9-998E95F27A79}" sibTransId="{E5AE1784-F24C-FD48-AB88-4D531BD73195}"/>
    <dgm:cxn modelId="{BD5AD9A4-F8CA-4CEB-8C46-A32359E50CDA}" type="presParOf" srcId="{7F5A2714-1920-DB43-B513-905BC1B3D794}" destId="{449B0BB3-376A-4E4B-8015-24B4B0F95B77}" srcOrd="0" destOrd="0" presId="urn:microsoft.com/office/officeart/2005/8/layout/vList6"/>
    <dgm:cxn modelId="{85BD4262-8B8A-494B-B586-943E6F7E253D}" type="presParOf" srcId="{449B0BB3-376A-4E4B-8015-24B4B0F95B77}" destId="{57A62681-1A56-7D44-BFF6-76AD004454BD}" srcOrd="0" destOrd="0" presId="urn:microsoft.com/office/officeart/2005/8/layout/vList6"/>
    <dgm:cxn modelId="{073681AA-DAA3-4E2E-AD5F-5FB66F0FDF31}" type="presParOf" srcId="{449B0BB3-376A-4E4B-8015-24B4B0F95B77}" destId="{9B1769EE-F32D-4B41-951F-64C6336B81AD}" srcOrd="1" destOrd="0" presId="urn:microsoft.com/office/officeart/2005/8/layout/vList6"/>
    <dgm:cxn modelId="{D184EE81-009F-4129-A5CF-24FEF40D2F7E}" type="presParOf" srcId="{7F5A2714-1920-DB43-B513-905BC1B3D794}" destId="{FD600B4A-CDAD-6B41-A0FB-72EC82208D93}" srcOrd="1" destOrd="0" presId="urn:microsoft.com/office/officeart/2005/8/layout/vList6"/>
    <dgm:cxn modelId="{85B85265-51FF-46AB-9A5B-0E9BACA6A181}" type="presParOf" srcId="{7F5A2714-1920-DB43-B513-905BC1B3D794}" destId="{8D4971D1-432F-E849-A28B-5C03DDA12A27}" srcOrd="2" destOrd="0" presId="urn:microsoft.com/office/officeart/2005/8/layout/vList6"/>
    <dgm:cxn modelId="{6935F889-C15F-4B0E-B784-024EB2711807}" type="presParOf" srcId="{8D4971D1-432F-E849-A28B-5C03DDA12A27}" destId="{14881E42-CC0D-1E43-8416-8DF6501C7DFC}" srcOrd="0" destOrd="0" presId="urn:microsoft.com/office/officeart/2005/8/layout/vList6"/>
    <dgm:cxn modelId="{B3A3F302-84F5-442F-B44F-D234026B28D2}" type="presParOf" srcId="{8D4971D1-432F-E849-A28B-5C03DDA12A27}" destId="{A41ED0DD-C2EF-014C-9055-C4A81ADD72A3}"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E702D97-8851-4BA4-BD85-DD60C662DAAB}" type="doc">
      <dgm:prSet loTypeId="urn:microsoft.com/office/officeart/2005/8/layout/vList6" loCatId="list" qsTypeId="urn:microsoft.com/office/officeart/2005/8/quickstyle/simple1" qsCatId="simple" csTypeId="urn:microsoft.com/office/officeart/2005/8/colors/colorful5" csCatId="colorful" phldr="1"/>
      <dgm:spPr/>
      <dgm:t>
        <a:bodyPr/>
        <a:lstStyle/>
        <a:p>
          <a:endParaRPr lang="en-MY"/>
        </a:p>
      </dgm:t>
    </dgm:pt>
    <dgm:pt modelId="{932BB624-37E3-40F3-B66A-CE112757229C}">
      <dgm:prSet phldrT="[Text]" custT="1"/>
      <dgm:spPr/>
      <dgm:t>
        <a:bodyPr/>
        <a:lstStyle/>
        <a:p>
          <a:r>
            <a:rPr lang="en-MY" sz="2000" dirty="0">
              <a:latin typeface="Bahnschrift" panose="020B0502040204020203" pitchFamily="34" charset="0"/>
            </a:rPr>
            <a:t>Block size</a:t>
          </a:r>
        </a:p>
      </dgm:t>
    </dgm:pt>
    <dgm:pt modelId="{6781BFB6-914E-4201-AA4E-1C33FAECEECC}" type="parTrans" cxnId="{89699E39-7633-4E38-B462-8514664BC8B2}">
      <dgm:prSet/>
      <dgm:spPr/>
      <dgm:t>
        <a:bodyPr/>
        <a:lstStyle/>
        <a:p>
          <a:endParaRPr lang="en-MY"/>
        </a:p>
      </dgm:t>
    </dgm:pt>
    <dgm:pt modelId="{04B0D8AD-689E-49B0-BC35-E859538FA7F3}" type="sibTrans" cxnId="{89699E39-7633-4E38-B462-8514664BC8B2}">
      <dgm:prSet/>
      <dgm:spPr/>
      <dgm:t>
        <a:bodyPr/>
        <a:lstStyle/>
        <a:p>
          <a:endParaRPr lang="en-MY"/>
        </a:p>
      </dgm:t>
    </dgm:pt>
    <dgm:pt modelId="{37800F54-CE86-4018-AD62-7FE41A98C066}">
      <dgm:prSet custT="1"/>
      <dgm:spPr/>
      <dgm:t>
        <a:bodyPr/>
        <a:lstStyle/>
        <a:p>
          <a:r>
            <a:rPr lang="en-US" sz="2000" dirty="0">
              <a:latin typeface="Bahnschrift" panose="020B0502040204020203" pitchFamily="34" charset="0"/>
            </a:rPr>
            <a:t>Larger block sizes mean greater security but reduced encryption/decryption speed for a given algorithm</a:t>
          </a:r>
          <a:endParaRPr lang="en-MY" sz="2000" dirty="0">
            <a:latin typeface="Bahnschrift" panose="020B0502040204020203" pitchFamily="34" charset="0"/>
          </a:endParaRPr>
        </a:p>
      </dgm:t>
    </dgm:pt>
    <dgm:pt modelId="{333C1BC0-A636-4A95-B2BF-123C0740D04F}" type="parTrans" cxnId="{68C2E36C-A257-4B16-B983-00387832DE40}">
      <dgm:prSet/>
      <dgm:spPr/>
      <dgm:t>
        <a:bodyPr/>
        <a:lstStyle/>
        <a:p>
          <a:endParaRPr lang="en-MY"/>
        </a:p>
      </dgm:t>
    </dgm:pt>
    <dgm:pt modelId="{658C30D2-620F-44A1-A305-AF1F97E4C6BF}" type="sibTrans" cxnId="{68C2E36C-A257-4B16-B983-00387832DE40}">
      <dgm:prSet/>
      <dgm:spPr/>
      <dgm:t>
        <a:bodyPr/>
        <a:lstStyle/>
        <a:p>
          <a:endParaRPr lang="en-MY"/>
        </a:p>
      </dgm:t>
    </dgm:pt>
    <dgm:pt modelId="{EFE918D4-2815-4238-A4D5-ADE183A6A2A1}">
      <dgm:prSet custT="1"/>
      <dgm:spPr/>
      <dgm:t>
        <a:bodyPr/>
        <a:lstStyle/>
        <a:p>
          <a:r>
            <a:rPr lang="en-MY" sz="2000" dirty="0">
              <a:latin typeface="Bahnschrift" panose="020B0502040204020203" pitchFamily="34" charset="0"/>
            </a:rPr>
            <a:t>Key size</a:t>
          </a:r>
        </a:p>
      </dgm:t>
    </dgm:pt>
    <dgm:pt modelId="{3F5D074B-63F3-4D73-8B85-6C38697AB02E}" type="parTrans" cxnId="{9ECC9E05-7FBE-43A4-8DBE-99F070AC89D1}">
      <dgm:prSet/>
      <dgm:spPr/>
      <dgm:t>
        <a:bodyPr/>
        <a:lstStyle/>
        <a:p>
          <a:endParaRPr lang="en-MY"/>
        </a:p>
      </dgm:t>
    </dgm:pt>
    <dgm:pt modelId="{4EC6D16A-B988-46E9-943B-222A2D96485F}" type="sibTrans" cxnId="{9ECC9E05-7FBE-43A4-8DBE-99F070AC89D1}">
      <dgm:prSet/>
      <dgm:spPr/>
      <dgm:t>
        <a:bodyPr/>
        <a:lstStyle/>
        <a:p>
          <a:endParaRPr lang="en-MY"/>
        </a:p>
      </dgm:t>
    </dgm:pt>
    <dgm:pt modelId="{C0FCD182-5E0D-47B8-9F33-814810EC80A4}">
      <dgm:prSet custT="1"/>
      <dgm:spPr/>
      <dgm:t>
        <a:bodyPr/>
        <a:lstStyle/>
        <a:p>
          <a:r>
            <a:rPr lang="en-US" sz="2000" dirty="0">
              <a:latin typeface="Bahnschrift" panose="020B0502040204020203" pitchFamily="34" charset="0"/>
            </a:rPr>
            <a:t>Larger key size means greater security but may decrease encryption/decryption speeds</a:t>
          </a:r>
          <a:endParaRPr lang="en-MY" sz="2000" dirty="0">
            <a:latin typeface="Bahnschrift" panose="020B0502040204020203" pitchFamily="34" charset="0"/>
          </a:endParaRPr>
        </a:p>
      </dgm:t>
    </dgm:pt>
    <dgm:pt modelId="{9273DB6A-42CB-4B4F-9625-84AD4DB02CED}" type="parTrans" cxnId="{08DEAB3C-9799-43AD-855F-83EF0C393F0F}">
      <dgm:prSet/>
      <dgm:spPr/>
      <dgm:t>
        <a:bodyPr/>
        <a:lstStyle/>
        <a:p>
          <a:endParaRPr lang="en-MY"/>
        </a:p>
      </dgm:t>
    </dgm:pt>
    <dgm:pt modelId="{7B9F1D50-8AA0-462E-B2C3-7056F75F9C34}" type="sibTrans" cxnId="{08DEAB3C-9799-43AD-855F-83EF0C393F0F}">
      <dgm:prSet/>
      <dgm:spPr/>
      <dgm:t>
        <a:bodyPr/>
        <a:lstStyle/>
        <a:p>
          <a:endParaRPr lang="en-MY"/>
        </a:p>
      </dgm:t>
    </dgm:pt>
    <dgm:pt modelId="{2696F6EC-21B2-467F-811E-5A5C13B9A315}">
      <dgm:prSet custT="1"/>
      <dgm:spPr/>
      <dgm:t>
        <a:bodyPr/>
        <a:lstStyle/>
        <a:p>
          <a:r>
            <a:rPr lang="en-MY" sz="2000" dirty="0">
              <a:latin typeface="Bahnschrift" panose="020B0502040204020203" pitchFamily="34" charset="0"/>
            </a:rPr>
            <a:t>Number of rounds</a:t>
          </a:r>
        </a:p>
      </dgm:t>
    </dgm:pt>
    <dgm:pt modelId="{37A4537C-8D90-471F-9A0F-28F0B8E53307}" type="parTrans" cxnId="{B317CAA6-6BD0-4BA9-B51E-F8F83062238A}">
      <dgm:prSet/>
      <dgm:spPr/>
      <dgm:t>
        <a:bodyPr/>
        <a:lstStyle/>
        <a:p>
          <a:endParaRPr lang="en-MY"/>
        </a:p>
      </dgm:t>
    </dgm:pt>
    <dgm:pt modelId="{1612B2E8-CCCA-4FA1-B066-8C1CBC4EE2FD}" type="sibTrans" cxnId="{B317CAA6-6BD0-4BA9-B51E-F8F83062238A}">
      <dgm:prSet/>
      <dgm:spPr/>
      <dgm:t>
        <a:bodyPr/>
        <a:lstStyle/>
        <a:p>
          <a:endParaRPr lang="en-MY"/>
        </a:p>
      </dgm:t>
    </dgm:pt>
    <dgm:pt modelId="{53F35851-37EC-4110-ABCA-DD8A11424A5B}">
      <dgm:prSet custT="1"/>
      <dgm:spPr/>
      <dgm:t>
        <a:bodyPr/>
        <a:lstStyle/>
        <a:p>
          <a:r>
            <a:rPr lang="en-US" sz="2000" dirty="0">
              <a:latin typeface="Bahnschrift" panose="020B0502040204020203" pitchFamily="34" charset="0"/>
            </a:rPr>
            <a:t>The essence of the Feistel cipher is that a single round offers inadequate security but that multiple rounds offer increasing security</a:t>
          </a:r>
          <a:endParaRPr lang="en-MY" sz="2000" dirty="0">
            <a:latin typeface="Bahnschrift" panose="020B0502040204020203" pitchFamily="34" charset="0"/>
          </a:endParaRPr>
        </a:p>
      </dgm:t>
    </dgm:pt>
    <dgm:pt modelId="{3AAE98FD-FCD1-4C80-9A24-9E8831595431}" type="parTrans" cxnId="{9F298B54-C8C1-4F3F-9B10-1D6C9A8B9BED}">
      <dgm:prSet/>
      <dgm:spPr/>
      <dgm:t>
        <a:bodyPr/>
        <a:lstStyle/>
        <a:p>
          <a:endParaRPr lang="en-MY"/>
        </a:p>
      </dgm:t>
    </dgm:pt>
    <dgm:pt modelId="{EEF6AF0E-248F-4BB2-BB97-9161EC6F0A3D}" type="sibTrans" cxnId="{9F298B54-C8C1-4F3F-9B10-1D6C9A8B9BED}">
      <dgm:prSet/>
      <dgm:spPr/>
      <dgm:t>
        <a:bodyPr/>
        <a:lstStyle/>
        <a:p>
          <a:endParaRPr lang="en-MY"/>
        </a:p>
      </dgm:t>
    </dgm:pt>
    <dgm:pt modelId="{4355732A-88C4-429A-AAA0-588499B6D9D3}">
      <dgm:prSet custT="1"/>
      <dgm:spPr/>
      <dgm:t>
        <a:bodyPr/>
        <a:lstStyle/>
        <a:p>
          <a:r>
            <a:rPr lang="en-MY" sz="2000">
              <a:latin typeface="Bahnschrift" panose="020B0502040204020203" pitchFamily="34" charset="0"/>
            </a:rPr>
            <a:t>Subkey generation algorithm</a:t>
          </a:r>
        </a:p>
      </dgm:t>
    </dgm:pt>
    <dgm:pt modelId="{8BE8DCF7-1034-4C92-ADAD-9FD6EC4EA9A8}" type="parTrans" cxnId="{83A08AD0-2043-4B0E-B33A-2653D3DB4AD3}">
      <dgm:prSet/>
      <dgm:spPr/>
      <dgm:t>
        <a:bodyPr/>
        <a:lstStyle/>
        <a:p>
          <a:endParaRPr lang="en-MY"/>
        </a:p>
      </dgm:t>
    </dgm:pt>
    <dgm:pt modelId="{F8F540ED-D431-44E4-A3C5-97FDD64EF2D5}" type="sibTrans" cxnId="{83A08AD0-2043-4B0E-B33A-2653D3DB4AD3}">
      <dgm:prSet/>
      <dgm:spPr/>
      <dgm:t>
        <a:bodyPr/>
        <a:lstStyle/>
        <a:p>
          <a:endParaRPr lang="en-MY"/>
        </a:p>
      </dgm:t>
    </dgm:pt>
    <dgm:pt modelId="{740695D5-83F6-4862-8E4C-5464E7B1F931}">
      <dgm:prSet custT="1"/>
      <dgm:spPr/>
      <dgm:t>
        <a:bodyPr/>
        <a:lstStyle/>
        <a:p>
          <a:r>
            <a:rPr lang="en-US" sz="2000" dirty="0">
              <a:latin typeface="Bahnschrift" panose="020B0502040204020203" pitchFamily="34" charset="0"/>
            </a:rPr>
            <a:t>Greater complexity in this algorithm should lead to greater difficulty of cryptanalysis</a:t>
          </a:r>
          <a:endParaRPr lang="en-MY" sz="2000" dirty="0">
            <a:latin typeface="Bahnschrift" panose="020B0502040204020203" pitchFamily="34" charset="0"/>
          </a:endParaRPr>
        </a:p>
      </dgm:t>
    </dgm:pt>
    <dgm:pt modelId="{0BC1F4E7-C037-449B-93A8-E0B16119EED8}" type="parTrans" cxnId="{7980F34B-9E8C-4CC7-9161-CBC17A4FCAA0}">
      <dgm:prSet/>
      <dgm:spPr/>
      <dgm:t>
        <a:bodyPr/>
        <a:lstStyle/>
        <a:p>
          <a:endParaRPr lang="en-MY"/>
        </a:p>
      </dgm:t>
    </dgm:pt>
    <dgm:pt modelId="{A79C7D75-F64E-45D1-A0CB-EC91A873B123}" type="sibTrans" cxnId="{7980F34B-9E8C-4CC7-9161-CBC17A4FCAA0}">
      <dgm:prSet/>
      <dgm:spPr/>
      <dgm:t>
        <a:bodyPr/>
        <a:lstStyle/>
        <a:p>
          <a:endParaRPr lang="en-MY"/>
        </a:p>
      </dgm:t>
    </dgm:pt>
    <dgm:pt modelId="{A72DB266-CC5D-49C1-A12E-18F3A92D854D}">
      <dgm:prSet custT="1"/>
      <dgm:spPr/>
      <dgm:t>
        <a:bodyPr/>
        <a:lstStyle/>
        <a:p>
          <a:r>
            <a:rPr lang="en-MY" sz="2000">
              <a:latin typeface="Bahnschrift" panose="020B0502040204020203" pitchFamily="34" charset="0"/>
            </a:rPr>
            <a:t>Round function F</a:t>
          </a:r>
        </a:p>
      </dgm:t>
    </dgm:pt>
    <dgm:pt modelId="{57E71DE4-1092-4D20-9200-E39E33204169}" type="parTrans" cxnId="{8D1BA1A6-F508-4218-A443-E3075AF868FC}">
      <dgm:prSet/>
      <dgm:spPr/>
      <dgm:t>
        <a:bodyPr/>
        <a:lstStyle/>
        <a:p>
          <a:endParaRPr lang="en-MY"/>
        </a:p>
      </dgm:t>
    </dgm:pt>
    <dgm:pt modelId="{A4261194-B573-4979-94A9-18E80DBD08D2}" type="sibTrans" cxnId="{8D1BA1A6-F508-4218-A443-E3075AF868FC}">
      <dgm:prSet/>
      <dgm:spPr/>
      <dgm:t>
        <a:bodyPr/>
        <a:lstStyle/>
        <a:p>
          <a:endParaRPr lang="en-MY"/>
        </a:p>
      </dgm:t>
    </dgm:pt>
    <dgm:pt modelId="{B1845641-1C19-44A9-A17E-74B41A061DB6}">
      <dgm:prSet custT="1"/>
      <dgm:spPr/>
      <dgm:t>
        <a:bodyPr/>
        <a:lstStyle/>
        <a:p>
          <a:r>
            <a:rPr lang="en-US" sz="2000" dirty="0">
              <a:latin typeface="Bahnschrift" panose="020B0502040204020203" pitchFamily="34" charset="0"/>
            </a:rPr>
            <a:t>Greater complexity generally means greater resistance to cryptanalysis</a:t>
          </a:r>
          <a:endParaRPr lang="en-MY" sz="2000" dirty="0">
            <a:latin typeface="Bahnschrift" panose="020B0502040204020203" pitchFamily="34" charset="0"/>
          </a:endParaRPr>
        </a:p>
      </dgm:t>
    </dgm:pt>
    <dgm:pt modelId="{7C814F9B-BCB0-49BC-AE0B-AC90E889A9D3}" type="parTrans" cxnId="{102AF349-964B-4F54-A7AE-A3530D08C0D9}">
      <dgm:prSet/>
      <dgm:spPr/>
      <dgm:t>
        <a:bodyPr/>
        <a:lstStyle/>
        <a:p>
          <a:endParaRPr lang="en-MY"/>
        </a:p>
      </dgm:t>
    </dgm:pt>
    <dgm:pt modelId="{2D61AB4E-B521-44D0-9869-43AC582E6F47}" type="sibTrans" cxnId="{102AF349-964B-4F54-A7AE-A3530D08C0D9}">
      <dgm:prSet/>
      <dgm:spPr/>
      <dgm:t>
        <a:bodyPr/>
        <a:lstStyle/>
        <a:p>
          <a:endParaRPr lang="en-MY"/>
        </a:p>
      </dgm:t>
    </dgm:pt>
    <dgm:pt modelId="{79F7D657-832E-40FD-8772-C6CAEEC944C4}" type="pres">
      <dgm:prSet presAssocID="{5E702D97-8851-4BA4-BD85-DD60C662DAAB}" presName="Name0" presStyleCnt="0">
        <dgm:presLayoutVars>
          <dgm:dir/>
          <dgm:animLvl val="lvl"/>
          <dgm:resizeHandles/>
        </dgm:presLayoutVars>
      </dgm:prSet>
      <dgm:spPr/>
    </dgm:pt>
    <dgm:pt modelId="{BE9C1A6F-C3B6-4F54-95F8-66294424C4B7}" type="pres">
      <dgm:prSet presAssocID="{932BB624-37E3-40F3-B66A-CE112757229C}" presName="linNode" presStyleCnt="0"/>
      <dgm:spPr/>
    </dgm:pt>
    <dgm:pt modelId="{216F7B3F-1C60-4AE2-B7F9-E9230B6A662A}" type="pres">
      <dgm:prSet presAssocID="{932BB624-37E3-40F3-B66A-CE112757229C}" presName="parentShp" presStyleLbl="node1" presStyleIdx="0" presStyleCnt="5">
        <dgm:presLayoutVars>
          <dgm:bulletEnabled val="1"/>
        </dgm:presLayoutVars>
      </dgm:prSet>
      <dgm:spPr/>
    </dgm:pt>
    <dgm:pt modelId="{160C60CC-6796-4126-9E6C-6783DF95A689}" type="pres">
      <dgm:prSet presAssocID="{932BB624-37E3-40F3-B66A-CE112757229C}" presName="childShp" presStyleLbl="bgAccFollowNode1" presStyleIdx="0" presStyleCnt="5">
        <dgm:presLayoutVars>
          <dgm:bulletEnabled val="1"/>
        </dgm:presLayoutVars>
      </dgm:prSet>
      <dgm:spPr/>
    </dgm:pt>
    <dgm:pt modelId="{15200D00-73AB-4A85-936D-D14D928BBB57}" type="pres">
      <dgm:prSet presAssocID="{04B0D8AD-689E-49B0-BC35-E859538FA7F3}" presName="spacing" presStyleCnt="0"/>
      <dgm:spPr/>
    </dgm:pt>
    <dgm:pt modelId="{8A21BCEF-9D86-457A-8F64-28C96778163C}" type="pres">
      <dgm:prSet presAssocID="{EFE918D4-2815-4238-A4D5-ADE183A6A2A1}" presName="linNode" presStyleCnt="0"/>
      <dgm:spPr/>
    </dgm:pt>
    <dgm:pt modelId="{4E393303-601F-4C0B-B4FF-30BE563EE440}" type="pres">
      <dgm:prSet presAssocID="{EFE918D4-2815-4238-A4D5-ADE183A6A2A1}" presName="parentShp" presStyleLbl="node1" presStyleIdx="1" presStyleCnt="5">
        <dgm:presLayoutVars>
          <dgm:bulletEnabled val="1"/>
        </dgm:presLayoutVars>
      </dgm:prSet>
      <dgm:spPr/>
    </dgm:pt>
    <dgm:pt modelId="{95732751-CDB7-425A-9E79-C77BB3F1C7AD}" type="pres">
      <dgm:prSet presAssocID="{EFE918D4-2815-4238-A4D5-ADE183A6A2A1}" presName="childShp" presStyleLbl="bgAccFollowNode1" presStyleIdx="1" presStyleCnt="5">
        <dgm:presLayoutVars>
          <dgm:bulletEnabled val="1"/>
        </dgm:presLayoutVars>
      </dgm:prSet>
      <dgm:spPr/>
    </dgm:pt>
    <dgm:pt modelId="{40A3CFC2-C4DD-4422-BA4B-C794E4BE6CE9}" type="pres">
      <dgm:prSet presAssocID="{4EC6D16A-B988-46E9-943B-222A2D96485F}" presName="spacing" presStyleCnt="0"/>
      <dgm:spPr/>
    </dgm:pt>
    <dgm:pt modelId="{2A025369-AF46-470D-8257-DEF5C549610D}" type="pres">
      <dgm:prSet presAssocID="{2696F6EC-21B2-467F-811E-5A5C13B9A315}" presName="linNode" presStyleCnt="0"/>
      <dgm:spPr/>
    </dgm:pt>
    <dgm:pt modelId="{A5BAE8A5-065C-4F5B-B52C-BF09F7A50F61}" type="pres">
      <dgm:prSet presAssocID="{2696F6EC-21B2-467F-811E-5A5C13B9A315}" presName="parentShp" presStyleLbl="node1" presStyleIdx="2" presStyleCnt="5">
        <dgm:presLayoutVars>
          <dgm:bulletEnabled val="1"/>
        </dgm:presLayoutVars>
      </dgm:prSet>
      <dgm:spPr/>
    </dgm:pt>
    <dgm:pt modelId="{C09130D4-413C-41BD-8D43-223885ABEB5E}" type="pres">
      <dgm:prSet presAssocID="{2696F6EC-21B2-467F-811E-5A5C13B9A315}" presName="childShp" presStyleLbl="bgAccFollowNode1" presStyleIdx="2" presStyleCnt="5">
        <dgm:presLayoutVars>
          <dgm:bulletEnabled val="1"/>
        </dgm:presLayoutVars>
      </dgm:prSet>
      <dgm:spPr/>
    </dgm:pt>
    <dgm:pt modelId="{65A94B91-5B27-42AA-9C55-B5B88F421DFC}" type="pres">
      <dgm:prSet presAssocID="{1612B2E8-CCCA-4FA1-B066-8C1CBC4EE2FD}" presName="spacing" presStyleCnt="0"/>
      <dgm:spPr/>
    </dgm:pt>
    <dgm:pt modelId="{F4241538-56BC-4A6E-A1F7-4067EB3D80D6}" type="pres">
      <dgm:prSet presAssocID="{4355732A-88C4-429A-AAA0-588499B6D9D3}" presName="linNode" presStyleCnt="0"/>
      <dgm:spPr/>
    </dgm:pt>
    <dgm:pt modelId="{D58B74D4-8941-46BE-967C-9D7A74542D0A}" type="pres">
      <dgm:prSet presAssocID="{4355732A-88C4-429A-AAA0-588499B6D9D3}" presName="parentShp" presStyleLbl="node1" presStyleIdx="3" presStyleCnt="5">
        <dgm:presLayoutVars>
          <dgm:bulletEnabled val="1"/>
        </dgm:presLayoutVars>
      </dgm:prSet>
      <dgm:spPr/>
    </dgm:pt>
    <dgm:pt modelId="{86DA6742-EB79-4440-9025-73C45959CDC4}" type="pres">
      <dgm:prSet presAssocID="{4355732A-88C4-429A-AAA0-588499B6D9D3}" presName="childShp" presStyleLbl="bgAccFollowNode1" presStyleIdx="3" presStyleCnt="5">
        <dgm:presLayoutVars>
          <dgm:bulletEnabled val="1"/>
        </dgm:presLayoutVars>
      </dgm:prSet>
      <dgm:spPr/>
    </dgm:pt>
    <dgm:pt modelId="{6081F2D4-3C98-4F36-B3F1-EF42A4CD7DC4}" type="pres">
      <dgm:prSet presAssocID="{F8F540ED-D431-44E4-A3C5-97FDD64EF2D5}" presName="spacing" presStyleCnt="0"/>
      <dgm:spPr/>
    </dgm:pt>
    <dgm:pt modelId="{99BFCEAC-87F4-43AB-9844-FC660BFC1329}" type="pres">
      <dgm:prSet presAssocID="{A72DB266-CC5D-49C1-A12E-18F3A92D854D}" presName="linNode" presStyleCnt="0"/>
      <dgm:spPr/>
    </dgm:pt>
    <dgm:pt modelId="{5C9638D1-827D-4118-A9B5-BAAC0CCD6500}" type="pres">
      <dgm:prSet presAssocID="{A72DB266-CC5D-49C1-A12E-18F3A92D854D}" presName="parentShp" presStyleLbl="node1" presStyleIdx="4" presStyleCnt="5">
        <dgm:presLayoutVars>
          <dgm:bulletEnabled val="1"/>
        </dgm:presLayoutVars>
      </dgm:prSet>
      <dgm:spPr/>
    </dgm:pt>
    <dgm:pt modelId="{BF37F28B-7792-44A1-A658-E0A30053AFDE}" type="pres">
      <dgm:prSet presAssocID="{A72DB266-CC5D-49C1-A12E-18F3A92D854D}" presName="childShp" presStyleLbl="bgAccFollowNode1" presStyleIdx="4" presStyleCnt="5">
        <dgm:presLayoutVars>
          <dgm:bulletEnabled val="1"/>
        </dgm:presLayoutVars>
      </dgm:prSet>
      <dgm:spPr/>
    </dgm:pt>
  </dgm:ptLst>
  <dgm:cxnLst>
    <dgm:cxn modelId="{9ECC9E05-7FBE-43A4-8DBE-99F070AC89D1}" srcId="{5E702D97-8851-4BA4-BD85-DD60C662DAAB}" destId="{EFE918D4-2815-4238-A4D5-ADE183A6A2A1}" srcOrd="1" destOrd="0" parTransId="{3F5D074B-63F3-4D73-8B85-6C38697AB02E}" sibTransId="{4EC6D16A-B988-46E9-943B-222A2D96485F}"/>
    <dgm:cxn modelId="{52026917-3F05-4719-8C18-76676013633E}" type="presOf" srcId="{B1845641-1C19-44A9-A17E-74B41A061DB6}" destId="{BF37F28B-7792-44A1-A658-E0A30053AFDE}" srcOrd="0" destOrd="0" presId="urn:microsoft.com/office/officeart/2005/8/layout/vList6"/>
    <dgm:cxn modelId="{1B1E9F28-4D33-43DA-9335-BC758E1BBCCF}" type="presOf" srcId="{EFE918D4-2815-4238-A4D5-ADE183A6A2A1}" destId="{4E393303-601F-4C0B-B4FF-30BE563EE440}" srcOrd="0" destOrd="0" presId="urn:microsoft.com/office/officeart/2005/8/layout/vList6"/>
    <dgm:cxn modelId="{89699E39-7633-4E38-B462-8514664BC8B2}" srcId="{5E702D97-8851-4BA4-BD85-DD60C662DAAB}" destId="{932BB624-37E3-40F3-B66A-CE112757229C}" srcOrd="0" destOrd="0" parTransId="{6781BFB6-914E-4201-AA4E-1C33FAECEECC}" sibTransId="{04B0D8AD-689E-49B0-BC35-E859538FA7F3}"/>
    <dgm:cxn modelId="{08DEAB3C-9799-43AD-855F-83EF0C393F0F}" srcId="{EFE918D4-2815-4238-A4D5-ADE183A6A2A1}" destId="{C0FCD182-5E0D-47B8-9F33-814810EC80A4}" srcOrd="0" destOrd="0" parTransId="{9273DB6A-42CB-4B4F-9625-84AD4DB02CED}" sibTransId="{7B9F1D50-8AA0-462E-B2C3-7056F75F9C34}"/>
    <dgm:cxn modelId="{14C07D5F-61A5-491F-8DB8-DF9709091FE5}" type="presOf" srcId="{C0FCD182-5E0D-47B8-9F33-814810EC80A4}" destId="{95732751-CDB7-425A-9E79-C77BB3F1C7AD}" srcOrd="0" destOrd="0" presId="urn:microsoft.com/office/officeart/2005/8/layout/vList6"/>
    <dgm:cxn modelId="{102AF349-964B-4F54-A7AE-A3530D08C0D9}" srcId="{A72DB266-CC5D-49C1-A12E-18F3A92D854D}" destId="{B1845641-1C19-44A9-A17E-74B41A061DB6}" srcOrd="0" destOrd="0" parTransId="{7C814F9B-BCB0-49BC-AE0B-AC90E889A9D3}" sibTransId="{2D61AB4E-B521-44D0-9869-43AC582E6F47}"/>
    <dgm:cxn modelId="{7980F34B-9E8C-4CC7-9161-CBC17A4FCAA0}" srcId="{4355732A-88C4-429A-AAA0-588499B6D9D3}" destId="{740695D5-83F6-4862-8E4C-5464E7B1F931}" srcOrd="0" destOrd="0" parTransId="{0BC1F4E7-C037-449B-93A8-E0B16119EED8}" sibTransId="{A79C7D75-F64E-45D1-A0CB-EC91A873B123}"/>
    <dgm:cxn modelId="{68C2E36C-A257-4B16-B983-00387832DE40}" srcId="{932BB624-37E3-40F3-B66A-CE112757229C}" destId="{37800F54-CE86-4018-AD62-7FE41A98C066}" srcOrd="0" destOrd="0" parTransId="{333C1BC0-A636-4A95-B2BF-123C0740D04F}" sibTransId="{658C30D2-620F-44A1-A305-AF1F97E4C6BF}"/>
    <dgm:cxn modelId="{76427E4F-5A40-4AE4-BB11-59160E88DBD0}" type="presOf" srcId="{37800F54-CE86-4018-AD62-7FE41A98C066}" destId="{160C60CC-6796-4126-9E6C-6783DF95A689}" srcOrd="0" destOrd="0" presId="urn:microsoft.com/office/officeart/2005/8/layout/vList6"/>
    <dgm:cxn modelId="{9F298B54-C8C1-4F3F-9B10-1D6C9A8B9BED}" srcId="{2696F6EC-21B2-467F-811E-5A5C13B9A315}" destId="{53F35851-37EC-4110-ABCA-DD8A11424A5B}" srcOrd="0" destOrd="0" parTransId="{3AAE98FD-FCD1-4C80-9A24-9E8831595431}" sibTransId="{EEF6AF0E-248F-4BB2-BB97-9161EC6F0A3D}"/>
    <dgm:cxn modelId="{8D1BA1A6-F508-4218-A443-E3075AF868FC}" srcId="{5E702D97-8851-4BA4-BD85-DD60C662DAAB}" destId="{A72DB266-CC5D-49C1-A12E-18F3A92D854D}" srcOrd="4" destOrd="0" parTransId="{57E71DE4-1092-4D20-9200-E39E33204169}" sibTransId="{A4261194-B573-4979-94A9-18E80DBD08D2}"/>
    <dgm:cxn modelId="{B317CAA6-6BD0-4BA9-B51E-F8F83062238A}" srcId="{5E702D97-8851-4BA4-BD85-DD60C662DAAB}" destId="{2696F6EC-21B2-467F-811E-5A5C13B9A315}" srcOrd="2" destOrd="0" parTransId="{37A4537C-8D90-471F-9A0F-28F0B8E53307}" sibTransId="{1612B2E8-CCCA-4FA1-B066-8C1CBC4EE2FD}"/>
    <dgm:cxn modelId="{9B933DAC-74D7-4025-9C63-0729362C38D6}" type="presOf" srcId="{4355732A-88C4-429A-AAA0-588499B6D9D3}" destId="{D58B74D4-8941-46BE-967C-9D7A74542D0A}" srcOrd="0" destOrd="0" presId="urn:microsoft.com/office/officeart/2005/8/layout/vList6"/>
    <dgm:cxn modelId="{EE1F7BB4-594B-42BE-9AD2-F6FAC01C4167}" type="presOf" srcId="{932BB624-37E3-40F3-B66A-CE112757229C}" destId="{216F7B3F-1C60-4AE2-B7F9-E9230B6A662A}" srcOrd="0" destOrd="0" presId="urn:microsoft.com/office/officeart/2005/8/layout/vList6"/>
    <dgm:cxn modelId="{EB7FD6BD-64BB-4FF1-8CA8-8C6BE9B15A4F}" type="presOf" srcId="{53F35851-37EC-4110-ABCA-DD8A11424A5B}" destId="{C09130D4-413C-41BD-8D43-223885ABEB5E}" srcOrd="0" destOrd="0" presId="urn:microsoft.com/office/officeart/2005/8/layout/vList6"/>
    <dgm:cxn modelId="{83A08AD0-2043-4B0E-B33A-2653D3DB4AD3}" srcId="{5E702D97-8851-4BA4-BD85-DD60C662DAAB}" destId="{4355732A-88C4-429A-AAA0-588499B6D9D3}" srcOrd="3" destOrd="0" parTransId="{8BE8DCF7-1034-4C92-ADAD-9FD6EC4EA9A8}" sibTransId="{F8F540ED-D431-44E4-A3C5-97FDD64EF2D5}"/>
    <dgm:cxn modelId="{6ECEC3D8-4E5B-4BC9-9B26-CF35EDA06551}" type="presOf" srcId="{2696F6EC-21B2-467F-811E-5A5C13B9A315}" destId="{A5BAE8A5-065C-4F5B-B52C-BF09F7A50F61}" srcOrd="0" destOrd="0" presId="urn:microsoft.com/office/officeart/2005/8/layout/vList6"/>
    <dgm:cxn modelId="{8F6C11E4-BCA0-4823-B10B-0C9E835EFE12}" type="presOf" srcId="{740695D5-83F6-4862-8E4C-5464E7B1F931}" destId="{86DA6742-EB79-4440-9025-73C45959CDC4}" srcOrd="0" destOrd="0" presId="urn:microsoft.com/office/officeart/2005/8/layout/vList6"/>
    <dgm:cxn modelId="{A1CE28EE-42B9-453C-858E-8247B73724E6}" type="presOf" srcId="{A72DB266-CC5D-49C1-A12E-18F3A92D854D}" destId="{5C9638D1-827D-4118-A9B5-BAAC0CCD6500}" srcOrd="0" destOrd="0" presId="urn:microsoft.com/office/officeart/2005/8/layout/vList6"/>
    <dgm:cxn modelId="{EA46ACF8-1B68-4200-A544-02A03068BB5A}" type="presOf" srcId="{5E702D97-8851-4BA4-BD85-DD60C662DAAB}" destId="{79F7D657-832E-40FD-8772-C6CAEEC944C4}" srcOrd="0" destOrd="0" presId="urn:microsoft.com/office/officeart/2005/8/layout/vList6"/>
    <dgm:cxn modelId="{3ABC0886-D55E-4234-B6BB-FF327E4B29A6}" type="presParOf" srcId="{79F7D657-832E-40FD-8772-C6CAEEC944C4}" destId="{BE9C1A6F-C3B6-4F54-95F8-66294424C4B7}" srcOrd="0" destOrd="0" presId="urn:microsoft.com/office/officeart/2005/8/layout/vList6"/>
    <dgm:cxn modelId="{56226C92-2E7F-48F8-A31D-A9A410E3BFCC}" type="presParOf" srcId="{BE9C1A6F-C3B6-4F54-95F8-66294424C4B7}" destId="{216F7B3F-1C60-4AE2-B7F9-E9230B6A662A}" srcOrd="0" destOrd="0" presId="urn:microsoft.com/office/officeart/2005/8/layout/vList6"/>
    <dgm:cxn modelId="{6A385A27-C6D6-4DEE-BEC3-250AEDA00E4D}" type="presParOf" srcId="{BE9C1A6F-C3B6-4F54-95F8-66294424C4B7}" destId="{160C60CC-6796-4126-9E6C-6783DF95A689}" srcOrd="1" destOrd="0" presId="urn:microsoft.com/office/officeart/2005/8/layout/vList6"/>
    <dgm:cxn modelId="{D0B946A2-9E79-40D5-97E3-0E1E7AF297CD}" type="presParOf" srcId="{79F7D657-832E-40FD-8772-C6CAEEC944C4}" destId="{15200D00-73AB-4A85-936D-D14D928BBB57}" srcOrd="1" destOrd="0" presId="urn:microsoft.com/office/officeart/2005/8/layout/vList6"/>
    <dgm:cxn modelId="{C21DB3B6-EBC4-4FB0-B808-51EE5F0437DB}" type="presParOf" srcId="{79F7D657-832E-40FD-8772-C6CAEEC944C4}" destId="{8A21BCEF-9D86-457A-8F64-28C96778163C}" srcOrd="2" destOrd="0" presId="urn:microsoft.com/office/officeart/2005/8/layout/vList6"/>
    <dgm:cxn modelId="{BEE0B0C9-87C1-4887-BF9B-6FFCE57EDE60}" type="presParOf" srcId="{8A21BCEF-9D86-457A-8F64-28C96778163C}" destId="{4E393303-601F-4C0B-B4FF-30BE563EE440}" srcOrd="0" destOrd="0" presId="urn:microsoft.com/office/officeart/2005/8/layout/vList6"/>
    <dgm:cxn modelId="{A5E3B80E-3F13-4E77-8A15-1F3296947F18}" type="presParOf" srcId="{8A21BCEF-9D86-457A-8F64-28C96778163C}" destId="{95732751-CDB7-425A-9E79-C77BB3F1C7AD}" srcOrd="1" destOrd="0" presId="urn:microsoft.com/office/officeart/2005/8/layout/vList6"/>
    <dgm:cxn modelId="{1A63D80F-49A6-4826-873F-A536F094576F}" type="presParOf" srcId="{79F7D657-832E-40FD-8772-C6CAEEC944C4}" destId="{40A3CFC2-C4DD-4422-BA4B-C794E4BE6CE9}" srcOrd="3" destOrd="0" presId="urn:microsoft.com/office/officeart/2005/8/layout/vList6"/>
    <dgm:cxn modelId="{33E50729-5D15-4160-BE9F-0262966986E0}" type="presParOf" srcId="{79F7D657-832E-40FD-8772-C6CAEEC944C4}" destId="{2A025369-AF46-470D-8257-DEF5C549610D}" srcOrd="4" destOrd="0" presId="urn:microsoft.com/office/officeart/2005/8/layout/vList6"/>
    <dgm:cxn modelId="{ACD58643-F93E-418E-9BDC-4D74EB89125D}" type="presParOf" srcId="{2A025369-AF46-470D-8257-DEF5C549610D}" destId="{A5BAE8A5-065C-4F5B-B52C-BF09F7A50F61}" srcOrd="0" destOrd="0" presId="urn:microsoft.com/office/officeart/2005/8/layout/vList6"/>
    <dgm:cxn modelId="{35D04D86-D4CB-40B3-9A3F-2875E7F505AF}" type="presParOf" srcId="{2A025369-AF46-470D-8257-DEF5C549610D}" destId="{C09130D4-413C-41BD-8D43-223885ABEB5E}" srcOrd="1" destOrd="0" presId="urn:microsoft.com/office/officeart/2005/8/layout/vList6"/>
    <dgm:cxn modelId="{B37DAEE1-3641-4C16-A1D5-E67A356FADD4}" type="presParOf" srcId="{79F7D657-832E-40FD-8772-C6CAEEC944C4}" destId="{65A94B91-5B27-42AA-9C55-B5B88F421DFC}" srcOrd="5" destOrd="0" presId="urn:microsoft.com/office/officeart/2005/8/layout/vList6"/>
    <dgm:cxn modelId="{CA4E23EA-9F9D-4713-9F88-9BBF588DA6A1}" type="presParOf" srcId="{79F7D657-832E-40FD-8772-C6CAEEC944C4}" destId="{F4241538-56BC-4A6E-A1F7-4067EB3D80D6}" srcOrd="6" destOrd="0" presId="urn:microsoft.com/office/officeart/2005/8/layout/vList6"/>
    <dgm:cxn modelId="{F68152E6-1BBC-4BCC-B374-E5088BEAC05D}" type="presParOf" srcId="{F4241538-56BC-4A6E-A1F7-4067EB3D80D6}" destId="{D58B74D4-8941-46BE-967C-9D7A74542D0A}" srcOrd="0" destOrd="0" presId="urn:microsoft.com/office/officeart/2005/8/layout/vList6"/>
    <dgm:cxn modelId="{1A2C727B-EA69-4EB4-A0CF-33E7A8FEDBB8}" type="presParOf" srcId="{F4241538-56BC-4A6E-A1F7-4067EB3D80D6}" destId="{86DA6742-EB79-4440-9025-73C45959CDC4}" srcOrd="1" destOrd="0" presId="urn:microsoft.com/office/officeart/2005/8/layout/vList6"/>
    <dgm:cxn modelId="{0F306194-405B-4321-BE5D-88E7DECE51C6}" type="presParOf" srcId="{79F7D657-832E-40FD-8772-C6CAEEC944C4}" destId="{6081F2D4-3C98-4F36-B3F1-EF42A4CD7DC4}" srcOrd="7" destOrd="0" presId="urn:microsoft.com/office/officeart/2005/8/layout/vList6"/>
    <dgm:cxn modelId="{9F5A8211-E461-4E22-810B-AE9633A74B7C}" type="presParOf" srcId="{79F7D657-832E-40FD-8772-C6CAEEC944C4}" destId="{99BFCEAC-87F4-43AB-9844-FC660BFC1329}" srcOrd="8" destOrd="0" presId="urn:microsoft.com/office/officeart/2005/8/layout/vList6"/>
    <dgm:cxn modelId="{87F11C0C-57E0-447F-87D8-9A726BDC37E3}" type="presParOf" srcId="{99BFCEAC-87F4-43AB-9844-FC660BFC1329}" destId="{5C9638D1-827D-4118-A9B5-BAAC0CCD6500}" srcOrd="0" destOrd="0" presId="urn:microsoft.com/office/officeart/2005/8/layout/vList6"/>
    <dgm:cxn modelId="{DB1358AD-F55C-4BD7-82FC-9EB7D69ADAB3}" type="presParOf" srcId="{99BFCEAC-87F4-43AB-9844-FC660BFC1329}" destId="{BF37F28B-7792-44A1-A658-E0A30053AFDE}"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1E90DE0-68F3-4D3E-9405-9A912A2E4586}"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MY"/>
        </a:p>
      </dgm:t>
    </dgm:pt>
    <dgm:pt modelId="{EA606672-5E0D-46E0-BCD3-EC37CF5B6C26}">
      <dgm:prSet phldrT="[Text]"/>
      <dgm:spPr/>
      <dgm:t>
        <a:bodyPr/>
        <a:lstStyle/>
        <a:p>
          <a:r>
            <a:rPr lang="en-MY" dirty="0"/>
            <a:t>Data Encryption Standard (DES)</a:t>
          </a:r>
        </a:p>
      </dgm:t>
    </dgm:pt>
    <dgm:pt modelId="{7FF83344-FEEB-4BE0-A0BE-A6A58F8AC4E0}" type="parTrans" cxnId="{3712ADDF-1C92-4C08-83C6-F3F8D1C6167C}">
      <dgm:prSet/>
      <dgm:spPr/>
      <dgm:t>
        <a:bodyPr/>
        <a:lstStyle/>
        <a:p>
          <a:endParaRPr lang="en-MY"/>
        </a:p>
      </dgm:t>
    </dgm:pt>
    <dgm:pt modelId="{5036A574-4D48-4848-9488-50A18C416190}" type="sibTrans" cxnId="{3712ADDF-1C92-4C08-83C6-F3F8D1C6167C}">
      <dgm:prSet/>
      <dgm:spPr/>
      <dgm:t>
        <a:bodyPr/>
        <a:lstStyle/>
        <a:p>
          <a:endParaRPr lang="en-MY"/>
        </a:p>
      </dgm:t>
    </dgm:pt>
    <dgm:pt modelId="{27385795-C7C3-4280-8C92-7F3B8C3AEE07}">
      <dgm:prSet/>
      <dgm:spPr/>
      <dgm:t>
        <a:bodyPr/>
        <a:lstStyle/>
        <a:p>
          <a:r>
            <a:rPr lang="en-MY"/>
            <a:t>Triple DES</a:t>
          </a:r>
        </a:p>
      </dgm:t>
    </dgm:pt>
    <dgm:pt modelId="{762B8589-CCCC-4D00-B606-252BB0501AF2}" type="parTrans" cxnId="{4AA288E4-7A2E-4F3D-BE86-726C52D05EBF}">
      <dgm:prSet/>
      <dgm:spPr/>
      <dgm:t>
        <a:bodyPr/>
        <a:lstStyle/>
        <a:p>
          <a:endParaRPr lang="en-MY"/>
        </a:p>
      </dgm:t>
    </dgm:pt>
    <dgm:pt modelId="{D1B3DAAF-9372-465E-A8DC-665BADDD2D30}" type="sibTrans" cxnId="{4AA288E4-7A2E-4F3D-BE86-726C52D05EBF}">
      <dgm:prSet/>
      <dgm:spPr/>
      <dgm:t>
        <a:bodyPr/>
        <a:lstStyle/>
        <a:p>
          <a:endParaRPr lang="en-MY"/>
        </a:p>
      </dgm:t>
    </dgm:pt>
    <dgm:pt modelId="{C57426CD-02C1-4CC7-9282-C0B1609202B6}">
      <dgm:prSet/>
      <dgm:spPr/>
      <dgm:t>
        <a:bodyPr/>
        <a:lstStyle/>
        <a:p>
          <a:r>
            <a:rPr lang="en-MY" dirty="0"/>
            <a:t>Advanced Encryption Standard (AES)</a:t>
          </a:r>
        </a:p>
      </dgm:t>
    </dgm:pt>
    <dgm:pt modelId="{959E6CBC-65A9-49BF-81CE-2583930C0625}" type="parTrans" cxnId="{C096FA56-3959-451E-8879-D0CF7D5BBF25}">
      <dgm:prSet/>
      <dgm:spPr/>
      <dgm:t>
        <a:bodyPr/>
        <a:lstStyle/>
        <a:p>
          <a:endParaRPr lang="en-MY"/>
        </a:p>
      </dgm:t>
    </dgm:pt>
    <dgm:pt modelId="{C6E2BC2B-D24C-4BB4-835A-26AA8B86E8E3}" type="sibTrans" cxnId="{C096FA56-3959-451E-8879-D0CF7D5BBF25}">
      <dgm:prSet/>
      <dgm:spPr/>
      <dgm:t>
        <a:bodyPr/>
        <a:lstStyle/>
        <a:p>
          <a:endParaRPr lang="en-MY"/>
        </a:p>
      </dgm:t>
    </dgm:pt>
    <dgm:pt modelId="{5DBF106A-DFF7-409E-B1E2-D6285ED0B4CA}">
      <dgm:prSet/>
      <dgm:spPr>
        <a:solidFill>
          <a:srgbClr val="002060"/>
        </a:solidFill>
      </dgm:spPr>
      <dgm:t>
        <a:bodyPr/>
        <a:lstStyle/>
        <a:p>
          <a:r>
            <a:rPr lang="en-MY"/>
            <a:t>Twofish</a:t>
          </a:r>
        </a:p>
      </dgm:t>
    </dgm:pt>
    <dgm:pt modelId="{8577520E-5655-4F82-B030-ED1F8E200F07}" type="parTrans" cxnId="{2778AEFE-AE2E-4376-811F-6331ABD7A1D9}">
      <dgm:prSet/>
      <dgm:spPr/>
      <dgm:t>
        <a:bodyPr/>
        <a:lstStyle/>
        <a:p>
          <a:endParaRPr lang="en-MY"/>
        </a:p>
      </dgm:t>
    </dgm:pt>
    <dgm:pt modelId="{5A1C662F-3CF7-4C9C-A752-8A68478A4215}" type="sibTrans" cxnId="{2778AEFE-AE2E-4376-811F-6331ABD7A1D9}">
      <dgm:prSet/>
      <dgm:spPr/>
      <dgm:t>
        <a:bodyPr/>
        <a:lstStyle/>
        <a:p>
          <a:endParaRPr lang="en-MY"/>
        </a:p>
      </dgm:t>
    </dgm:pt>
    <dgm:pt modelId="{8912531E-256E-4223-BBCC-D7276E23C13D}">
      <dgm:prSet/>
      <dgm:spPr>
        <a:solidFill>
          <a:schemeClr val="tx2">
            <a:lumMod val="25000"/>
          </a:schemeClr>
        </a:solidFill>
      </dgm:spPr>
      <dgm:t>
        <a:bodyPr/>
        <a:lstStyle/>
        <a:p>
          <a:r>
            <a:rPr lang="en-MY"/>
            <a:t>IDEA</a:t>
          </a:r>
        </a:p>
      </dgm:t>
    </dgm:pt>
    <dgm:pt modelId="{195D6E1C-FC62-4CBA-B250-91E2E1454556}" type="parTrans" cxnId="{EFD9055C-9645-4C60-8A89-EC82DB930E19}">
      <dgm:prSet/>
      <dgm:spPr/>
      <dgm:t>
        <a:bodyPr/>
        <a:lstStyle/>
        <a:p>
          <a:endParaRPr lang="en-MY"/>
        </a:p>
      </dgm:t>
    </dgm:pt>
    <dgm:pt modelId="{7D9C68B1-CAB3-490A-B9FD-E1CBAA210485}" type="sibTrans" cxnId="{EFD9055C-9645-4C60-8A89-EC82DB930E19}">
      <dgm:prSet/>
      <dgm:spPr/>
      <dgm:t>
        <a:bodyPr/>
        <a:lstStyle/>
        <a:p>
          <a:endParaRPr lang="en-MY"/>
        </a:p>
      </dgm:t>
    </dgm:pt>
    <dgm:pt modelId="{45E122D1-16F2-4D9C-825E-EC397D2F4798}">
      <dgm:prSet/>
      <dgm:spPr>
        <a:solidFill>
          <a:schemeClr val="tx2">
            <a:lumMod val="50000"/>
          </a:schemeClr>
        </a:solidFill>
      </dgm:spPr>
      <dgm:t>
        <a:bodyPr/>
        <a:lstStyle/>
        <a:p>
          <a:r>
            <a:rPr lang="en-MY" dirty="0"/>
            <a:t>Serpent</a:t>
          </a:r>
        </a:p>
      </dgm:t>
    </dgm:pt>
    <dgm:pt modelId="{E0746EEB-CC5F-4F29-A18A-2F4279F6D12B}" type="parTrans" cxnId="{3F3967DE-3839-4413-9C8C-15214D5935FF}">
      <dgm:prSet/>
      <dgm:spPr/>
      <dgm:t>
        <a:bodyPr/>
        <a:lstStyle/>
        <a:p>
          <a:endParaRPr lang="en-MY"/>
        </a:p>
      </dgm:t>
    </dgm:pt>
    <dgm:pt modelId="{9E7AE708-B7EE-45AE-8680-5FE1F17399EB}" type="sibTrans" cxnId="{3F3967DE-3839-4413-9C8C-15214D5935FF}">
      <dgm:prSet/>
      <dgm:spPr/>
      <dgm:t>
        <a:bodyPr/>
        <a:lstStyle/>
        <a:p>
          <a:endParaRPr lang="en-MY"/>
        </a:p>
      </dgm:t>
    </dgm:pt>
    <dgm:pt modelId="{C793BB76-063D-40BF-9480-2689D71C00E0}" type="pres">
      <dgm:prSet presAssocID="{91E90DE0-68F3-4D3E-9405-9A912A2E4586}" presName="diagram" presStyleCnt="0">
        <dgm:presLayoutVars>
          <dgm:dir/>
          <dgm:resizeHandles val="exact"/>
        </dgm:presLayoutVars>
      </dgm:prSet>
      <dgm:spPr/>
    </dgm:pt>
    <dgm:pt modelId="{DFA65783-52B4-4FE1-A6AD-FBF187ABA577}" type="pres">
      <dgm:prSet presAssocID="{EA606672-5E0D-46E0-BCD3-EC37CF5B6C26}" presName="node" presStyleLbl="node1" presStyleIdx="0" presStyleCnt="6">
        <dgm:presLayoutVars>
          <dgm:bulletEnabled val="1"/>
        </dgm:presLayoutVars>
      </dgm:prSet>
      <dgm:spPr/>
    </dgm:pt>
    <dgm:pt modelId="{B08D3BA2-A3AF-4307-BD1D-D7D1AD97739B}" type="pres">
      <dgm:prSet presAssocID="{5036A574-4D48-4848-9488-50A18C416190}" presName="sibTrans" presStyleCnt="0"/>
      <dgm:spPr/>
    </dgm:pt>
    <dgm:pt modelId="{F706BAFB-0C6B-41D7-90B8-C2091E5D9192}" type="pres">
      <dgm:prSet presAssocID="{27385795-C7C3-4280-8C92-7F3B8C3AEE07}" presName="node" presStyleLbl="node1" presStyleIdx="1" presStyleCnt="6">
        <dgm:presLayoutVars>
          <dgm:bulletEnabled val="1"/>
        </dgm:presLayoutVars>
      </dgm:prSet>
      <dgm:spPr/>
    </dgm:pt>
    <dgm:pt modelId="{16F44D13-08BE-4E2C-AF06-E27A56274864}" type="pres">
      <dgm:prSet presAssocID="{D1B3DAAF-9372-465E-A8DC-665BADDD2D30}" presName="sibTrans" presStyleCnt="0"/>
      <dgm:spPr/>
    </dgm:pt>
    <dgm:pt modelId="{E4444D21-7B31-4B6C-8405-A8EC93CABDFB}" type="pres">
      <dgm:prSet presAssocID="{C57426CD-02C1-4CC7-9282-C0B1609202B6}" presName="node" presStyleLbl="node1" presStyleIdx="2" presStyleCnt="6">
        <dgm:presLayoutVars>
          <dgm:bulletEnabled val="1"/>
        </dgm:presLayoutVars>
      </dgm:prSet>
      <dgm:spPr/>
    </dgm:pt>
    <dgm:pt modelId="{C9B6CF55-F458-4F55-B181-E390F51E3D86}" type="pres">
      <dgm:prSet presAssocID="{C6E2BC2B-D24C-4BB4-835A-26AA8B86E8E3}" presName="sibTrans" presStyleCnt="0"/>
      <dgm:spPr/>
    </dgm:pt>
    <dgm:pt modelId="{8717F651-5614-40DB-9060-BC1992000757}" type="pres">
      <dgm:prSet presAssocID="{5DBF106A-DFF7-409E-B1E2-D6285ED0B4CA}" presName="node" presStyleLbl="node1" presStyleIdx="3" presStyleCnt="6">
        <dgm:presLayoutVars>
          <dgm:bulletEnabled val="1"/>
        </dgm:presLayoutVars>
      </dgm:prSet>
      <dgm:spPr/>
    </dgm:pt>
    <dgm:pt modelId="{46F54540-C251-4BBC-9E63-BB2CB051A9A3}" type="pres">
      <dgm:prSet presAssocID="{5A1C662F-3CF7-4C9C-A752-8A68478A4215}" presName="sibTrans" presStyleCnt="0"/>
      <dgm:spPr/>
    </dgm:pt>
    <dgm:pt modelId="{808A0934-7889-4E00-A5FD-707E23B2C602}" type="pres">
      <dgm:prSet presAssocID="{8912531E-256E-4223-BBCC-D7276E23C13D}" presName="node" presStyleLbl="node1" presStyleIdx="4" presStyleCnt="6">
        <dgm:presLayoutVars>
          <dgm:bulletEnabled val="1"/>
        </dgm:presLayoutVars>
      </dgm:prSet>
      <dgm:spPr/>
    </dgm:pt>
    <dgm:pt modelId="{CB1B7EA5-BE87-45E6-AF45-2FFAFEB5F388}" type="pres">
      <dgm:prSet presAssocID="{7D9C68B1-CAB3-490A-B9FD-E1CBAA210485}" presName="sibTrans" presStyleCnt="0"/>
      <dgm:spPr/>
    </dgm:pt>
    <dgm:pt modelId="{DD8AC126-C930-4E73-B8F4-39E062A15A0B}" type="pres">
      <dgm:prSet presAssocID="{45E122D1-16F2-4D9C-825E-EC397D2F4798}" presName="node" presStyleLbl="node1" presStyleIdx="5" presStyleCnt="6">
        <dgm:presLayoutVars>
          <dgm:bulletEnabled val="1"/>
        </dgm:presLayoutVars>
      </dgm:prSet>
      <dgm:spPr/>
    </dgm:pt>
  </dgm:ptLst>
  <dgm:cxnLst>
    <dgm:cxn modelId="{CB3DEA26-1DAE-4344-9BF7-FC52F7DE4231}" type="presOf" srcId="{45E122D1-16F2-4D9C-825E-EC397D2F4798}" destId="{DD8AC126-C930-4E73-B8F4-39E062A15A0B}" srcOrd="0" destOrd="0" presId="urn:microsoft.com/office/officeart/2005/8/layout/default"/>
    <dgm:cxn modelId="{E2A23927-BCC0-4ADF-ACEC-A84DA12DC7FD}" type="presOf" srcId="{C57426CD-02C1-4CC7-9282-C0B1609202B6}" destId="{E4444D21-7B31-4B6C-8405-A8EC93CABDFB}" srcOrd="0" destOrd="0" presId="urn:microsoft.com/office/officeart/2005/8/layout/default"/>
    <dgm:cxn modelId="{06F69027-C39A-4CF5-A1E3-267B52A63323}" type="presOf" srcId="{91E90DE0-68F3-4D3E-9405-9A912A2E4586}" destId="{C793BB76-063D-40BF-9480-2689D71C00E0}" srcOrd="0" destOrd="0" presId="urn:microsoft.com/office/officeart/2005/8/layout/default"/>
    <dgm:cxn modelId="{EFD9055C-9645-4C60-8A89-EC82DB930E19}" srcId="{91E90DE0-68F3-4D3E-9405-9A912A2E4586}" destId="{8912531E-256E-4223-BBCC-D7276E23C13D}" srcOrd="4" destOrd="0" parTransId="{195D6E1C-FC62-4CBA-B250-91E2E1454556}" sibTransId="{7D9C68B1-CAB3-490A-B9FD-E1CBAA210485}"/>
    <dgm:cxn modelId="{8741666D-9DA6-49CB-A47E-A71731234944}" type="presOf" srcId="{EA606672-5E0D-46E0-BCD3-EC37CF5B6C26}" destId="{DFA65783-52B4-4FE1-A6AD-FBF187ABA577}" srcOrd="0" destOrd="0" presId="urn:microsoft.com/office/officeart/2005/8/layout/default"/>
    <dgm:cxn modelId="{C096FA56-3959-451E-8879-D0CF7D5BBF25}" srcId="{91E90DE0-68F3-4D3E-9405-9A912A2E4586}" destId="{C57426CD-02C1-4CC7-9282-C0B1609202B6}" srcOrd="2" destOrd="0" parTransId="{959E6CBC-65A9-49BF-81CE-2583930C0625}" sibTransId="{C6E2BC2B-D24C-4BB4-835A-26AA8B86E8E3}"/>
    <dgm:cxn modelId="{DDD3915A-8D91-4D8B-8DA6-DE5167046710}" type="presOf" srcId="{8912531E-256E-4223-BBCC-D7276E23C13D}" destId="{808A0934-7889-4E00-A5FD-707E23B2C602}" srcOrd="0" destOrd="0" presId="urn:microsoft.com/office/officeart/2005/8/layout/default"/>
    <dgm:cxn modelId="{3C6CFE7C-413D-443C-AADB-8633261ED13B}" type="presOf" srcId="{5DBF106A-DFF7-409E-B1E2-D6285ED0B4CA}" destId="{8717F651-5614-40DB-9060-BC1992000757}" srcOrd="0" destOrd="0" presId="urn:microsoft.com/office/officeart/2005/8/layout/default"/>
    <dgm:cxn modelId="{992D2AB7-D650-40DE-A2B9-63BE39114ADF}" type="presOf" srcId="{27385795-C7C3-4280-8C92-7F3B8C3AEE07}" destId="{F706BAFB-0C6B-41D7-90B8-C2091E5D9192}" srcOrd="0" destOrd="0" presId="urn:microsoft.com/office/officeart/2005/8/layout/default"/>
    <dgm:cxn modelId="{3F3967DE-3839-4413-9C8C-15214D5935FF}" srcId="{91E90DE0-68F3-4D3E-9405-9A912A2E4586}" destId="{45E122D1-16F2-4D9C-825E-EC397D2F4798}" srcOrd="5" destOrd="0" parTransId="{E0746EEB-CC5F-4F29-A18A-2F4279F6D12B}" sibTransId="{9E7AE708-B7EE-45AE-8680-5FE1F17399EB}"/>
    <dgm:cxn modelId="{3712ADDF-1C92-4C08-83C6-F3F8D1C6167C}" srcId="{91E90DE0-68F3-4D3E-9405-9A912A2E4586}" destId="{EA606672-5E0D-46E0-BCD3-EC37CF5B6C26}" srcOrd="0" destOrd="0" parTransId="{7FF83344-FEEB-4BE0-A0BE-A6A58F8AC4E0}" sibTransId="{5036A574-4D48-4848-9488-50A18C416190}"/>
    <dgm:cxn modelId="{4AA288E4-7A2E-4F3D-BE86-726C52D05EBF}" srcId="{91E90DE0-68F3-4D3E-9405-9A912A2E4586}" destId="{27385795-C7C3-4280-8C92-7F3B8C3AEE07}" srcOrd="1" destOrd="0" parTransId="{762B8589-CCCC-4D00-B606-252BB0501AF2}" sibTransId="{D1B3DAAF-9372-465E-A8DC-665BADDD2D30}"/>
    <dgm:cxn modelId="{2778AEFE-AE2E-4376-811F-6331ABD7A1D9}" srcId="{91E90DE0-68F3-4D3E-9405-9A912A2E4586}" destId="{5DBF106A-DFF7-409E-B1E2-D6285ED0B4CA}" srcOrd="3" destOrd="0" parTransId="{8577520E-5655-4F82-B030-ED1F8E200F07}" sibTransId="{5A1C662F-3CF7-4C9C-A752-8A68478A4215}"/>
    <dgm:cxn modelId="{033B8CDE-B084-4348-9ADC-E804E6F64D53}" type="presParOf" srcId="{C793BB76-063D-40BF-9480-2689D71C00E0}" destId="{DFA65783-52B4-4FE1-A6AD-FBF187ABA577}" srcOrd="0" destOrd="0" presId="urn:microsoft.com/office/officeart/2005/8/layout/default"/>
    <dgm:cxn modelId="{B4D4C68B-E0D8-45BE-AAE8-3DB14EFF8DDF}" type="presParOf" srcId="{C793BB76-063D-40BF-9480-2689D71C00E0}" destId="{B08D3BA2-A3AF-4307-BD1D-D7D1AD97739B}" srcOrd="1" destOrd="0" presId="urn:microsoft.com/office/officeart/2005/8/layout/default"/>
    <dgm:cxn modelId="{01CA2663-AD81-4A1E-B2A1-0D4C39E215C3}" type="presParOf" srcId="{C793BB76-063D-40BF-9480-2689D71C00E0}" destId="{F706BAFB-0C6B-41D7-90B8-C2091E5D9192}" srcOrd="2" destOrd="0" presId="urn:microsoft.com/office/officeart/2005/8/layout/default"/>
    <dgm:cxn modelId="{E705386E-D235-4299-9613-F1FE1BA5CC5C}" type="presParOf" srcId="{C793BB76-063D-40BF-9480-2689D71C00E0}" destId="{16F44D13-08BE-4E2C-AF06-E27A56274864}" srcOrd="3" destOrd="0" presId="urn:microsoft.com/office/officeart/2005/8/layout/default"/>
    <dgm:cxn modelId="{6790EA29-1F72-481D-B70E-6B72F379B65C}" type="presParOf" srcId="{C793BB76-063D-40BF-9480-2689D71C00E0}" destId="{E4444D21-7B31-4B6C-8405-A8EC93CABDFB}" srcOrd="4" destOrd="0" presId="urn:microsoft.com/office/officeart/2005/8/layout/default"/>
    <dgm:cxn modelId="{7D54E77A-7E84-4AC1-913B-D58E96FA81CC}" type="presParOf" srcId="{C793BB76-063D-40BF-9480-2689D71C00E0}" destId="{C9B6CF55-F458-4F55-B181-E390F51E3D86}" srcOrd="5" destOrd="0" presId="urn:microsoft.com/office/officeart/2005/8/layout/default"/>
    <dgm:cxn modelId="{8DC7331A-5E54-42C3-9258-A165EA366A8E}" type="presParOf" srcId="{C793BB76-063D-40BF-9480-2689D71C00E0}" destId="{8717F651-5614-40DB-9060-BC1992000757}" srcOrd="6" destOrd="0" presId="urn:microsoft.com/office/officeart/2005/8/layout/default"/>
    <dgm:cxn modelId="{BACF0D27-B2E2-48A0-AEA7-27383DD1241F}" type="presParOf" srcId="{C793BB76-063D-40BF-9480-2689D71C00E0}" destId="{46F54540-C251-4BBC-9E63-BB2CB051A9A3}" srcOrd="7" destOrd="0" presId="urn:microsoft.com/office/officeart/2005/8/layout/default"/>
    <dgm:cxn modelId="{EF0F0F8A-7454-4838-8D52-6C292FA19EA7}" type="presParOf" srcId="{C793BB76-063D-40BF-9480-2689D71C00E0}" destId="{808A0934-7889-4E00-A5FD-707E23B2C602}" srcOrd="8" destOrd="0" presId="urn:microsoft.com/office/officeart/2005/8/layout/default"/>
    <dgm:cxn modelId="{220AB008-78D6-4656-BCF9-483B26ECD2C1}" type="presParOf" srcId="{C793BB76-063D-40BF-9480-2689D71C00E0}" destId="{CB1B7EA5-BE87-45E6-AF45-2FFAFEB5F388}" srcOrd="9" destOrd="0" presId="urn:microsoft.com/office/officeart/2005/8/layout/default"/>
    <dgm:cxn modelId="{6B7F53D2-5FEB-4FF6-A5F2-CB4966C9619D}" type="presParOf" srcId="{C793BB76-063D-40BF-9480-2689D71C00E0}" destId="{DD8AC126-C930-4E73-B8F4-39E062A15A0B}"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EEA0E99-7B57-4AFC-AF08-9F42EED126D2}"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MY"/>
        </a:p>
      </dgm:t>
    </dgm:pt>
    <dgm:pt modelId="{3024969B-15B9-42E6-91DF-566EB6271A20}">
      <dgm:prSet phldrT="[Text]" custT="1"/>
      <dgm:spPr/>
      <dgm:t>
        <a:bodyPr/>
        <a:lstStyle/>
        <a:p>
          <a:r>
            <a:rPr lang="en-MY" sz="2000" dirty="0"/>
            <a:t>Wi-fi</a:t>
          </a:r>
        </a:p>
      </dgm:t>
    </dgm:pt>
    <dgm:pt modelId="{ECF506A6-723C-49A3-9B4D-7B8532E6BAFA}" type="parTrans" cxnId="{503DF340-C3EE-4C2C-B8F6-1868A0EADC1A}">
      <dgm:prSet/>
      <dgm:spPr/>
      <dgm:t>
        <a:bodyPr/>
        <a:lstStyle/>
        <a:p>
          <a:endParaRPr lang="en-MY" sz="4800"/>
        </a:p>
      </dgm:t>
    </dgm:pt>
    <dgm:pt modelId="{37A40F50-DCB1-4E49-93CC-719B295DD25B}" type="sibTrans" cxnId="{503DF340-C3EE-4C2C-B8F6-1868A0EADC1A}">
      <dgm:prSet/>
      <dgm:spPr/>
      <dgm:t>
        <a:bodyPr/>
        <a:lstStyle/>
        <a:p>
          <a:endParaRPr lang="en-MY" sz="4800"/>
        </a:p>
      </dgm:t>
    </dgm:pt>
    <dgm:pt modelId="{2E01A17D-486F-41C7-B343-C7CBF863956B}">
      <dgm:prSet phldrT="[Text]" custT="1"/>
      <dgm:spPr/>
      <dgm:t>
        <a:bodyPr/>
        <a:lstStyle/>
        <a:p>
          <a:r>
            <a:rPr lang="en-MY" sz="2000" dirty="0"/>
            <a:t>Used as part of WPA2</a:t>
          </a:r>
        </a:p>
      </dgm:t>
    </dgm:pt>
    <dgm:pt modelId="{6BB3857D-FDE4-4782-AEA7-15E4E537803A}" type="parTrans" cxnId="{86C9818F-D4A1-4AF7-85C0-9D128FF82436}">
      <dgm:prSet/>
      <dgm:spPr/>
      <dgm:t>
        <a:bodyPr/>
        <a:lstStyle/>
        <a:p>
          <a:endParaRPr lang="en-MY" sz="4800"/>
        </a:p>
      </dgm:t>
    </dgm:pt>
    <dgm:pt modelId="{C7CF88F1-F038-434F-BD5E-6D9D7AD227DC}" type="sibTrans" cxnId="{86C9818F-D4A1-4AF7-85C0-9D128FF82436}">
      <dgm:prSet/>
      <dgm:spPr/>
      <dgm:t>
        <a:bodyPr/>
        <a:lstStyle/>
        <a:p>
          <a:endParaRPr lang="en-MY" sz="4800"/>
        </a:p>
      </dgm:t>
    </dgm:pt>
    <dgm:pt modelId="{48912B32-57BA-4BEB-A19B-78179F1003CC}">
      <dgm:prSet phldrT="[Text]" custT="1"/>
      <dgm:spPr/>
      <dgm:t>
        <a:bodyPr/>
        <a:lstStyle/>
        <a:p>
          <a:r>
            <a:rPr lang="en-MY" sz="2000" dirty="0"/>
            <a:t>Libraries in Software Development Languages</a:t>
          </a:r>
        </a:p>
      </dgm:t>
    </dgm:pt>
    <dgm:pt modelId="{EEEE3F01-51B6-4EAB-8A17-A85F76BCCE7B}" type="parTrans" cxnId="{CF4C9EFD-C1F5-4F9F-9149-AD37CCCD05F5}">
      <dgm:prSet/>
      <dgm:spPr/>
      <dgm:t>
        <a:bodyPr/>
        <a:lstStyle/>
        <a:p>
          <a:endParaRPr lang="en-MY" sz="4800"/>
        </a:p>
      </dgm:t>
    </dgm:pt>
    <dgm:pt modelId="{62C698BD-45A3-40E4-A262-2BEAF8552F5B}" type="sibTrans" cxnId="{CF4C9EFD-C1F5-4F9F-9149-AD37CCCD05F5}">
      <dgm:prSet/>
      <dgm:spPr/>
      <dgm:t>
        <a:bodyPr/>
        <a:lstStyle/>
        <a:p>
          <a:endParaRPr lang="en-MY" sz="4800"/>
        </a:p>
      </dgm:t>
    </dgm:pt>
    <dgm:pt modelId="{EF6945D7-1DAA-4EE2-927B-4F88C59E149D}">
      <dgm:prSet phldrT="[Text]" custT="1"/>
      <dgm:spPr/>
      <dgm:t>
        <a:bodyPr/>
        <a:lstStyle/>
        <a:p>
          <a:r>
            <a:rPr lang="en-MY" sz="2000" dirty="0"/>
            <a:t>Java</a:t>
          </a:r>
        </a:p>
      </dgm:t>
    </dgm:pt>
    <dgm:pt modelId="{862A132A-FD8A-44CE-9D12-618199381BB6}" type="parTrans" cxnId="{3A3463CE-9FE3-4D5C-BE37-96E038C59510}">
      <dgm:prSet/>
      <dgm:spPr/>
      <dgm:t>
        <a:bodyPr/>
        <a:lstStyle/>
        <a:p>
          <a:endParaRPr lang="en-MY" sz="4800"/>
        </a:p>
      </dgm:t>
    </dgm:pt>
    <dgm:pt modelId="{C2032DD4-A8F1-4A5B-89E2-0CF53DC8950E}" type="sibTrans" cxnId="{3A3463CE-9FE3-4D5C-BE37-96E038C59510}">
      <dgm:prSet/>
      <dgm:spPr/>
      <dgm:t>
        <a:bodyPr/>
        <a:lstStyle/>
        <a:p>
          <a:endParaRPr lang="en-MY" sz="4800"/>
        </a:p>
      </dgm:t>
    </dgm:pt>
    <dgm:pt modelId="{CF8B7084-7F58-4924-8931-9B126607C235}">
      <dgm:prSet phldrT="[Text]" custT="1"/>
      <dgm:spPr/>
      <dgm:t>
        <a:bodyPr/>
        <a:lstStyle/>
        <a:p>
          <a:r>
            <a:rPr lang="en-MY" sz="2000" dirty="0"/>
            <a:t>C++</a:t>
          </a:r>
        </a:p>
      </dgm:t>
    </dgm:pt>
    <dgm:pt modelId="{9482DD9D-CA5A-4A94-80C8-A63312C88DBD}" type="parTrans" cxnId="{336397E7-5D47-4941-845C-73B7EBED96F3}">
      <dgm:prSet/>
      <dgm:spPr/>
      <dgm:t>
        <a:bodyPr/>
        <a:lstStyle/>
        <a:p>
          <a:endParaRPr lang="en-MY" sz="4800"/>
        </a:p>
      </dgm:t>
    </dgm:pt>
    <dgm:pt modelId="{DE137E1F-07D6-4723-9469-B5CE953209E1}" type="sibTrans" cxnId="{336397E7-5D47-4941-845C-73B7EBED96F3}">
      <dgm:prSet/>
      <dgm:spPr/>
      <dgm:t>
        <a:bodyPr/>
        <a:lstStyle/>
        <a:p>
          <a:endParaRPr lang="en-MY" sz="4800"/>
        </a:p>
      </dgm:t>
    </dgm:pt>
    <dgm:pt modelId="{C9EC6489-9250-452A-BABC-BF3764EF3CF6}">
      <dgm:prSet phldrT="[Text]" custT="1"/>
      <dgm:spPr/>
      <dgm:t>
        <a:bodyPr/>
        <a:lstStyle/>
        <a:p>
          <a:r>
            <a:rPr lang="en-MY" sz="2000" dirty="0"/>
            <a:t>Communication Apps</a:t>
          </a:r>
        </a:p>
      </dgm:t>
    </dgm:pt>
    <dgm:pt modelId="{3D353D58-0CB9-45F9-BF3F-1592CDAC0078}" type="parTrans" cxnId="{FD8CB8D8-7376-4732-A274-94E3BC7B0D38}">
      <dgm:prSet/>
      <dgm:spPr/>
      <dgm:t>
        <a:bodyPr/>
        <a:lstStyle/>
        <a:p>
          <a:endParaRPr lang="en-MY" sz="4800"/>
        </a:p>
      </dgm:t>
    </dgm:pt>
    <dgm:pt modelId="{DEDB924D-F8C0-49B7-9FBF-12DF7CED271A}" type="sibTrans" cxnId="{FD8CB8D8-7376-4732-A274-94E3BC7B0D38}">
      <dgm:prSet/>
      <dgm:spPr/>
      <dgm:t>
        <a:bodyPr/>
        <a:lstStyle/>
        <a:p>
          <a:endParaRPr lang="en-MY" sz="4800"/>
        </a:p>
      </dgm:t>
    </dgm:pt>
    <dgm:pt modelId="{87A28F50-19D0-4F3E-BED0-51EA416ABD02}">
      <dgm:prSet phldrT="[Text]" custT="1"/>
      <dgm:spPr/>
      <dgm:t>
        <a:bodyPr/>
        <a:lstStyle/>
        <a:p>
          <a:r>
            <a:rPr lang="en-MY" sz="2000" dirty="0"/>
            <a:t>WhatsApp</a:t>
          </a:r>
        </a:p>
      </dgm:t>
    </dgm:pt>
    <dgm:pt modelId="{4A39AFD3-11EA-4C3D-B26C-8BEC129DE638}" type="parTrans" cxnId="{529063AB-2A60-4A52-8FF5-BE286A8D6C45}">
      <dgm:prSet/>
      <dgm:spPr/>
      <dgm:t>
        <a:bodyPr/>
        <a:lstStyle/>
        <a:p>
          <a:endParaRPr lang="en-MY" sz="4800"/>
        </a:p>
      </dgm:t>
    </dgm:pt>
    <dgm:pt modelId="{1EA03C49-2738-433D-BD52-0A9DEE993B64}" type="sibTrans" cxnId="{529063AB-2A60-4A52-8FF5-BE286A8D6C45}">
      <dgm:prSet/>
      <dgm:spPr/>
      <dgm:t>
        <a:bodyPr/>
        <a:lstStyle/>
        <a:p>
          <a:endParaRPr lang="en-MY" sz="4800"/>
        </a:p>
      </dgm:t>
    </dgm:pt>
    <dgm:pt modelId="{50C335F5-DF0C-4844-9AC2-B7CD27FE023F}">
      <dgm:prSet phldrT="[Text]" custT="1"/>
      <dgm:spPr/>
      <dgm:t>
        <a:bodyPr/>
        <a:lstStyle/>
        <a:p>
          <a:r>
            <a:rPr lang="en-MY" sz="2000" dirty="0"/>
            <a:t>Facebook Messenger</a:t>
          </a:r>
        </a:p>
      </dgm:t>
    </dgm:pt>
    <dgm:pt modelId="{1E53F77D-E9DC-4F7F-9BE5-6DB1C4FFB23E}" type="parTrans" cxnId="{719B0BFD-61E1-41DE-85FD-82F0A55A6778}">
      <dgm:prSet/>
      <dgm:spPr/>
      <dgm:t>
        <a:bodyPr/>
        <a:lstStyle/>
        <a:p>
          <a:endParaRPr lang="en-MY" sz="4800"/>
        </a:p>
      </dgm:t>
    </dgm:pt>
    <dgm:pt modelId="{622314D0-7544-4AFA-A09B-BB32BA22F788}" type="sibTrans" cxnId="{719B0BFD-61E1-41DE-85FD-82F0A55A6778}">
      <dgm:prSet/>
      <dgm:spPr/>
      <dgm:t>
        <a:bodyPr/>
        <a:lstStyle/>
        <a:p>
          <a:endParaRPr lang="en-MY" sz="4800"/>
        </a:p>
      </dgm:t>
    </dgm:pt>
    <dgm:pt modelId="{9CA454B8-E4A9-4391-B3FB-96591ACD58B2}">
      <dgm:prSet phldrT="[Text]" custT="1"/>
      <dgm:spPr/>
      <dgm:t>
        <a:bodyPr/>
        <a:lstStyle/>
        <a:p>
          <a:r>
            <a:rPr lang="en-MY" sz="2000" dirty="0"/>
            <a:t>Games</a:t>
          </a:r>
        </a:p>
      </dgm:t>
    </dgm:pt>
    <dgm:pt modelId="{3970AA56-6270-4866-A447-109A32AE9387}" type="parTrans" cxnId="{34E929A3-80C3-47BE-9EFE-3449FEA3305B}">
      <dgm:prSet/>
      <dgm:spPr/>
      <dgm:t>
        <a:bodyPr/>
        <a:lstStyle/>
        <a:p>
          <a:endParaRPr lang="en-MY" sz="4800"/>
        </a:p>
      </dgm:t>
    </dgm:pt>
    <dgm:pt modelId="{9FDC56B1-A199-4FB3-B5D0-B3A9D0781EB7}" type="sibTrans" cxnId="{34E929A3-80C3-47BE-9EFE-3449FEA3305B}">
      <dgm:prSet/>
      <dgm:spPr/>
      <dgm:t>
        <a:bodyPr/>
        <a:lstStyle/>
        <a:p>
          <a:endParaRPr lang="en-MY" sz="4800"/>
        </a:p>
      </dgm:t>
    </dgm:pt>
    <dgm:pt modelId="{AC71A937-EDF0-403F-BED8-2827C20514F1}">
      <dgm:prSet phldrT="[Text]" custT="1"/>
      <dgm:spPr/>
      <dgm:t>
        <a:bodyPr/>
        <a:lstStyle/>
        <a:p>
          <a:r>
            <a:rPr lang="en-MY" sz="2000" dirty="0"/>
            <a:t>Grant theft auto</a:t>
          </a:r>
        </a:p>
      </dgm:t>
    </dgm:pt>
    <dgm:pt modelId="{A6327ED3-ED94-4D05-8E79-38F9BEC2E750}" type="parTrans" cxnId="{98972721-1B45-401A-A4D1-38356AEFE3B5}">
      <dgm:prSet/>
      <dgm:spPr/>
      <dgm:t>
        <a:bodyPr/>
        <a:lstStyle/>
        <a:p>
          <a:endParaRPr lang="en-MY" sz="4800"/>
        </a:p>
      </dgm:t>
    </dgm:pt>
    <dgm:pt modelId="{5A17B3FC-A204-4B56-BF44-991C02262B0F}" type="sibTrans" cxnId="{98972721-1B45-401A-A4D1-38356AEFE3B5}">
      <dgm:prSet/>
      <dgm:spPr/>
      <dgm:t>
        <a:bodyPr/>
        <a:lstStyle/>
        <a:p>
          <a:endParaRPr lang="en-MY" sz="4800"/>
        </a:p>
      </dgm:t>
    </dgm:pt>
    <dgm:pt modelId="{BA6526BC-3CA1-4EB7-A173-4748F8E05446}" type="pres">
      <dgm:prSet presAssocID="{FEEA0E99-7B57-4AFC-AF08-9F42EED126D2}" presName="Name0" presStyleCnt="0">
        <dgm:presLayoutVars>
          <dgm:dir/>
          <dgm:animLvl val="lvl"/>
          <dgm:resizeHandles val="exact"/>
        </dgm:presLayoutVars>
      </dgm:prSet>
      <dgm:spPr/>
    </dgm:pt>
    <dgm:pt modelId="{D99F42DC-2BF9-44A1-B29C-7F9005CD7CF7}" type="pres">
      <dgm:prSet presAssocID="{3024969B-15B9-42E6-91DF-566EB6271A20}" presName="composite" presStyleCnt="0"/>
      <dgm:spPr/>
    </dgm:pt>
    <dgm:pt modelId="{E0671742-24D6-48B9-9683-90B8B0B4CB9E}" type="pres">
      <dgm:prSet presAssocID="{3024969B-15B9-42E6-91DF-566EB6271A20}" presName="parTx" presStyleLbl="alignNode1" presStyleIdx="0" presStyleCnt="4">
        <dgm:presLayoutVars>
          <dgm:chMax val="0"/>
          <dgm:chPref val="0"/>
          <dgm:bulletEnabled val="1"/>
        </dgm:presLayoutVars>
      </dgm:prSet>
      <dgm:spPr/>
    </dgm:pt>
    <dgm:pt modelId="{F28B67BB-2AAD-416F-86F8-9DE5804325B5}" type="pres">
      <dgm:prSet presAssocID="{3024969B-15B9-42E6-91DF-566EB6271A20}" presName="desTx" presStyleLbl="alignAccFollowNode1" presStyleIdx="0" presStyleCnt="4">
        <dgm:presLayoutVars>
          <dgm:bulletEnabled val="1"/>
        </dgm:presLayoutVars>
      </dgm:prSet>
      <dgm:spPr/>
    </dgm:pt>
    <dgm:pt modelId="{41A71405-6CC5-473D-8AA6-2AB28EF6DD3D}" type="pres">
      <dgm:prSet presAssocID="{37A40F50-DCB1-4E49-93CC-719B295DD25B}" presName="space" presStyleCnt="0"/>
      <dgm:spPr/>
    </dgm:pt>
    <dgm:pt modelId="{7D871129-B56B-4F58-962B-FEC65B8F77E1}" type="pres">
      <dgm:prSet presAssocID="{48912B32-57BA-4BEB-A19B-78179F1003CC}" presName="composite" presStyleCnt="0"/>
      <dgm:spPr/>
    </dgm:pt>
    <dgm:pt modelId="{8A607BF5-0350-475D-9E25-94B964F7CDE2}" type="pres">
      <dgm:prSet presAssocID="{48912B32-57BA-4BEB-A19B-78179F1003CC}" presName="parTx" presStyleLbl="alignNode1" presStyleIdx="1" presStyleCnt="4">
        <dgm:presLayoutVars>
          <dgm:chMax val="0"/>
          <dgm:chPref val="0"/>
          <dgm:bulletEnabled val="1"/>
        </dgm:presLayoutVars>
      </dgm:prSet>
      <dgm:spPr/>
    </dgm:pt>
    <dgm:pt modelId="{5D7C7ACF-C48B-4E8D-9F16-72D6E8E670B7}" type="pres">
      <dgm:prSet presAssocID="{48912B32-57BA-4BEB-A19B-78179F1003CC}" presName="desTx" presStyleLbl="alignAccFollowNode1" presStyleIdx="1" presStyleCnt="4">
        <dgm:presLayoutVars>
          <dgm:bulletEnabled val="1"/>
        </dgm:presLayoutVars>
      </dgm:prSet>
      <dgm:spPr/>
    </dgm:pt>
    <dgm:pt modelId="{C7E39576-D1CE-484E-8604-F04EA936247B}" type="pres">
      <dgm:prSet presAssocID="{62C698BD-45A3-40E4-A262-2BEAF8552F5B}" presName="space" presStyleCnt="0"/>
      <dgm:spPr/>
    </dgm:pt>
    <dgm:pt modelId="{BC071265-CC8C-489D-AEF3-388514D9C664}" type="pres">
      <dgm:prSet presAssocID="{C9EC6489-9250-452A-BABC-BF3764EF3CF6}" presName="composite" presStyleCnt="0"/>
      <dgm:spPr/>
    </dgm:pt>
    <dgm:pt modelId="{E88FE765-0CA4-444D-94D7-28B7AAA797F3}" type="pres">
      <dgm:prSet presAssocID="{C9EC6489-9250-452A-BABC-BF3764EF3CF6}" presName="parTx" presStyleLbl="alignNode1" presStyleIdx="2" presStyleCnt="4">
        <dgm:presLayoutVars>
          <dgm:chMax val="0"/>
          <dgm:chPref val="0"/>
          <dgm:bulletEnabled val="1"/>
        </dgm:presLayoutVars>
      </dgm:prSet>
      <dgm:spPr/>
    </dgm:pt>
    <dgm:pt modelId="{A29F0BA8-00D6-4469-9E5A-A26F976BA4B6}" type="pres">
      <dgm:prSet presAssocID="{C9EC6489-9250-452A-BABC-BF3764EF3CF6}" presName="desTx" presStyleLbl="alignAccFollowNode1" presStyleIdx="2" presStyleCnt="4">
        <dgm:presLayoutVars>
          <dgm:bulletEnabled val="1"/>
        </dgm:presLayoutVars>
      </dgm:prSet>
      <dgm:spPr/>
    </dgm:pt>
    <dgm:pt modelId="{E30BCE2E-BDF4-4F07-873E-A86B3CC9FA6B}" type="pres">
      <dgm:prSet presAssocID="{DEDB924D-F8C0-49B7-9FBF-12DF7CED271A}" presName="space" presStyleCnt="0"/>
      <dgm:spPr/>
    </dgm:pt>
    <dgm:pt modelId="{3C9CB040-996A-4521-800B-97A4A5482047}" type="pres">
      <dgm:prSet presAssocID="{9CA454B8-E4A9-4391-B3FB-96591ACD58B2}" presName="composite" presStyleCnt="0"/>
      <dgm:spPr/>
    </dgm:pt>
    <dgm:pt modelId="{C554D35A-DEDA-42A2-884E-AB3A4D6F89EE}" type="pres">
      <dgm:prSet presAssocID="{9CA454B8-E4A9-4391-B3FB-96591ACD58B2}" presName="parTx" presStyleLbl="alignNode1" presStyleIdx="3" presStyleCnt="4">
        <dgm:presLayoutVars>
          <dgm:chMax val="0"/>
          <dgm:chPref val="0"/>
          <dgm:bulletEnabled val="1"/>
        </dgm:presLayoutVars>
      </dgm:prSet>
      <dgm:spPr/>
    </dgm:pt>
    <dgm:pt modelId="{CF5BD751-355A-4D36-9C55-E14B0D135F28}" type="pres">
      <dgm:prSet presAssocID="{9CA454B8-E4A9-4391-B3FB-96591ACD58B2}" presName="desTx" presStyleLbl="alignAccFollowNode1" presStyleIdx="3" presStyleCnt="4">
        <dgm:presLayoutVars>
          <dgm:bulletEnabled val="1"/>
        </dgm:presLayoutVars>
      </dgm:prSet>
      <dgm:spPr/>
    </dgm:pt>
  </dgm:ptLst>
  <dgm:cxnLst>
    <dgm:cxn modelId="{2979570E-CE51-4D18-BD2E-58FE3FC48C88}" type="presOf" srcId="{FEEA0E99-7B57-4AFC-AF08-9F42EED126D2}" destId="{BA6526BC-3CA1-4EB7-A173-4748F8E05446}" srcOrd="0" destOrd="0" presId="urn:microsoft.com/office/officeart/2005/8/layout/hList1"/>
    <dgm:cxn modelId="{98972721-1B45-401A-A4D1-38356AEFE3B5}" srcId="{9CA454B8-E4A9-4391-B3FB-96591ACD58B2}" destId="{AC71A937-EDF0-403F-BED8-2827C20514F1}" srcOrd="0" destOrd="0" parTransId="{A6327ED3-ED94-4D05-8E79-38F9BEC2E750}" sibTransId="{5A17B3FC-A204-4B56-BF44-991C02262B0F}"/>
    <dgm:cxn modelId="{C8543429-91D6-44EA-B997-4472C2532376}" type="presOf" srcId="{48912B32-57BA-4BEB-A19B-78179F1003CC}" destId="{8A607BF5-0350-475D-9E25-94B964F7CDE2}" srcOrd="0" destOrd="0" presId="urn:microsoft.com/office/officeart/2005/8/layout/hList1"/>
    <dgm:cxn modelId="{13DC2732-4072-470A-8E5C-A37BE2D084E7}" type="presOf" srcId="{CF8B7084-7F58-4924-8931-9B126607C235}" destId="{5D7C7ACF-C48B-4E8D-9F16-72D6E8E670B7}" srcOrd="0" destOrd="1" presId="urn:microsoft.com/office/officeart/2005/8/layout/hList1"/>
    <dgm:cxn modelId="{503DF340-C3EE-4C2C-B8F6-1868A0EADC1A}" srcId="{FEEA0E99-7B57-4AFC-AF08-9F42EED126D2}" destId="{3024969B-15B9-42E6-91DF-566EB6271A20}" srcOrd="0" destOrd="0" parTransId="{ECF506A6-723C-49A3-9B4D-7B8532E6BAFA}" sibTransId="{37A40F50-DCB1-4E49-93CC-719B295DD25B}"/>
    <dgm:cxn modelId="{B996955B-3A94-4E9B-99CB-1C920CBBCF63}" type="presOf" srcId="{3024969B-15B9-42E6-91DF-566EB6271A20}" destId="{E0671742-24D6-48B9-9683-90B8B0B4CB9E}" srcOrd="0" destOrd="0" presId="urn:microsoft.com/office/officeart/2005/8/layout/hList1"/>
    <dgm:cxn modelId="{05C06D56-8FE0-465F-BAEC-1B9C5AA3FAE4}" type="presOf" srcId="{9CA454B8-E4A9-4391-B3FB-96591ACD58B2}" destId="{C554D35A-DEDA-42A2-884E-AB3A4D6F89EE}" srcOrd="0" destOrd="0" presId="urn:microsoft.com/office/officeart/2005/8/layout/hList1"/>
    <dgm:cxn modelId="{EF5BE78C-F603-4B1B-A184-366BC320C890}" type="presOf" srcId="{2E01A17D-486F-41C7-B343-C7CBF863956B}" destId="{F28B67BB-2AAD-416F-86F8-9DE5804325B5}" srcOrd="0" destOrd="0" presId="urn:microsoft.com/office/officeart/2005/8/layout/hList1"/>
    <dgm:cxn modelId="{86C9818F-D4A1-4AF7-85C0-9D128FF82436}" srcId="{3024969B-15B9-42E6-91DF-566EB6271A20}" destId="{2E01A17D-486F-41C7-B343-C7CBF863956B}" srcOrd="0" destOrd="0" parTransId="{6BB3857D-FDE4-4782-AEA7-15E4E537803A}" sibTransId="{C7CF88F1-F038-434F-BD5E-6D9D7AD227DC}"/>
    <dgm:cxn modelId="{34E929A3-80C3-47BE-9EFE-3449FEA3305B}" srcId="{FEEA0E99-7B57-4AFC-AF08-9F42EED126D2}" destId="{9CA454B8-E4A9-4391-B3FB-96591ACD58B2}" srcOrd="3" destOrd="0" parTransId="{3970AA56-6270-4866-A447-109A32AE9387}" sibTransId="{9FDC56B1-A199-4FB3-B5D0-B3A9D0781EB7}"/>
    <dgm:cxn modelId="{8E275AA4-1055-4F0D-B940-97E024FE2305}" type="presOf" srcId="{EF6945D7-1DAA-4EE2-927B-4F88C59E149D}" destId="{5D7C7ACF-C48B-4E8D-9F16-72D6E8E670B7}" srcOrd="0" destOrd="0" presId="urn:microsoft.com/office/officeart/2005/8/layout/hList1"/>
    <dgm:cxn modelId="{529063AB-2A60-4A52-8FF5-BE286A8D6C45}" srcId="{C9EC6489-9250-452A-BABC-BF3764EF3CF6}" destId="{87A28F50-19D0-4F3E-BED0-51EA416ABD02}" srcOrd="0" destOrd="0" parTransId="{4A39AFD3-11EA-4C3D-B26C-8BEC129DE638}" sibTransId="{1EA03C49-2738-433D-BD52-0A9DEE993B64}"/>
    <dgm:cxn modelId="{79CF18B2-4A33-4C72-96CD-814B9F76113C}" type="presOf" srcId="{C9EC6489-9250-452A-BABC-BF3764EF3CF6}" destId="{E88FE765-0CA4-444D-94D7-28B7AAA797F3}" srcOrd="0" destOrd="0" presId="urn:microsoft.com/office/officeart/2005/8/layout/hList1"/>
    <dgm:cxn modelId="{9E7959C3-BA91-4C1C-8594-9194EA7C01AC}" type="presOf" srcId="{AC71A937-EDF0-403F-BED8-2827C20514F1}" destId="{CF5BD751-355A-4D36-9C55-E14B0D135F28}" srcOrd="0" destOrd="0" presId="urn:microsoft.com/office/officeart/2005/8/layout/hList1"/>
    <dgm:cxn modelId="{3A3463CE-9FE3-4D5C-BE37-96E038C59510}" srcId="{48912B32-57BA-4BEB-A19B-78179F1003CC}" destId="{EF6945D7-1DAA-4EE2-927B-4F88C59E149D}" srcOrd="0" destOrd="0" parTransId="{862A132A-FD8A-44CE-9D12-618199381BB6}" sibTransId="{C2032DD4-A8F1-4A5B-89E2-0CF53DC8950E}"/>
    <dgm:cxn modelId="{FD8CB8D8-7376-4732-A274-94E3BC7B0D38}" srcId="{FEEA0E99-7B57-4AFC-AF08-9F42EED126D2}" destId="{C9EC6489-9250-452A-BABC-BF3764EF3CF6}" srcOrd="2" destOrd="0" parTransId="{3D353D58-0CB9-45F9-BF3F-1592CDAC0078}" sibTransId="{DEDB924D-F8C0-49B7-9FBF-12DF7CED271A}"/>
    <dgm:cxn modelId="{336397E7-5D47-4941-845C-73B7EBED96F3}" srcId="{48912B32-57BA-4BEB-A19B-78179F1003CC}" destId="{CF8B7084-7F58-4924-8931-9B126607C235}" srcOrd="1" destOrd="0" parTransId="{9482DD9D-CA5A-4A94-80C8-A63312C88DBD}" sibTransId="{DE137E1F-07D6-4723-9469-B5CE953209E1}"/>
    <dgm:cxn modelId="{29051EF5-9397-4CBB-BDFC-0031B99D6314}" type="presOf" srcId="{87A28F50-19D0-4F3E-BED0-51EA416ABD02}" destId="{A29F0BA8-00D6-4469-9E5A-A26F976BA4B6}" srcOrd="0" destOrd="0" presId="urn:microsoft.com/office/officeart/2005/8/layout/hList1"/>
    <dgm:cxn modelId="{639A5EF5-A870-48E6-8598-D0E54AA6D4FD}" type="presOf" srcId="{50C335F5-DF0C-4844-9AC2-B7CD27FE023F}" destId="{A29F0BA8-00D6-4469-9E5A-A26F976BA4B6}" srcOrd="0" destOrd="1" presId="urn:microsoft.com/office/officeart/2005/8/layout/hList1"/>
    <dgm:cxn modelId="{719B0BFD-61E1-41DE-85FD-82F0A55A6778}" srcId="{C9EC6489-9250-452A-BABC-BF3764EF3CF6}" destId="{50C335F5-DF0C-4844-9AC2-B7CD27FE023F}" srcOrd="1" destOrd="0" parTransId="{1E53F77D-E9DC-4F7F-9BE5-6DB1C4FFB23E}" sibTransId="{622314D0-7544-4AFA-A09B-BB32BA22F788}"/>
    <dgm:cxn modelId="{CF4C9EFD-C1F5-4F9F-9149-AD37CCCD05F5}" srcId="{FEEA0E99-7B57-4AFC-AF08-9F42EED126D2}" destId="{48912B32-57BA-4BEB-A19B-78179F1003CC}" srcOrd="1" destOrd="0" parTransId="{EEEE3F01-51B6-4EAB-8A17-A85F76BCCE7B}" sibTransId="{62C698BD-45A3-40E4-A262-2BEAF8552F5B}"/>
    <dgm:cxn modelId="{0DEF03D8-3B69-41E7-8568-DE87553876BD}" type="presParOf" srcId="{BA6526BC-3CA1-4EB7-A173-4748F8E05446}" destId="{D99F42DC-2BF9-44A1-B29C-7F9005CD7CF7}" srcOrd="0" destOrd="0" presId="urn:microsoft.com/office/officeart/2005/8/layout/hList1"/>
    <dgm:cxn modelId="{FF9E4A0B-EBD3-4D45-B991-BFD3480AC604}" type="presParOf" srcId="{D99F42DC-2BF9-44A1-B29C-7F9005CD7CF7}" destId="{E0671742-24D6-48B9-9683-90B8B0B4CB9E}" srcOrd="0" destOrd="0" presId="urn:microsoft.com/office/officeart/2005/8/layout/hList1"/>
    <dgm:cxn modelId="{13EE3969-2BD7-4E47-AA01-7E7DE15DF6E3}" type="presParOf" srcId="{D99F42DC-2BF9-44A1-B29C-7F9005CD7CF7}" destId="{F28B67BB-2AAD-416F-86F8-9DE5804325B5}" srcOrd="1" destOrd="0" presId="urn:microsoft.com/office/officeart/2005/8/layout/hList1"/>
    <dgm:cxn modelId="{5A25247A-AA87-4903-AC76-C64F2E0F6879}" type="presParOf" srcId="{BA6526BC-3CA1-4EB7-A173-4748F8E05446}" destId="{41A71405-6CC5-473D-8AA6-2AB28EF6DD3D}" srcOrd="1" destOrd="0" presId="urn:microsoft.com/office/officeart/2005/8/layout/hList1"/>
    <dgm:cxn modelId="{E416DA9B-CC42-4326-A637-E97223A89A45}" type="presParOf" srcId="{BA6526BC-3CA1-4EB7-A173-4748F8E05446}" destId="{7D871129-B56B-4F58-962B-FEC65B8F77E1}" srcOrd="2" destOrd="0" presId="urn:microsoft.com/office/officeart/2005/8/layout/hList1"/>
    <dgm:cxn modelId="{4BD068B8-0D1C-4728-B90A-2E1362EFBC24}" type="presParOf" srcId="{7D871129-B56B-4F58-962B-FEC65B8F77E1}" destId="{8A607BF5-0350-475D-9E25-94B964F7CDE2}" srcOrd="0" destOrd="0" presId="urn:microsoft.com/office/officeart/2005/8/layout/hList1"/>
    <dgm:cxn modelId="{B9AE4B60-C484-4044-A7E4-BA294BA4D5AB}" type="presParOf" srcId="{7D871129-B56B-4F58-962B-FEC65B8F77E1}" destId="{5D7C7ACF-C48B-4E8D-9F16-72D6E8E670B7}" srcOrd="1" destOrd="0" presId="urn:microsoft.com/office/officeart/2005/8/layout/hList1"/>
    <dgm:cxn modelId="{9D0C1E0D-44B2-4C69-86C6-6CBC118678D9}" type="presParOf" srcId="{BA6526BC-3CA1-4EB7-A173-4748F8E05446}" destId="{C7E39576-D1CE-484E-8604-F04EA936247B}" srcOrd="3" destOrd="0" presId="urn:microsoft.com/office/officeart/2005/8/layout/hList1"/>
    <dgm:cxn modelId="{C23E895B-C3D3-4C3A-8979-453A46385372}" type="presParOf" srcId="{BA6526BC-3CA1-4EB7-A173-4748F8E05446}" destId="{BC071265-CC8C-489D-AEF3-388514D9C664}" srcOrd="4" destOrd="0" presId="urn:microsoft.com/office/officeart/2005/8/layout/hList1"/>
    <dgm:cxn modelId="{42446A15-6008-4984-B3D6-30C1A0FEDC41}" type="presParOf" srcId="{BC071265-CC8C-489D-AEF3-388514D9C664}" destId="{E88FE765-0CA4-444D-94D7-28B7AAA797F3}" srcOrd="0" destOrd="0" presId="urn:microsoft.com/office/officeart/2005/8/layout/hList1"/>
    <dgm:cxn modelId="{8FE7AE8D-590D-4A50-8D9C-6CDBC9505F32}" type="presParOf" srcId="{BC071265-CC8C-489D-AEF3-388514D9C664}" destId="{A29F0BA8-00D6-4469-9E5A-A26F976BA4B6}" srcOrd="1" destOrd="0" presId="urn:microsoft.com/office/officeart/2005/8/layout/hList1"/>
    <dgm:cxn modelId="{2F68C124-3475-4E1F-A56C-0B7E9310248D}" type="presParOf" srcId="{BA6526BC-3CA1-4EB7-A173-4748F8E05446}" destId="{E30BCE2E-BDF4-4F07-873E-A86B3CC9FA6B}" srcOrd="5" destOrd="0" presId="urn:microsoft.com/office/officeart/2005/8/layout/hList1"/>
    <dgm:cxn modelId="{C2C918C6-3CE3-48B5-9EC4-3F2BB658FF33}" type="presParOf" srcId="{BA6526BC-3CA1-4EB7-A173-4748F8E05446}" destId="{3C9CB040-996A-4521-800B-97A4A5482047}" srcOrd="6" destOrd="0" presId="urn:microsoft.com/office/officeart/2005/8/layout/hList1"/>
    <dgm:cxn modelId="{8161650D-6AD2-4D10-BFD4-9342EA169EFF}" type="presParOf" srcId="{3C9CB040-996A-4521-800B-97A4A5482047}" destId="{C554D35A-DEDA-42A2-884E-AB3A4D6F89EE}" srcOrd="0" destOrd="0" presId="urn:microsoft.com/office/officeart/2005/8/layout/hList1"/>
    <dgm:cxn modelId="{C5BE0CCE-8788-4A72-BDFF-EFF3356D6152}" type="presParOf" srcId="{3C9CB040-996A-4521-800B-97A4A5482047}" destId="{CF5BD751-355A-4D36-9C55-E14B0D135F2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EEA0E99-7B57-4AFC-AF08-9F42EED126D2}"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n-MY"/>
        </a:p>
      </dgm:t>
    </dgm:pt>
    <dgm:pt modelId="{32DF2D3D-CEE7-439D-8884-A63596A46F1A}">
      <dgm:prSet phldrT="[Text]" custT="1"/>
      <dgm:spPr/>
      <dgm:t>
        <a:bodyPr/>
        <a:lstStyle/>
        <a:p>
          <a:r>
            <a:rPr lang="en-MY" sz="2000" dirty="0"/>
            <a:t>Disk/Partition Encryption</a:t>
          </a:r>
        </a:p>
      </dgm:t>
    </dgm:pt>
    <dgm:pt modelId="{0694A656-03B7-4D8D-B67D-9A4D92F37F2C}" type="parTrans" cxnId="{1E612B6B-7749-4006-BF8F-058B0D961B06}">
      <dgm:prSet/>
      <dgm:spPr/>
      <dgm:t>
        <a:bodyPr/>
        <a:lstStyle/>
        <a:p>
          <a:endParaRPr lang="en-MY" sz="4800"/>
        </a:p>
      </dgm:t>
    </dgm:pt>
    <dgm:pt modelId="{4A45CF55-F250-44BD-9AE8-7958928C14E9}" type="sibTrans" cxnId="{1E612B6B-7749-4006-BF8F-058B0D961B06}">
      <dgm:prSet/>
      <dgm:spPr/>
      <dgm:t>
        <a:bodyPr/>
        <a:lstStyle/>
        <a:p>
          <a:endParaRPr lang="en-MY" sz="4800"/>
        </a:p>
      </dgm:t>
    </dgm:pt>
    <dgm:pt modelId="{A89BED42-B760-4720-B9D3-225EA6A74986}">
      <dgm:prSet phldrT="[Text]" custT="1"/>
      <dgm:spPr/>
      <dgm:t>
        <a:bodyPr/>
        <a:lstStyle/>
        <a:p>
          <a:r>
            <a:rPr lang="en-MY" sz="2000" dirty="0"/>
            <a:t>BitLocker</a:t>
          </a:r>
        </a:p>
      </dgm:t>
    </dgm:pt>
    <dgm:pt modelId="{511E25AE-0A07-4AB8-B229-2CCB5E6E2189}" type="parTrans" cxnId="{F7DCBBA8-A5D3-429F-9C11-AB187743D1A7}">
      <dgm:prSet/>
      <dgm:spPr/>
      <dgm:t>
        <a:bodyPr/>
        <a:lstStyle/>
        <a:p>
          <a:endParaRPr lang="en-MY" sz="4800"/>
        </a:p>
      </dgm:t>
    </dgm:pt>
    <dgm:pt modelId="{AF411673-D8B8-49DC-B85B-970B30F7071A}" type="sibTrans" cxnId="{F7DCBBA8-A5D3-429F-9C11-AB187743D1A7}">
      <dgm:prSet/>
      <dgm:spPr/>
      <dgm:t>
        <a:bodyPr/>
        <a:lstStyle/>
        <a:p>
          <a:endParaRPr lang="en-MY" sz="4800"/>
        </a:p>
      </dgm:t>
    </dgm:pt>
    <dgm:pt modelId="{305ADD58-0039-4CC7-97C9-8E375B448D2E}">
      <dgm:prSet phldrT="[Text]" custT="1"/>
      <dgm:spPr/>
      <dgm:t>
        <a:bodyPr/>
        <a:lstStyle/>
        <a:p>
          <a:r>
            <a:rPr lang="en-MY" sz="2000" dirty="0" err="1"/>
            <a:t>FileVault</a:t>
          </a:r>
          <a:endParaRPr lang="en-MY" sz="2000" dirty="0"/>
        </a:p>
      </dgm:t>
    </dgm:pt>
    <dgm:pt modelId="{4E9023A9-145D-4310-9A9F-12A8D317D3A1}" type="parTrans" cxnId="{1D904A78-2F2A-4E73-B377-104C41741D08}">
      <dgm:prSet/>
      <dgm:spPr/>
      <dgm:t>
        <a:bodyPr/>
        <a:lstStyle/>
        <a:p>
          <a:endParaRPr lang="en-MY" sz="4800"/>
        </a:p>
      </dgm:t>
    </dgm:pt>
    <dgm:pt modelId="{05D5B5F5-DDB4-4DE1-9154-F1FE186F41F3}" type="sibTrans" cxnId="{1D904A78-2F2A-4E73-B377-104C41741D08}">
      <dgm:prSet/>
      <dgm:spPr/>
      <dgm:t>
        <a:bodyPr/>
        <a:lstStyle/>
        <a:p>
          <a:endParaRPr lang="en-MY" sz="4800"/>
        </a:p>
      </dgm:t>
    </dgm:pt>
    <dgm:pt modelId="{BD3353C9-1BF3-45AF-898A-065354A5337B}">
      <dgm:prSet phldrT="[Text]" custT="1"/>
      <dgm:spPr/>
      <dgm:t>
        <a:bodyPr/>
        <a:lstStyle/>
        <a:p>
          <a:r>
            <a:rPr lang="en-MY" sz="2000" dirty="0"/>
            <a:t>WinZip</a:t>
          </a:r>
        </a:p>
      </dgm:t>
    </dgm:pt>
    <dgm:pt modelId="{AB7B77E1-740E-4781-8142-F1BFB0490DFB}" type="parTrans" cxnId="{208068AD-5D4F-4004-A688-1C20EC37C01B}">
      <dgm:prSet/>
      <dgm:spPr/>
      <dgm:t>
        <a:bodyPr/>
        <a:lstStyle/>
        <a:p>
          <a:endParaRPr lang="en-MY" sz="4800"/>
        </a:p>
      </dgm:t>
    </dgm:pt>
    <dgm:pt modelId="{73F9C6FD-7A88-4E4F-83B2-D940B5F257D9}" type="sibTrans" cxnId="{208068AD-5D4F-4004-A688-1C20EC37C01B}">
      <dgm:prSet/>
      <dgm:spPr/>
      <dgm:t>
        <a:bodyPr/>
        <a:lstStyle/>
        <a:p>
          <a:endParaRPr lang="en-MY" sz="4800"/>
        </a:p>
      </dgm:t>
    </dgm:pt>
    <dgm:pt modelId="{AC8E78D4-7F6D-446D-A0DE-FDEBE74BCFE5}">
      <dgm:prSet phldrT="[Text]" custT="1"/>
      <dgm:spPr/>
      <dgm:t>
        <a:bodyPr/>
        <a:lstStyle/>
        <a:p>
          <a:r>
            <a:rPr lang="en-MY" sz="2000" dirty="0"/>
            <a:t>7 Zip</a:t>
          </a:r>
        </a:p>
      </dgm:t>
    </dgm:pt>
    <dgm:pt modelId="{696C7660-1EF2-4A3C-B699-2E5059A6CE17}" type="parTrans" cxnId="{8CDE42A5-0619-4155-B4CA-0067E457843A}">
      <dgm:prSet/>
      <dgm:spPr/>
      <dgm:t>
        <a:bodyPr/>
        <a:lstStyle/>
        <a:p>
          <a:endParaRPr lang="en-MY" sz="4800"/>
        </a:p>
      </dgm:t>
    </dgm:pt>
    <dgm:pt modelId="{20824504-F94A-4BA0-B362-6CD0BEE763CE}" type="sibTrans" cxnId="{8CDE42A5-0619-4155-B4CA-0067E457843A}">
      <dgm:prSet/>
      <dgm:spPr/>
      <dgm:t>
        <a:bodyPr/>
        <a:lstStyle/>
        <a:p>
          <a:endParaRPr lang="en-MY" sz="4800"/>
        </a:p>
      </dgm:t>
    </dgm:pt>
    <dgm:pt modelId="{DA09FB0E-1DB5-4CA9-B7EF-EC3C209C2F9B}">
      <dgm:prSet phldrT="[Text]" custT="1"/>
      <dgm:spPr/>
      <dgm:t>
        <a:bodyPr/>
        <a:lstStyle/>
        <a:p>
          <a:r>
            <a:rPr lang="en-MY" sz="2000" dirty="0"/>
            <a:t>RAR</a:t>
          </a:r>
        </a:p>
      </dgm:t>
    </dgm:pt>
    <dgm:pt modelId="{372E44A6-61EC-48E2-8094-5E5108FBD275}" type="parTrans" cxnId="{BE97839F-CE6F-4A08-9F37-3197648A9EA4}">
      <dgm:prSet/>
      <dgm:spPr/>
      <dgm:t>
        <a:bodyPr/>
        <a:lstStyle/>
        <a:p>
          <a:endParaRPr lang="en-MY" sz="4800"/>
        </a:p>
      </dgm:t>
    </dgm:pt>
    <dgm:pt modelId="{26180AC5-9D91-4895-A038-92EC8E3A0411}" type="sibTrans" cxnId="{BE97839F-CE6F-4A08-9F37-3197648A9EA4}">
      <dgm:prSet/>
      <dgm:spPr/>
      <dgm:t>
        <a:bodyPr/>
        <a:lstStyle/>
        <a:p>
          <a:endParaRPr lang="en-MY" sz="4800"/>
        </a:p>
      </dgm:t>
    </dgm:pt>
    <dgm:pt modelId="{E8CC9F86-19F5-45E3-A54B-503405657E15}">
      <dgm:prSet phldrT="[Text]" custT="1"/>
      <dgm:spPr/>
      <dgm:t>
        <a:bodyPr/>
        <a:lstStyle/>
        <a:p>
          <a:r>
            <a:rPr lang="en-MY" sz="2000" dirty="0"/>
            <a:t>Cloud</a:t>
          </a:r>
        </a:p>
      </dgm:t>
    </dgm:pt>
    <dgm:pt modelId="{1939D3B4-077D-4C15-8696-0D734C0DE19F}" type="parTrans" cxnId="{614CC0F4-9605-41B4-840B-69A7361B0335}">
      <dgm:prSet/>
      <dgm:spPr/>
      <dgm:t>
        <a:bodyPr/>
        <a:lstStyle/>
        <a:p>
          <a:endParaRPr lang="en-MY" sz="4800"/>
        </a:p>
      </dgm:t>
    </dgm:pt>
    <dgm:pt modelId="{4EE6DC19-0E28-4429-85CF-D28807CF887C}" type="sibTrans" cxnId="{614CC0F4-9605-41B4-840B-69A7361B0335}">
      <dgm:prSet/>
      <dgm:spPr/>
      <dgm:t>
        <a:bodyPr/>
        <a:lstStyle/>
        <a:p>
          <a:endParaRPr lang="en-MY" sz="4800"/>
        </a:p>
      </dgm:t>
    </dgm:pt>
    <dgm:pt modelId="{58A0FC35-46B8-4ABC-B9C9-3C78B7CD9891}">
      <dgm:prSet custT="1"/>
      <dgm:spPr/>
      <dgm:t>
        <a:bodyPr/>
        <a:lstStyle/>
        <a:p>
          <a:r>
            <a:rPr lang="en-MY" sz="2000" dirty="0"/>
            <a:t>Archive and Compression Tools</a:t>
          </a:r>
        </a:p>
      </dgm:t>
    </dgm:pt>
    <dgm:pt modelId="{8E627A0B-7C2C-408B-BC29-6575D1479501}" type="parTrans" cxnId="{AE28ED9E-23F6-4297-B37C-1EBBB118A42E}">
      <dgm:prSet/>
      <dgm:spPr/>
      <dgm:t>
        <a:bodyPr/>
        <a:lstStyle/>
        <a:p>
          <a:endParaRPr lang="en-MY" sz="4800"/>
        </a:p>
      </dgm:t>
    </dgm:pt>
    <dgm:pt modelId="{EECDE747-1A38-4FC4-9D19-F548D747A259}" type="sibTrans" cxnId="{AE28ED9E-23F6-4297-B37C-1EBBB118A42E}">
      <dgm:prSet/>
      <dgm:spPr/>
      <dgm:t>
        <a:bodyPr/>
        <a:lstStyle/>
        <a:p>
          <a:endParaRPr lang="en-MY" sz="4800"/>
        </a:p>
      </dgm:t>
    </dgm:pt>
    <dgm:pt modelId="{A8D2BC01-27C8-47AA-8C4C-710BB6D2C458}">
      <dgm:prSet phldrT="[Text]" custT="1"/>
      <dgm:spPr/>
      <dgm:t>
        <a:bodyPr/>
        <a:lstStyle/>
        <a:p>
          <a:r>
            <a:rPr lang="en-MY" sz="2000" dirty="0" err="1"/>
            <a:t>CipherShed</a:t>
          </a:r>
          <a:endParaRPr lang="en-MY" sz="2000" dirty="0"/>
        </a:p>
      </dgm:t>
    </dgm:pt>
    <dgm:pt modelId="{31A8153C-0BEA-49A0-862A-FA5B0885C4CA}" type="parTrans" cxnId="{ADE3DE7E-33BC-4B3C-8AA6-1BBD6FEA3BC4}">
      <dgm:prSet/>
      <dgm:spPr/>
      <dgm:t>
        <a:bodyPr/>
        <a:lstStyle/>
        <a:p>
          <a:endParaRPr lang="en-MY" sz="4800"/>
        </a:p>
      </dgm:t>
    </dgm:pt>
    <dgm:pt modelId="{9B003BA8-09C3-471B-9542-4658475EBCF2}" type="sibTrans" cxnId="{ADE3DE7E-33BC-4B3C-8AA6-1BBD6FEA3BC4}">
      <dgm:prSet/>
      <dgm:spPr/>
      <dgm:t>
        <a:bodyPr/>
        <a:lstStyle/>
        <a:p>
          <a:endParaRPr lang="en-MY" sz="4800"/>
        </a:p>
      </dgm:t>
    </dgm:pt>
    <dgm:pt modelId="{6D296D7D-75F9-40A7-8F10-FA6382445B5A}">
      <dgm:prSet phldrT="[Text]" custT="1"/>
      <dgm:spPr/>
      <dgm:t>
        <a:bodyPr/>
        <a:lstStyle/>
        <a:p>
          <a:r>
            <a:rPr lang="en-MY" sz="2000" dirty="0"/>
            <a:t>AWS</a:t>
          </a:r>
        </a:p>
      </dgm:t>
    </dgm:pt>
    <dgm:pt modelId="{FF7D1F29-B6DD-4584-A37F-089DC1516FED}" type="parTrans" cxnId="{4D231D32-ACA1-4033-BCDB-8EF2A75F9606}">
      <dgm:prSet/>
      <dgm:spPr/>
      <dgm:t>
        <a:bodyPr/>
        <a:lstStyle/>
        <a:p>
          <a:endParaRPr lang="en-MY" sz="4800"/>
        </a:p>
      </dgm:t>
    </dgm:pt>
    <dgm:pt modelId="{E3C7E758-D615-4728-8A29-5F5188C376F5}" type="sibTrans" cxnId="{4D231D32-ACA1-4033-BCDB-8EF2A75F9606}">
      <dgm:prSet/>
      <dgm:spPr/>
      <dgm:t>
        <a:bodyPr/>
        <a:lstStyle/>
        <a:p>
          <a:endParaRPr lang="en-MY" sz="4800"/>
        </a:p>
      </dgm:t>
    </dgm:pt>
    <dgm:pt modelId="{341BF4EA-634F-4BE6-B50C-13CEBACBBDCA}">
      <dgm:prSet phldrT="[Text]" custT="1"/>
      <dgm:spPr/>
      <dgm:t>
        <a:bodyPr/>
        <a:lstStyle/>
        <a:p>
          <a:r>
            <a:rPr lang="en-MY" sz="2000" dirty="0"/>
            <a:t>Password Manager</a:t>
          </a:r>
        </a:p>
      </dgm:t>
    </dgm:pt>
    <dgm:pt modelId="{0D96C5FD-2D09-4B4A-815A-FD907B3D348A}" type="parTrans" cxnId="{DE84888F-09BB-484A-8145-C71392C028C8}">
      <dgm:prSet/>
      <dgm:spPr/>
      <dgm:t>
        <a:bodyPr/>
        <a:lstStyle/>
        <a:p>
          <a:endParaRPr lang="en-MY" sz="4800"/>
        </a:p>
      </dgm:t>
    </dgm:pt>
    <dgm:pt modelId="{CF001905-2CDD-4A15-BD84-A98F40C8448E}" type="sibTrans" cxnId="{DE84888F-09BB-484A-8145-C71392C028C8}">
      <dgm:prSet/>
      <dgm:spPr/>
      <dgm:t>
        <a:bodyPr/>
        <a:lstStyle/>
        <a:p>
          <a:endParaRPr lang="en-MY" sz="4800"/>
        </a:p>
      </dgm:t>
    </dgm:pt>
    <dgm:pt modelId="{3FC17733-D04E-49D8-8835-F3B44A67D3AC}">
      <dgm:prSet phldrT="[Text]" custT="1"/>
      <dgm:spPr/>
      <dgm:t>
        <a:bodyPr/>
        <a:lstStyle/>
        <a:p>
          <a:r>
            <a:rPr lang="en-MY" sz="2000" dirty="0" err="1"/>
            <a:t>LastpPass</a:t>
          </a:r>
          <a:endParaRPr lang="en-MY" sz="2000" dirty="0"/>
        </a:p>
      </dgm:t>
    </dgm:pt>
    <dgm:pt modelId="{DA67010B-25C8-4EF3-AD03-8074FEEF1335}" type="parTrans" cxnId="{697F2B7F-8274-43DA-9907-5730D0F23E3A}">
      <dgm:prSet/>
      <dgm:spPr/>
      <dgm:t>
        <a:bodyPr/>
        <a:lstStyle/>
        <a:p>
          <a:endParaRPr lang="en-MY" sz="4800"/>
        </a:p>
      </dgm:t>
    </dgm:pt>
    <dgm:pt modelId="{AFEE56C2-CE3E-4631-931B-79F34D72A4CC}" type="sibTrans" cxnId="{697F2B7F-8274-43DA-9907-5730D0F23E3A}">
      <dgm:prSet/>
      <dgm:spPr/>
      <dgm:t>
        <a:bodyPr/>
        <a:lstStyle/>
        <a:p>
          <a:endParaRPr lang="en-MY" sz="4800"/>
        </a:p>
      </dgm:t>
    </dgm:pt>
    <dgm:pt modelId="{05116A76-DB94-4DAB-B183-8E96B3E9744B}">
      <dgm:prSet phldrT="[Text]" custT="1"/>
      <dgm:spPr/>
      <dgm:t>
        <a:bodyPr/>
        <a:lstStyle/>
        <a:p>
          <a:r>
            <a:rPr lang="en-MY" sz="2000" dirty="0"/>
            <a:t>1Password</a:t>
          </a:r>
        </a:p>
      </dgm:t>
    </dgm:pt>
    <dgm:pt modelId="{1FE8F2D6-296D-4FDD-8665-A03832E6A161}" type="parTrans" cxnId="{36D8C353-E38B-43ED-BAB7-18CFDA965904}">
      <dgm:prSet/>
      <dgm:spPr/>
      <dgm:t>
        <a:bodyPr/>
        <a:lstStyle/>
        <a:p>
          <a:endParaRPr lang="en-MY" sz="4800"/>
        </a:p>
      </dgm:t>
    </dgm:pt>
    <dgm:pt modelId="{D120631F-84DC-4365-B7C9-7754DF991BC3}" type="sibTrans" cxnId="{36D8C353-E38B-43ED-BAB7-18CFDA965904}">
      <dgm:prSet/>
      <dgm:spPr/>
      <dgm:t>
        <a:bodyPr/>
        <a:lstStyle/>
        <a:p>
          <a:endParaRPr lang="en-MY" sz="4800"/>
        </a:p>
      </dgm:t>
    </dgm:pt>
    <dgm:pt modelId="{C72EB532-DC46-4ECB-8F8E-8F5854F7FEB8}">
      <dgm:prSet phldrT="[Text]" custT="1"/>
      <dgm:spPr/>
      <dgm:t>
        <a:bodyPr/>
        <a:lstStyle/>
        <a:p>
          <a:r>
            <a:rPr lang="en-MY" sz="2000" dirty="0"/>
            <a:t>Azure</a:t>
          </a:r>
        </a:p>
      </dgm:t>
    </dgm:pt>
    <dgm:pt modelId="{72B92703-8BAD-4A78-B87D-BE1FF2780197}" type="parTrans" cxnId="{89872390-6401-4576-8C5E-9DC3B2CDBE15}">
      <dgm:prSet/>
      <dgm:spPr/>
      <dgm:t>
        <a:bodyPr/>
        <a:lstStyle/>
        <a:p>
          <a:endParaRPr lang="en-MY"/>
        </a:p>
      </dgm:t>
    </dgm:pt>
    <dgm:pt modelId="{4F3854C3-FDF3-4377-81DA-A1A46D067F74}" type="sibTrans" cxnId="{89872390-6401-4576-8C5E-9DC3B2CDBE15}">
      <dgm:prSet/>
      <dgm:spPr/>
      <dgm:t>
        <a:bodyPr/>
        <a:lstStyle/>
        <a:p>
          <a:endParaRPr lang="en-MY"/>
        </a:p>
      </dgm:t>
    </dgm:pt>
    <dgm:pt modelId="{15461771-F382-41F8-8ABA-93D3394A42CD}">
      <dgm:prSet phldrT="[Text]" custT="1"/>
      <dgm:spPr/>
      <dgm:t>
        <a:bodyPr/>
        <a:lstStyle/>
        <a:p>
          <a:r>
            <a:rPr lang="en-MY" sz="2000" dirty="0" err="1"/>
            <a:t>Goodle</a:t>
          </a:r>
          <a:r>
            <a:rPr lang="en-MY" sz="2000" dirty="0"/>
            <a:t> Cloud</a:t>
          </a:r>
        </a:p>
      </dgm:t>
    </dgm:pt>
    <dgm:pt modelId="{0D76B407-BD92-4A73-9B45-3FFEA31B2DC3}" type="parTrans" cxnId="{F97096FD-7757-400B-9930-2C7EE87AEA8E}">
      <dgm:prSet/>
      <dgm:spPr/>
    </dgm:pt>
    <dgm:pt modelId="{C93CB8E2-A136-487D-A2F5-1A0C7730987A}" type="sibTrans" cxnId="{F97096FD-7757-400B-9930-2C7EE87AEA8E}">
      <dgm:prSet/>
      <dgm:spPr/>
    </dgm:pt>
    <dgm:pt modelId="{BA6526BC-3CA1-4EB7-A173-4748F8E05446}" type="pres">
      <dgm:prSet presAssocID="{FEEA0E99-7B57-4AFC-AF08-9F42EED126D2}" presName="Name0" presStyleCnt="0">
        <dgm:presLayoutVars>
          <dgm:dir/>
          <dgm:animLvl val="lvl"/>
          <dgm:resizeHandles val="exact"/>
        </dgm:presLayoutVars>
      </dgm:prSet>
      <dgm:spPr/>
    </dgm:pt>
    <dgm:pt modelId="{9A6D2D04-D770-4E8B-B089-2E471141DD90}" type="pres">
      <dgm:prSet presAssocID="{341BF4EA-634F-4BE6-B50C-13CEBACBBDCA}" presName="composite" presStyleCnt="0"/>
      <dgm:spPr/>
    </dgm:pt>
    <dgm:pt modelId="{9A9E3689-A8FA-438E-8E0F-9F8D0CACEE93}" type="pres">
      <dgm:prSet presAssocID="{341BF4EA-634F-4BE6-B50C-13CEBACBBDCA}" presName="parTx" presStyleLbl="alignNode1" presStyleIdx="0" presStyleCnt="4">
        <dgm:presLayoutVars>
          <dgm:chMax val="0"/>
          <dgm:chPref val="0"/>
          <dgm:bulletEnabled val="1"/>
        </dgm:presLayoutVars>
      </dgm:prSet>
      <dgm:spPr/>
    </dgm:pt>
    <dgm:pt modelId="{4475E03D-E134-434D-8779-3A00C63BC180}" type="pres">
      <dgm:prSet presAssocID="{341BF4EA-634F-4BE6-B50C-13CEBACBBDCA}" presName="desTx" presStyleLbl="alignAccFollowNode1" presStyleIdx="0" presStyleCnt="4">
        <dgm:presLayoutVars>
          <dgm:bulletEnabled val="1"/>
        </dgm:presLayoutVars>
      </dgm:prSet>
      <dgm:spPr/>
    </dgm:pt>
    <dgm:pt modelId="{88C60F15-1CF5-4998-9D15-5E436AFAD0BD}" type="pres">
      <dgm:prSet presAssocID="{CF001905-2CDD-4A15-BD84-A98F40C8448E}" presName="space" presStyleCnt="0"/>
      <dgm:spPr/>
    </dgm:pt>
    <dgm:pt modelId="{CE6AC572-4A7C-48CF-A54D-51B8BBFB42E4}" type="pres">
      <dgm:prSet presAssocID="{32DF2D3D-CEE7-439D-8884-A63596A46F1A}" presName="composite" presStyleCnt="0"/>
      <dgm:spPr/>
    </dgm:pt>
    <dgm:pt modelId="{C2B6849C-C808-4729-A212-12BA7BE87560}" type="pres">
      <dgm:prSet presAssocID="{32DF2D3D-CEE7-439D-8884-A63596A46F1A}" presName="parTx" presStyleLbl="alignNode1" presStyleIdx="1" presStyleCnt="4">
        <dgm:presLayoutVars>
          <dgm:chMax val="0"/>
          <dgm:chPref val="0"/>
          <dgm:bulletEnabled val="1"/>
        </dgm:presLayoutVars>
      </dgm:prSet>
      <dgm:spPr/>
    </dgm:pt>
    <dgm:pt modelId="{EE73D662-1FA5-42C0-BD4A-8DEF514BA6B1}" type="pres">
      <dgm:prSet presAssocID="{32DF2D3D-CEE7-439D-8884-A63596A46F1A}" presName="desTx" presStyleLbl="alignAccFollowNode1" presStyleIdx="1" presStyleCnt="4">
        <dgm:presLayoutVars>
          <dgm:bulletEnabled val="1"/>
        </dgm:presLayoutVars>
      </dgm:prSet>
      <dgm:spPr/>
    </dgm:pt>
    <dgm:pt modelId="{48032CCC-7913-4ACC-B9AC-D671F826CC27}" type="pres">
      <dgm:prSet presAssocID="{4A45CF55-F250-44BD-9AE8-7958928C14E9}" presName="space" presStyleCnt="0"/>
      <dgm:spPr/>
    </dgm:pt>
    <dgm:pt modelId="{ACC70CF9-2A15-466D-A816-3A52ECF644B9}" type="pres">
      <dgm:prSet presAssocID="{58A0FC35-46B8-4ABC-B9C9-3C78B7CD9891}" presName="composite" presStyleCnt="0"/>
      <dgm:spPr/>
    </dgm:pt>
    <dgm:pt modelId="{A1953B51-9301-4D06-BCB2-EF4955F4B084}" type="pres">
      <dgm:prSet presAssocID="{58A0FC35-46B8-4ABC-B9C9-3C78B7CD9891}" presName="parTx" presStyleLbl="alignNode1" presStyleIdx="2" presStyleCnt="4">
        <dgm:presLayoutVars>
          <dgm:chMax val="0"/>
          <dgm:chPref val="0"/>
          <dgm:bulletEnabled val="1"/>
        </dgm:presLayoutVars>
      </dgm:prSet>
      <dgm:spPr/>
    </dgm:pt>
    <dgm:pt modelId="{988D41E2-84FE-4FC6-97EE-AB655BC7A211}" type="pres">
      <dgm:prSet presAssocID="{58A0FC35-46B8-4ABC-B9C9-3C78B7CD9891}" presName="desTx" presStyleLbl="alignAccFollowNode1" presStyleIdx="2" presStyleCnt="4">
        <dgm:presLayoutVars>
          <dgm:bulletEnabled val="1"/>
        </dgm:presLayoutVars>
      </dgm:prSet>
      <dgm:spPr/>
    </dgm:pt>
    <dgm:pt modelId="{2FF6FC8A-06D9-4825-90EA-6D254AF28104}" type="pres">
      <dgm:prSet presAssocID="{EECDE747-1A38-4FC4-9D19-F548D747A259}" presName="space" presStyleCnt="0"/>
      <dgm:spPr/>
    </dgm:pt>
    <dgm:pt modelId="{A748470B-D6D0-44D7-811D-811ED1D9B152}" type="pres">
      <dgm:prSet presAssocID="{E8CC9F86-19F5-45E3-A54B-503405657E15}" presName="composite" presStyleCnt="0"/>
      <dgm:spPr/>
    </dgm:pt>
    <dgm:pt modelId="{179CCD9A-94AF-4B74-957F-79F94CAED18D}" type="pres">
      <dgm:prSet presAssocID="{E8CC9F86-19F5-45E3-A54B-503405657E15}" presName="parTx" presStyleLbl="alignNode1" presStyleIdx="3" presStyleCnt="4">
        <dgm:presLayoutVars>
          <dgm:chMax val="0"/>
          <dgm:chPref val="0"/>
          <dgm:bulletEnabled val="1"/>
        </dgm:presLayoutVars>
      </dgm:prSet>
      <dgm:spPr/>
    </dgm:pt>
    <dgm:pt modelId="{3484A61A-1C8C-4050-9812-D4B7A26A0C92}" type="pres">
      <dgm:prSet presAssocID="{E8CC9F86-19F5-45E3-A54B-503405657E15}" presName="desTx" presStyleLbl="alignAccFollowNode1" presStyleIdx="3" presStyleCnt="4">
        <dgm:presLayoutVars>
          <dgm:bulletEnabled val="1"/>
        </dgm:presLayoutVars>
      </dgm:prSet>
      <dgm:spPr/>
    </dgm:pt>
  </dgm:ptLst>
  <dgm:cxnLst>
    <dgm:cxn modelId="{B7D1210E-3312-44EE-84DE-3D4A4AB83C4F}" type="presOf" srcId="{15461771-F382-41F8-8ABA-93D3394A42CD}" destId="{3484A61A-1C8C-4050-9812-D4B7A26A0C92}" srcOrd="0" destOrd="2" presId="urn:microsoft.com/office/officeart/2005/8/layout/hList1"/>
    <dgm:cxn modelId="{2979570E-CE51-4D18-BD2E-58FE3FC48C88}" type="presOf" srcId="{FEEA0E99-7B57-4AFC-AF08-9F42EED126D2}" destId="{BA6526BC-3CA1-4EB7-A173-4748F8E05446}" srcOrd="0" destOrd="0" presId="urn:microsoft.com/office/officeart/2005/8/layout/hList1"/>
    <dgm:cxn modelId="{94619A14-6374-4184-831A-D608F0CB0832}" type="presOf" srcId="{AC8E78D4-7F6D-446D-A0DE-FDEBE74BCFE5}" destId="{988D41E2-84FE-4FC6-97EE-AB655BC7A211}" srcOrd="0" destOrd="1" presId="urn:microsoft.com/office/officeart/2005/8/layout/hList1"/>
    <dgm:cxn modelId="{F26DCA26-C715-4730-8A77-38758101AA5B}" type="presOf" srcId="{32DF2D3D-CEE7-439D-8884-A63596A46F1A}" destId="{C2B6849C-C808-4729-A212-12BA7BE87560}" srcOrd="0" destOrd="0" presId="urn:microsoft.com/office/officeart/2005/8/layout/hList1"/>
    <dgm:cxn modelId="{47C0EC2E-7523-4F53-9AE2-E5424360E21B}" type="presOf" srcId="{3FC17733-D04E-49D8-8835-F3B44A67D3AC}" destId="{4475E03D-E134-434D-8779-3A00C63BC180}" srcOrd="0" destOrd="0" presId="urn:microsoft.com/office/officeart/2005/8/layout/hList1"/>
    <dgm:cxn modelId="{4D231D32-ACA1-4033-BCDB-8EF2A75F9606}" srcId="{E8CC9F86-19F5-45E3-A54B-503405657E15}" destId="{6D296D7D-75F9-40A7-8F10-FA6382445B5A}" srcOrd="0" destOrd="0" parTransId="{FF7D1F29-B6DD-4584-A37F-089DC1516FED}" sibTransId="{E3C7E758-D615-4728-8A29-5F5188C376F5}"/>
    <dgm:cxn modelId="{8D02E73A-662B-4F40-AF27-A506AA85D5CF}" type="presOf" srcId="{05116A76-DB94-4DAB-B183-8E96B3E9744B}" destId="{4475E03D-E134-434D-8779-3A00C63BC180}" srcOrd="0" destOrd="1" presId="urn:microsoft.com/office/officeart/2005/8/layout/hList1"/>
    <dgm:cxn modelId="{59F4225E-4A2C-4B27-9D6E-43F9807C66A6}" type="presOf" srcId="{BD3353C9-1BF3-45AF-898A-065354A5337B}" destId="{988D41E2-84FE-4FC6-97EE-AB655BC7A211}" srcOrd="0" destOrd="0" presId="urn:microsoft.com/office/officeart/2005/8/layout/hList1"/>
    <dgm:cxn modelId="{9369E541-033F-48FD-A1B9-0FE5CBA4F4B2}" type="presOf" srcId="{E8CC9F86-19F5-45E3-A54B-503405657E15}" destId="{179CCD9A-94AF-4B74-957F-79F94CAED18D}" srcOrd="0" destOrd="0" presId="urn:microsoft.com/office/officeart/2005/8/layout/hList1"/>
    <dgm:cxn modelId="{1E612B6B-7749-4006-BF8F-058B0D961B06}" srcId="{FEEA0E99-7B57-4AFC-AF08-9F42EED126D2}" destId="{32DF2D3D-CEE7-439D-8884-A63596A46F1A}" srcOrd="1" destOrd="0" parTransId="{0694A656-03B7-4D8D-B67D-9A4D92F37F2C}" sibTransId="{4A45CF55-F250-44BD-9AE8-7958928C14E9}"/>
    <dgm:cxn modelId="{36D8C353-E38B-43ED-BAB7-18CFDA965904}" srcId="{341BF4EA-634F-4BE6-B50C-13CEBACBBDCA}" destId="{05116A76-DB94-4DAB-B183-8E96B3E9744B}" srcOrd="1" destOrd="0" parTransId="{1FE8F2D6-296D-4FDD-8665-A03832E6A161}" sibTransId="{D120631F-84DC-4365-B7C9-7754DF991BC3}"/>
    <dgm:cxn modelId="{1D904A78-2F2A-4E73-B377-104C41741D08}" srcId="{32DF2D3D-CEE7-439D-8884-A63596A46F1A}" destId="{305ADD58-0039-4CC7-97C9-8E375B448D2E}" srcOrd="1" destOrd="0" parTransId="{4E9023A9-145D-4310-9A9F-12A8D317D3A1}" sibTransId="{05D5B5F5-DDB4-4DE1-9154-F1FE186F41F3}"/>
    <dgm:cxn modelId="{ADE3DE7E-33BC-4B3C-8AA6-1BBD6FEA3BC4}" srcId="{32DF2D3D-CEE7-439D-8884-A63596A46F1A}" destId="{A8D2BC01-27C8-47AA-8C4C-710BB6D2C458}" srcOrd="2" destOrd="0" parTransId="{31A8153C-0BEA-49A0-862A-FA5B0885C4CA}" sibTransId="{9B003BA8-09C3-471B-9542-4658475EBCF2}"/>
    <dgm:cxn modelId="{697F2B7F-8274-43DA-9907-5730D0F23E3A}" srcId="{341BF4EA-634F-4BE6-B50C-13CEBACBBDCA}" destId="{3FC17733-D04E-49D8-8835-F3B44A67D3AC}" srcOrd="0" destOrd="0" parTransId="{DA67010B-25C8-4EF3-AD03-8074FEEF1335}" sibTransId="{AFEE56C2-CE3E-4631-931B-79F34D72A4CC}"/>
    <dgm:cxn modelId="{14C2C287-8FBC-4482-9614-114E49DCBE92}" type="presOf" srcId="{58A0FC35-46B8-4ABC-B9C9-3C78B7CD9891}" destId="{A1953B51-9301-4D06-BCB2-EF4955F4B084}" srcOrd="0" destOrd="0" presId="urn:microsoft.com/office/officeart/2005/8/layout/hList1"/>
    <dgm:cxn modelId="{DE84888F-09BB-484A-8145-C71392C028C8}" srcId="{FEEA0E99-7B57-4AFC-AF08-9F42EED126D2}" destId="{341BF4EA-634F-4BE6-B50C-13CEBACBBDCA}" srcOrd="0" destOrd="0" parTransId="{0D96C5FD-2D09-4B4A-815A-FD907B3D348A}" sibTransId="{CF001905-2CDD-4A15-BD84-A98F40C8448E}"/>
    <dgm:cxn modelId="{89872390-6401-4576-8C5E-9DC3B2CDBE15}" srcId="{E8CC9F86-19F5-45E3-A54B-503405657E15}" destId="{C72EB532-DC46-4ECB-8F8E-8F5854F7FEB8}" srcOrd="1" destOrd="0" parTransId="{72B92703-8BAD-4A78-B87D-BE1FF2780197}" sibTransId="{4F3854C3-FDF3-4377-81DA-A1A46D067F74}"/>
    <dgm:cxn modelId="{AF086A90-2690-461D-A196-9DD2537A7549}" type="presOf" srcId="{A89BED42-B760-4720-B9D3-225EA6A74986}" destId="{EE73D662-1FA5-42C0-BD4A-8DEF514BA6B1}" srcOrd="0" destOrd="0" presId="urn:microsoft.com/office/officeart/2005/8/layout/hList1"/>
    <dgm:cxn modelId="{AE28ED9E-23F6-4297-B37C-1EBBB118A42E}" srcId="{FEEA0E99-7B57-4AFC-AF08-9F42EED126D2}" destId="{58A0FC35-46B8-4ABC-B9C9-3C78B7CD9891}" srcOrd="2" destOrd="0" parTransId="{8E627A0B-7C2C-408B-BC29-6575D1479501}" sibTransId="{EECDE747-1A38-4FC4-9D19-F548D747A259}"/>
    <dgm:cxn modelId="{BE97839F-CE6F-4A08-9F37-3197648A9EA4}" srcId="{58A0FC35-46B8-4ABC-B9C9-3C78B7CD9891}" destId="{DA09FB0E-1DB5-4CA9-B7EF-EC3C209C2F9B}" srcOrd="2" destOrd="0" parTransId="{372E44A6-61EC-48E2-8094-5E5108FBD275}" sibTransId="{26180AC5-9D91-4895-A038-92EC8E3A0411}"/>
    <dgm:cxn modelId="{8CDE42A5-0619-4155-B4CA-0067E457843A}" srcId="{58A0FC35-46B8-4ABC-B9C9-3C78B7CD9891}" destId="{AC8E78D4-7F6D-446D-A0DE-FDEBE74BCFE5}" srcOrd="1" destOrd="0" parTransId="{696C7660-1EF2-4A3C-B699-2E5059A6CE17}" sibTransId="{20824504-F94A-4BA0-B362-6CD0BEE763CE}"/>
    <dgm:cxn modelId="{F7DCBBA8-A5D3-429F-9C11-AB187743D1A7}" srcId="{32DF2D3D-CEE7-439D-8884-A63596A46F1A}" destId="{A89BED42-B760-4720-B9D3-225EA6A74986}" srcOrd="0" destOrd="0" parTransId="{511E25AE-0A07-4AB8-B229-2CCB5E6E2189}" sibTransId="{AF411673-D8B8-49DC-B85B-970B30F7071A}"/>
    <dgm:cxn modelId="{208068AD-5D4F-4004-A688-1C20EC37C01B}" srcId="{58A0FC35-46B8-4ABC-B9C9-3C78B7CD9891}" destId="{BD3353C9-1BF3-45AF-898A-065354A5337B}" srcOrd="0" destOrd="0" parTransId="{AB7B77E1-740E-4781-8142-F1BFB0490DFB}" sibTransId="{73F9C6FD-7A88-4E4F-83B2-D940B5F257D9}"/>
    <dgm:cxn modelId="{1C72A2C3-A4A1-4259-8EA7-9F228A1D1926}" type="presOf" srcId="{341BF4EA-634F-4BE6-B50C-13CEBACBBDCA}" destId="{9A9E3689-A8FA-438E-8E0F-9F8D0CACEE93}" srcOrd="0" destOrd="0" presId="urn:microsoft.com/office/officeart/2005/8/layout/hList1"/>
    <dgm:cxn modelId="{5E3235CC-A0D2-467B-B298-73FEB29E5AE4}" type="presOf" srcId="{305ADD58-0039-4CC7-97C9-8E375B448D2E}" destId="{EE73D662-1FA5-42C0-BD4A-8DEF514BA6B1}" srcOrd="0" destOrd="1" presId="urn:microsoft.com/office/officeart/2005/8/layout/hList1"/>
    <dgm:cxn modelId="{A0D162E2-C544-42B5-96E9-5EEEE9F7527E}" type="presOf" srcId="{C72EB532-DC46-4ECB-8F8E-8F5854F7FEB8}" destId="{3484A61A-1C8C-4050-9812-D4B7A26A0C92}" srcOrd="0" destOrd="1" presId="urn:microsoft.com/office/officeart/2005/8/layout/hList1"/>
    <dgm:cxn modelId="{729D49EF-B2E7-481A-8A4A-D53915AF4202}" type="presOf" srcId="{6D296D7D-75F9-40A7-8F10-FA6382445B5A}" destId="{3484A61A-1C8C-4050-9812-D4B7A26A0C92}" srcOrd="0" destOrd="0" presId="urn:microsoft.com/office/officeart/2005/8/layout/hList1"/>
    <dgm:cxn modelId="{614CC0F4-9605-41B4-840B-69A7361B0335}" srcId="{FEEA0E99-7B57-4AFC-AF08-9F42EED126D2}" destId="{E8CC9F86-19F5-45E3-A54B-503405657E15}" srcOrd="3" destOrd="0" parTransId="{1939D3B4-077D-4C15-8696-0D734C0DE19F}" sibTransId="{4EE6DC19-0E28-4429-85CF-D28807CF887C}"/>
    <dgm:cxn modelId="{40761CF7-A86F-4D29-83BE-98A798DFD6FB}" type="presOf" srcId="{DA09FB0E-1DB5-4CA9-B7EF-EC3C209C2F9B}" destId="{988D41E2-84FE-4FC6-97EE-AB655BC7A211}" srcOrd="0" destOrd="2" presId="urn:microsoft.com/office/officeart/2005/8/layout/hList1"/>
    <dgm:cxn modelId="{F97096FD-7757-400B-9930-2C7EE87AEA8E}" srcId="{E8CC9F86-19F5-45E3-A54B-503405657E15}" destId="{15461771-F382-41F8-8ABA-93D3394A42CD}" srcOrd="2" destOrd="0" parTransId="{0D76B407-BD92-4A73-9B45-3FFEA31B2DC3}" sibTransId="{C93CB8E2-A136-487D-A2F5-1A0C7730987A}"/>
    <dgm:cxn modelId="{A5048CFE-EF9E-492B-BCED-B39FCD25F6AC}" type="presOf" srcId="{A8D2BC01-27C8-47AA-8C4C-710BB6D2C458}" destId="{EE73D662-1FA5-42C0-BD4A-8DEF514BA6B1}" srcOrd="0" destOrd="2" presId="urn:microsoft.com/office/officeart/2005/8/layout/hList1"/>
    <dgm:cxn modelId="{37D13BDE-A256-4BCD-B511-430D6F59A10D}" type="presParOf" srcId="{BA6526BC-3CA1-4EB7-A173-4748F8E05446}" destId="{9A6D2D04-D770-4E8B-B089-2E471141DD90}" srcOrd="0" destOrd="0" presId="urn:microsoft.com/office/officeart/2005/8/layout/hList1"/>
    <dgm:cxn modelId="{E778528F-E3B5-4B9B-AD4D-93F0DA2860E7}" type="presParOf" srcId="{9A6D2D04-D770-4E8B-B089-2E471141DD90}" destId="{9A9E3689-A8FA-438E-8E0F-9F8D0CACEE93}" srcOrd="0" destOrd="0" presId="urn:microsoft.com/office/officeart/2005/8/layout/hList1"/>
    <dgm:cxn modelId="{64534135-C46D-4E10-A99A-A9F9ADEA171F}" type="presParOf" srcId="{9A6D2D04-D770-4E8B-B089-2E471141DD90}" destId="{4475E03D-E134-434D-8779-3A00C63BC180}" srcOrd="1" destOrd="0" presId="urn:microsoft.com/office/officeart/2005/8/layout/hList1"/>
    <dgm:cxn modelId="{70BF855F-FEB6-458E-9DA5-5172D456DC11}" type="presParOf" srcId="{BA6526BC-3CA1-4EB7-A173-4748F8E05446}" destId="{88C60F15-1CF5-4998-9D15-5E436AFAD0BD}" srcOrd="1" destOrd="0" presId="urn:microsoft.com/office/officeart/2005/8/layout/hList1"/>
    <dgm:cxn modelId="{498B3C2B-5EED-43C6-943A-E4E12FA28040}" type="presParOf" srcId="{BA6526BC-3CA1-4EB7-A173-4748F8E05446}" destId="{CE6AC572-4A7C-48CF-A54D-51B8BBFB42E4}" srcOrd="2" destOrd="0" presId="urn:microsoft.com/office/officeart/2005/8/layout/hList1"/>
    <dgm:cxn modelId="{CD38B9C1-3A42-457E-8D0E-A104BFE64624}" type="presParOf" srcId="{CE6AC572-4A7C-48CF-A54D-51B8BBFB42E4}" destId="{C2B6849C-C808-4729-A212-12BA7BE87560}" srcOrd="0" destOrd="0" presId="urn:microsoft.com/office/officeart/2005/8/layout/hList1"/>
    <dgm:cxn modelId="{7AC3EAB9-4A25-4C86-8F62-0F5E2F7267DE}" type="presParOf" srcId="{CE6AC572-4A7C-48CF-A54D-51B8BBFB42E4}" destId="{EE73D662-1FA5-42C0-BD4A-8DEF514BA6B1}" srcOrd="1" destOrd="0" presId="urn:microsoft.com/office/officeart/2005/8/layout/hList1"/>
    <dgm:cxn modelId="{44051A70-970D-45C7-9758-9306BA8721C6}" type="presParOf" srcId="{BA6526BC-3CA1-4EB7-A173-4748F8E05446}" destId="{48032CCC-7913-4ACC-B9AC-D671F826CC27}" srcOrd="3" destOrd="0" presId="urn:microsoft.com/office/officeart/2005/8/layout/hList1"/>
    <dgm:cxn modelId="{7CA8C9EF-6DB3-41AF-AFA5-D2F544C5A748}" type="presParOf" srcId="{BA6526BC-3CA1-4EB7-A173-4748F8E05446}" destId="{ACC70CF9-2A15-466D-A816-3A52ECF644B9}" srcOrd="4" destOrd="0" presId="urn:microsoft.com/office/officeart/2005/8/layout/hList1"/>
    <dgm:cxn modelId="{8F0552B9-56FC-4A28-B30C-23EE453A57EB}" type="presParOf" srcId="{ACC70CF9-2A15-466D-A816-3A52ECF644B9}" destId="{A1953B51-9301-4D06-BCB2-EF4955F4B084}" srcOrd="0" destOrd="0" presId="urn:microsoft.com/office/officeart/2005/8/layout/hList1"/>
    <dgm:cxn modelId="{3C19091C-5C17-406A-B01B-D5AB4DE291CA}" type="presParOf" srcId="{ACC70CF9-2A15-466D-A816-3A52ECF644B9}" destId="{988D41E2-84FE-4FC6-97EE-AB655BC7A211}" srcOrd="1" destOrd="0" presId="urn:microsoft.com/office/officeart/2005/8/layout/hList1"/>
    <dgm:cxn modelId="{D7129D8E-34F2-4D93-BFC0-0270B49605A7}" type="presParOf" srcId="{BA6526BC-3CA1-4EB7-A173-4748F8E05446}" destId="{2FF6FC8A-06D9-4825-90EA-6D254AF28104}" srcOrd="5" destOrd="0" presId="urn:microsoft.com/office/officeart/2005/8/layout/hList1"/>
    <dgm:cxn modelId="{1B9B14F7-EF88-47DD-843C-B4428FFB3DED}" type="presParOf" srcId="{BA6526BC-3CA1-4EB7-A173-4748F8E05446}" destId="{A748470B-D6D0-44D7-811D-811ED1D9B152}" srcOrd="6" destOrd="0" presId="urn:microsoft.com/office/officeart/2005/8/layout/hList1"/>
    <dgm:cxn modelId="{C89480A5-8490-4665-B833-98A436952A69}" type="presParOf" srcId="{A748470B-D6D0-44D7-811D-811ED1D9B152}" destId="{179CCD9A-94AF-4B74-957F-79F94CAED18D}" srcOrd="0" destOrd="0" presId="urn:microsoft.com/office/officeart/2005/8/layout/hList1"/>
    <dgm:cxn modelId="{1ECFCBF2-2E27-4BEF-8955-60312FFACE66}" type="presParOf" srcId="{A748470B-D6D0-44D7-811D-811ED1D9B152}" destId="{3484A61A-1C8C-4050-9812-D4B7A26A0C92}"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D746D1F-322A-4A0C-AFDC-7483C1F60B9F}" type="doc">
      <dgm:prSet loTypeId="urn:microsoft.com/office/officeart/2005/8/layout/hList6" loCatId="list" qsTypeId="urn:microsoft.com/office/officeart/2005/8/quickstyle/simple1" qsCatId="simple" csTypeId="urn:microsoft.com/office/officeart/2005/8/colors/colorful2" csCatId="colorful" phldr="1"/>
      <dgm:spPr/>
      <dgm:t>
        <a:bodyPr/>
        <a:lstStyle/>
        <a:p>
          <a:endParaRPr lang="en-MY"/>
        </a:p>
      </dgm:t>
    </dgm:pt>
    <dgm:pt modelId="{4654FAEE-CBCE-4A1A-B849-2CCEC29E37E0}">
      <dgm:prSet phldrT="[Text]"/>
      <dgm:spPr/>
      <dgm:t>
        <a:bodyPr/>
        <a:lstStyle/>
        <a:p>
          <a:r>
            <a:rPr lang="en-US" dirty="0">
              <a:latin typeface="Bahnschrift" panose="020B0502040204020203" pitchFamily="34" charset="0"/>
            </a:rPr>
            <a:t>Feistel</a:t>
          </a:r>
        </a:p>
        <a:p>
          <a:r>
            <a:rPr lang="en-US" dirty="0">
              <a:latin typeface="Bahnschrift" panose="020B0502040204020203" pitchFamily="34" charset="0"/>
            </a:rPr>
            <a:t>Cipher</a:t>
          </a:r>
        </a:p>
        <a:p>
          <a:r>
            <a:rPr lang="en-US" dirty="0">
              <a:latin typeface="Bahnschrift" panose="020B0502040204020203" pitchFamily="34" charset="0"/>
            </a:rPr>
            <a:t>/ Structure</a:t>
          </a:r>
        </a:p>
      </dgm:t>
    </dgm:pt>
    <dgm:pt modelId="{809C58E8-F0C9-41BB-91BE-D6618D885136}" type="parTrans" cxnId="{70A94FAA-E7B0-42A7-A522-C548B91635EF}">
      <dgm:prSet/>
      <dgm:spPr/>
      <dgm:t>
        <a:bodyPr/>
        <a:lstStyle/>
        <a:p>
          <a:endParaRPr lang="en-MY"/>
        </a:p>
      </dgm:t>
    </dgm:pt>
    <dgm:pt modelId="{5488CBCF-FEAA-4F49-97D6-749A724BA256}" type="sibTrans" cxnId="{70A94FAA-E7B0-42A7-A522-C548B91635EF}">
      <dgm:prSet/>
      <dgm:spPr/>
      <dgm:t>
        <a:bodyPr/>
        <a:lstStyle/>
        <a:p>
          <a:endParaRPr lang="en-MY"/>
        </a:p>
      </dgm:t>
    </dgm:pt>
    <dgm:pt modelId="{BBE92E18-EAE3-4D56-81A4-068D6FAF67BB}">
      <dgm:prSet phldrT="[Text]"/>
      <dgm:spPr/>
      <dgm:t>
        <a:bodyPr/>
        <a:lstStyle/>
        <a:p>
          <a:r>
            <a:rPr lang="en-US" dirty="0">
              <a:latin typeface="Bahnschrift" panose="020B0502040204020203" pitchFamily="34" charset="0"/>
            </a:rPr>
            <a:t>DES</a:t>
          </a:r>
          <a:endParaRPr lang="en-MY" dirty="0"/>
        </a:p>
      </dgm:t>
    </dgm:pt>
    <dgm:pt modelId="{56C67759-2307-47AD-9ABB-064CAB856D5E}" type="parTrans" cxnId="{96ECDE21-C7C7-4156-A79B-BBDCFE2678A2}">
      <dgm:prSet/>
      <dgm:spPr/>
      <dgm:t>
        <a:bodyPr/>
        <a:lstStyle/>
        <a:p>
          <a:endParaRPr lang="en-MY"/>
        </a:p>
      </dgm:t>
    </dgm:pt>
    <dgm:pt modelId="{38E522D6-31C0-407D-BACE-52D3F1CAE091}" type="sibTrans" cxnId="{96ECDE21-C7C7-4156-A79B-BBDCFE2678A2}">
      <dgm:prSet/>
      <dgm:spPr/>
      <dgm:t>
        <a:bodyPr/>
        <a:lstStyle/>
        <a:p>
          <a:endParaRPr lang="en-MY"/>
        </a:p>
      </dgm:t>
    </dgm:pt>
    <dgm:pt modelId="{E5DB832C-8B57-43DF-9BD6-8BC3D950E9C4}">
      <dgm:prSet/>
      <dgm:spPr/>
      <dgm:t>
        <a:bodyPr/>
        <a:lstStyle/>
        <a:p>
          <a:pPr>
            <a:buClr>
              <a:srgbClr val="56C5FF"/>
            </a:buClr>
          </a:pPr>
          <a:r>
            <a:rPr lang="en-US" dirty="0">
              <a:latin typeface="Bahnschrift" panose="020B0502040204020203" pitchFamily="34" charset="0"/>
            </a:rPr>
            <a:t>AES</a:t>
          </a:r>
        </a:p>
      </dgm:t>
    </dgm:pt>
    <dgm:pt modelId="{9D2C243A-5DEF-4B1D-BBE3-57F0BBB7FF31}" type="parTrans" cxnId="{178E4FD7-F430-4BA1-9138-EFFBD760EB90}">
      <dgm:prSet/>
      <dgm:spPr/>
      <dgm:t>
        <a:bodyPr/>
        <a:lstStyle/>
        <a:p>
          <a:endParaRPr lang="en-MY"/>
        </a:p>
      </dgm:t>
    </dgm:pt>
    <dgm:pt modelId="{63F67039-7E2F-4BDB-8EAE-D7C8497761D1}" type="sibTrans" cxnId="{178E4FD7-F430-4BA1-9138-EFFBD760EB90}">
      <dgm:prSet/>
      <dgm:spPr/>
      <dgm:t>
        <a:bodyPr/>
        <a:lstStyle/>
        <a:p>
          <a:endParaRPr lang="en-MY"/>
        </a:p>
      </dgm:t>
    </dgm:pt>
    <dgm:pt modelId="{484D4E11-83AC-4072-A72A-5C7E87A9DD3F}">
      <dgm:prSet phldrT="[Text]"/>
      <dgm:spPr/>
      <dgm:t>
        <a:bodyPr/>
        <a:lstStyle/>
        <a:p>
          <a:r>
            <a:rPr lang="en-US" dirty="0">
              <a:latin typeface="Bahnschrift" panose="020B0502040204020203" pitchFamily="34" charset="0"/>
            </a:rPr>
            <a:t>Block Cipher Mode of Operation</a:t>
          </a:r>
        </a:p>
      </dgm:t>
    </dgm:pt>
    <dgm:pt modelId="{A76E0EBA-A20B-45FD-990A-A03AB873795A}" type="parTrans" cxnId="{E6837E9A-0B31-41EA-A77D-36982950FCF5}">
      <dgm:prSet/>
      <dgm:spPr/>
      <dgm:t>
        <a:bodyPr/>
        <a:lstStyle/>
        <a:p>
          <a:endParaRPr lang="en-MY"/>
        </a:p>
      </dgm:t>
    </dgm:pt>
    <dgm:pt modelId="{1FDFF659-2484-4119-B9CE-43786D14B491}" type="sibTrans" cxnId="{E6837E9A-0B31-41EA-A77D-36982950FCF5}">
      <dgm:prSet/>
      <dgm:spPr/>
      <dgm:t>
        <a:bodyPr/>
        <a:lstStyle/>
        <a:p>
          <a:endParaRPr lang="en-MY"/>
        </a:p>
      </dgm:t>
    </dgm:pt>
    <dgm:pt modelId="{E4486A54-FC1D-44E1-B696-3B35E151F576}">
      <dgm:prSet/>
      <dgm:spPr/>
      <dgm:t>
        <a:bodyPr/>
        <a:lstStyle/>
        <a:p>
          <a:pPr>
            <a:buClr>
              <a:srgbClr val="56C5FF"/>
            </a:buClr>
          </a:pPr>
          <a:r>
            <a:rPr lang="en-US" dirty="0">
              <a:latin typeface="Bahnschrift" panose="020B0502040204020203" pitchFamily="34" charset="0"/>
            </a:rPr>
            <a:t>Key Management</a:t>
          </a:r>
        </a:p>
      </dgm:t>
    </dgm:pt>
    <dgm:pt modelId="{7B17D41D-1405-4CDB-BA3C-528001823DCD}" type="parTrans" cxnId="{AF613D6B-08A6-4F5D-AB83-CCAA1AFE612C}">
      <dgm:prSet/>
      <dgm:spPr/>
    </dgm:pt>
    <dgm:pt modelId="{6302C68A-01F4-4A3B-A71F-C5621C288C4F}" type="sibTrans" cxnId="{AF613D6B-08A6-4F5D-AB83-CCAA1AFE612C}">
      <dgm:prSet/>
      <dgm:spPr/>
    </dgm:pt>
    <dgm:pt modelId="{61B027F8-44F2-44CE-83E7-C2AD3C10990B}" type="pres">
      <dgm:prSet presAssocID="{5D746D1F-322A-4A0C-AFDC-7483C1F60B9F}" presName="Name0" presStyleCnt="0">
        <dgm:presLayoutVars>
          <dgm:dir/>
          <dgm:resizeHandles val="exact"/>
        </dgm:presLayoutVars>
      </dgm:prSet>
      <dgm:spPr/>
    </dgm:pt>
    <dgm:pt modelId="{2033372F-0C9B-48AC-BE95-688D74AB4F05}" type="pres">
      <dgm:prSet presAssocID="{484D4E11-83AC-4072-A72A-5C7E87A9DD3F}" presName="node" presStyleLbl="node1" presStyleIdx="0" presStyleCnt="5">
        <dgm:presLayoutVars>
          <dgm:bulletEnabled val="1"/>
        </dgm:presLayoutVars>
      </dgm:prSet>
      <dgm:spPr/>
    </dgm:pt>
    <dgm:pt modelId="{ACA8519B-2CA0-4DBB-B01E-36D83273DBDA}" type="pres">
      <dgm:prSet presAssocID="{1FDFF659-2484-4119-B9CE-43786D14B491}" presName="sibTrans" presStyleCnt="0"/>
      <dgm:spPr/>
    </dgm:pt>
    <dgm:pt modelId="{2C30F604-4AA0-4A9F-92C8-6F8DEE89AE9C}" type="pres">
      <dgm:prSet presAssocID="{4654FAEE-CBCE-4A1A-B849-2CCEC29E37E0}" presName="node" presStyleLbl="node1" presStyleIdx="1" presStyleCnt="5">
        <dgm:presLayoutVars>
          <dgm:bulletEnabled val="1"/>
        </dgm:presLayoutVars>
      </dgm:prSet>
      <dgm:spPr/>
    </dgm:pt>
    <dgm:pt modelId="{74E897F6-78C6-4BA3-A442-9E4F0F09DD70}" type="pres">
      <dgm:prSet presAssocID="{5488CBCF-FEAA-4F49-97D6-749A724BA256}" presName="sibTrans" presStyleCnt="0"/>
      <dgm:spPr/>
    </dgm:pt>
    <dgm:pt modelId="{BA850EF5-75D0-4872-8932-62ECE8D218EB}" type="pres">
      <dgm:prSet presAssocID="{BBE92E18-EAE3-4D56-81A4-068D6FAF67BB}" presName="node" presStyleLbl="node1" presStyleIdx="2" presStyleCnt="5">
        <dgm:presLayoutVars>
          <dgm:bulletEnabled val="1"/>
        </dgm:presLayoutVars>
      </dgm:prSet>
      <dgm:spPr/>
    </dgm:pt>
    <dgm:pt modelId="{E39272EC-180E-42E3-B625-3B7A3A1A09C1}" type="pres">
      <dgm:prSet presAssocID="{38E522D6-31C0-407D-BACE-52D3F1CAE091}" presName="sibTrans" presStyleCnt="0"/>
      <dgm:spPr/>
    </dgm:pt>
    <dgm:pt modelId="{9E50F521-1A6E-4DDB-8A36-0C64239950B7}" type="pres">
      <dgm:prSet presAssocID="{E5DB832C-8B57-43DF-9BD6-8BC3D950E9C4}" presName="node" presStyleLbl="node1" presStyleIdx="3" presStyleCnt="5">
        <dgm:presLayoutVars>
          <dgm:bulletEnabled val="1"/>
        </dgm:presLayoutVars>
      </dgm:prSet>
      <dgm:spPr/>
    </dgm:pt>
    <dgm:pt modelId="{F690653A-B0F2-431C-954E-613EC386F71C}" type="pres">
      <dgm:prSet presAssocID="{63F67039-7E2F-4BDB-8EAE-D7C8497761D1}" presName="sibTrans" presStyleCnt="0"/>
      <dgm:spPr/>
    </dgm:pt>
    <dgm:pt modelId="{1FE450DE-A627-4D0B-A988-D8680E6237ED}" type="pres">
      <dgm:prSet presAssocID="{E4486A54-FC1D-44E1-B696-3B35E151F576}" presName="node" presStyleLbl="node1" presStyleIdx="4" presStyleCnt="5">
        <dgm:presLayoutVars>
          <dgm:bulletEnabled val="1"/>
        </dgm:presLayoutVars>
      </dgm:prSet>
      <dgm:spPr/>
    </dgm:pt>
  </dgm:ptLst>
  <dgm:cxnLst>
    <dgm:cxn modelId="{96ECDE21-C7C7-4156-A79B-BBDCFE2678A2}" srcId="{5D746D1F-322A-4A0C-AFDC-7483C1F60B9F}" destId="{BBE92E18-EAE3-4D56-81A4-068D6FAF67BB}" srcOrd="2" destOrd="0" parTransId="{56C67759-2307-47AD-9ABB-064CAB856D5E}" sibTransId="{38E522D6-31C0-407D-BACE-52D3F1CAE091}"/>
    <dgm:cxn modelId="{635B1C69-2201-41C5-88F3-CFD4AF9E3A1E}" type="presOf" srcId="{484D4E11-83AC-4072-A72A-5C7E87A9DD3F}" destId="{2033372F-0C9B-48AC-BE95-688D74AB4F05}" srcOrd="0" destOrd="0" presId="urn:microsoft.com/office/officeart/2005/8/layout/hList6"/>
    <dgm:cxn modelId="{AF613D6B-08A6-4F5D-AB83-CCAA1AFE612C}" srcId="{5D746D1F-322A-4A0C-AFDC-7483C1F60B9F}" destId="{E4486A54-FC1D-44E1-B696-3B35E151F576}" srcOrd="4" destOrd="0" parTransId="{7B17D41D-1405-4CDB-BA3C-528001823DCD}" sibTransId="{6302C68A-01F4-4A3B-A71F-C5621C288C4F}"/>
    <dgm:cxn modelId="{C95FE071-87D9-40EF-8C33-648060ECC8B2}" type="presOf" srcId="{5D746D1F-322A-4A0C-AFDC-7483C1F60B9F}" destId="{61B027F8-44F2-44CE-83E7-C2AD3C10990B}" srcOrd="0" destOrd="0" presId="urn:microsoft.com/office/officeart/2005/8/layout/hList6"/>
    <dgm:cxn modelId="{5904FD7A-CF88-4B63-AEC3-8E70DA996422}" type="presOf" srcId="{BBE92E18-EAE3-4D56-81A4-068D6FAF67BB}" destId="{BA850EF5-75D0-4872-8932-62ECE8D218EB}" srcOrd="0" destOrd="0" presId="urn:microsoft.com/office/officeart/2005/8/layout/hList6"/>
    <dgm:cxn modelId="{276A9388-C9E0-44A4-A149-712D23A66633}" type="presOf" srcId="{E5DB832C-8B57-43DF-9BD6-8BC3D950E9C4}" destId="{9E50F521-1A6E-4DDB-8A36-0C64239950B7}" srcOrd="0" destOrd="0" presId="urn:microsoft.com/office/officeart/2005/8/layout/hList6"/>
    <dgm:cxn modelId="{E6837E9A-0B31-41EA-A77D-36982950FCF5}" srcId="{5D746D1F-322A-4A0C-AFDC-7483C1F60B9F}" destId="{484D4E11-83AC-4072-A72A-5C7E87A9DD3F}" srcOrd="0" destOrd="0" parTransId="{A76E0EBA-A20B-45FD-990A-A03AB873795A}" sibTransId="{1FDFF659-2484-4119-B9CE-43786D14B491}"/>
    <dgm:cxn modelId="{1953159C-0144-4493-BA21-8DEE93F500E4}" type="presOf" srcId="{E4486A54-FC1D-44E1-B696-3B35E151F576}" destId="{1FE450DE-A627-4D0B-A988-D8680E6237ED}" srcOrd="0" destOrd="0" presId="urn:microsoft.com/office/officeart/2005/8/layout/hList6"/>
    <dgm:cxn modelId="{208A80A5-EAEF-4591-9285-B442346F892B}" type="presOf" srcId="{4654FAEE-CBCE-4A1A-B849-2CCEC29E37E0}" destId="{2C30F604-4AA0-4A9F-92C8-6F8DEE89AE9C}" srcOrd="0" destOrd="0" presId="urn:microsoft.com/office/officeart/2005/8/layout/hList6"/>
    <dgm:cxn modelId="{70A94FAA-E7B0-42A7-A522-C548B91635EF}" srcId="{5D746D1F-322A-4A0C-AFDC-7483C1F60B9F}" destId="{4654FAEE-CBCE-4A1A-B849-2CCEC29E37E0}" srcOrd="1" destOrd="0" parTransId="{809C58E8-F0C9-41BB-91BE-D6618D885136}" sibTransId="{5488CBCF-FEAA-4F49-97D6-749A724BA256}"/>
    <dgm:cxn modelId="{178E4FD7-F430-4BA1-9138-EFFBD760EB90}" srcId="{5D746D1F-322A-4A0C-AFDC-7483C1F60B9F}" destId="{E5DB832C-8B57-43DF-9BD6-8BC3D950E9C4}" srcOrd="3" destOrd="0" parTransId="{9D2C243A-5DEF-4B1D-BBE3-57F0BBB7FF31}" sibTransId="{63F67039-7E2F-4BDB-8EAE-D7C8497761D1}"/>
    <dgm:cxn modelId="{CEB9302E-2260-490C-A4F0-16267F6AC13C}" type="presParOf" srcId="{61B027F8-44F2-44CE-83E7-C2AD3C10990B}" destId="{2033372F-0C9B-48AC-BE95-688D74AB4F05}" srcOrd="0" destOrd="0" presId="urn:microsoft.com/office/officeart/2005/8/layout/hList6"/>
    <dgm:cxn modelId="{943C3E00-FC92-455A-9291-ED546C97B9EC}" type="presParOf" srcId="{61B027F8-44F2-44CE-83E7-C2AD3C10990B}" destId="{ACA8519B-2CA0-4DBB-B01E-36D83273DBDA}" srcOrd="1" destOrd="0" presId="urn:microsoft.com/office/officeart/2005/8/layout/hList6"/>
    <dgm:cxn modelId="{260EAD0C-FC32-4CF2-AED7-F5BEBBC66FC2}" type="presParOf" srcId="{61B027F8-44F2-44CE-83E7-C2AD3C10990B}" destId="{2C30F604-4AA0-4A9F-92C8-6F8DEE89AE9C}" srcOrd="2" destOrd="0" presId="urn:microsoft.com/office/officeart/2005/8/layout/hList6"/>
    <dgm:cxn modelId="{55885979-AEC8-4221-8362-A530FCDB8A58}" type="presParOf" srcId="{61B027F8-44F2-44CE-83E7-C2AD3C10990B}" destId="{74E897F6-78C6-4BA3-A442-9E4F0F09DD70}" srcOrd="3" destOrd="0" presId="urn:microsoft.com/office/officeart/2005/8/layout/hList6"/>
    <dgm:cxn modelId="{C7A0FE94-D4F4-4C49-82A0-C56714844DEB}" type="presParOf" srcId="{61B027F8-44F2-44CE-83E7-C2AD3C10990B}" destId="{BA850EF5-75D0-4872-8932-62ECE8D218EB}" srcOrd="4" destOrd="0" presId="urn:microsoft.com/office/officeart/2005/8/layout/hList6"/>
    <dgm:cxn modelId="{E1B3CCBD-FD82-42B6-800B-B5E035582D42}" type="presParOf" srcId="{61B027F8-44F2-44CE-83E7-C2AD3C10990B}" destId="{E39272EC-180E-42E3-B625-3B7A3A1A09C1}" srcOrd="5" destOrd="0" presId="urn:microsoft.com/office/officeart/2005/8/layout/hList6"/>
    <dgm:cxn modelId="{4CCE524C-4851-4606-A93A-128F94EA6A81}" type="presParOf" srcId="{61B027F8-44F2-44CE-83E7-C2AD3C10990B}" destId="{9E50F521-1A6E-4DDB-8A36-0C64239950B7}" srcOrd="6" destOrd="0" presId="urn:microsoft.com/office/officeart/2005/8/layout/hList6"/>
    <dgm:cxn modelId="{482FDC27-97C0-41BD-8D7F-53D9C021D39E}" type="presParOf" srcId="{61B027F8-44F2-44CE-83E7-C2AD3C10990B}" destId="{F690653A-B0F2-431C-954E-613EC386F71C}" srcOrd="7" destOrd="0" presId="urn:microsoft.com/office/officeart/2005/8/layout/hList6"/>
    <dgm:cxn modelId="{439A5791-9110-4C03-B7DE-604C567E522D}" type="presParOf" srcId="{61B027F8-44F2-44CE-83E7-C2AD3C10990B}" destId="{1FE450DE-A627-4D0B-A988-D8680E6237ED}" srcOrd="8"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9102EB-DF09-4E80-8E17-EB1ED7383541}">
      <dsp:nvSpPr>
        <dsp:cNvPr id="0" name=""/>
        <dsp:cNvSpPr/>
      </dsp:nvSpPr>
      <dsp:spPr>
        <a:xfrm>
          <a:off x="-4651809" y="-713145"/>
          <a:ext cx="5541091" cy="5541091"/>
        </a:xfrm>
        <a:prstGeom prst="blockArc">
          <a:avLst>
            <a:gd name="adj1" fmla="val 18900000"/>
            <a:gd name="adj2" fmla="val 2700000"/>
            <a:gd name="adj3" fmla="val 390"/>
          </a:avLst>
        </a:pr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D57E73-8D06-4CA7-BB39-EE6EB54EB3A6}">
      <dsp:nvSpPr>
        <dsp:cNvPr id="0" name=""/>
        <dsp:cNvSpPr/>
      </dsp:nvSpPr>
      <dsp:spPr>
        <a:xfrm>
          <a:off x="332036" y="216685"/>
          <a:ext cx="8746449" cy="433206"/>
        </a:xfrm>
        <a:prstGeom prst="rect">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5880" rIns="55880" bIns="55880" numCol="1" spcCol="1270" anchor="ctr" anchorCtr="0">
          <a:noAutofit/>
        </a:bodyPr>
        <a:lstStyle/>
        <a:p>
          <a:pPr marL="0" lvl="0" indent="0" algn="l" defTabSz="977900">
            <a:lnSpc>
              <a:spcPct val="90000"/>
            </a:lnSpc>
            <a:spcBef>
              <a:spcPct val="0"/>
            </a:spcBef>
            <a:spcAft>
              <a:spcPct val="35000"/>
            </a:spcAft>
            <a:buNone/>
          </a:pPr>
          <a:r>
            <a:rPr lang="en-MY" sz="2200" kern="1200" dirty="0"/>
            <a:t>STREAM CIPHER VS BLOCK CIPHER</a:t>
          </a:r>
        </a:p>
      </dsp:txBody>
      <dsp:txXfrm>
        <a:off x="332036" y="216685"/>
        <a:ext cx="8746449" cy="433206"/>
      </dsp:txXfrm>
    </dsp:sp>
    <dsp:sp modelId="{1B700524-52E7-45EA-93F8-D4AB3642D30C}">
      <dsp:nvSpPr>
        <dsp:cNvPr id="0" name=""/>
        <dsp:cNvSpPr/>
      </dsp:nvSpPr>
      <dsp:spPr>
        <a:xfrm>
          <a:off x="61282" y="162534"/>
          <a:ext cx="541507" cy="541507"/>
        </a:xfrm>
        <a:prstGeom prst="ellipse">
          <a:avLst/>
        </a:prstGeom>
        <a:solidFill>
          <a:schemeClr val="lt1">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82A607-A5BD-4D4C-ADAF-1928736275E1}">
      <dsp:nvSpPr>
        <dsp:cNvPr id="0" name=""/>
        <dsp:cNvSpPr/>
      </dsp:nvSpPr>
      <dsp:spPr>
        <a:xfrm>
          <a:off x="688378" y="866412"/>
          <a:ext cx="8390107" cy="433206"/>
        </a:xfrm>
        <a:prstGeom prst="rect">
          <a:avLst/>
        </a:prstGeom>
        <a:solidFill>
          <a:schemeClr val="accent1">
            <a:alpha val="90000"/>
            <a:hueOff val="0"/>
            <a:satOff val="0"/>
            <a:lumOff val="0"/>
            <a:alphaOff val="-8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5880" rIns="55880" bIns="55880" numCol="1" spcCol="1270" anchor="ctr" anchorCtr="0">
          <a:noAutofit/>
        </a:bodyPr>
        <a:lstStyle/>
        <a:p>
          <a:pPr marL="0" lvl="0" indent="0" algn="l" defTabSz="977900">
            <a:lnSpc>
              <a:spcPct val="90000"/>
            </a:lnSpc>
            <a:spcBef>
              <a:spcPct val="0"/>
            </a:spcBef>
            <a:spcAft>
              <a:spcPct val="35000"/>
            </a:spcAft>
            <a:buNone/>
          </a:pPr>
          <a:r>
            <a:rPr lang="en-MY" sz="2200" kern="1200" dirty="0"/>
            <a:t>BLOCK CIPHER MODE OF OPERATION</a:t>
          </a:r>
        </a:p>
      </dsp:txBody>
      <dsp:txXfrm>
        <a:off x="688378" y="866412"/>
        <a:ext cx="8390107" cy="433206"/>
      </dsp:txXfrm>
    </dsp:sp>
    <dsp:sp modelId="{936B1E6E-D614-4959-B7FD-8C11A84EC859}">
      <dsp:nvSpPr>
        <dsp:cNvPr id="0" name=""/>
        <dsp:cNvSpPr/>
      </dsp:nvSpPr>
      <dsp:spPr>
        <a:xfrm>
          <a:off x="417624" y="812261"/>
          <a:ext cx="541507" cy="541507"/>
        </a:xfrm>
        <a:prstGeom prst="ellipse">
          <a:avLst/>
        </a:prstGeom>
        <a:solidFill>
          <a:schemeClr val="lt1">
            <a:hueOff val="0"/>
            <a:satOff val="0"/>
            <a:lumOff val="0"/>
            <a:alphaOff val="0"/>
          </a:schemeClr>
        </a:solidFill>
        <a:ln w="12700" cap="flat" cmpd="sng" algn="ctr">
          <a:solidFill>
            <a:schemeClr val="accent1">
              <a:alpha val="90000"/>
              <a:hueOff val="0"/>
              <a:satOff val="0"/>
              <a:lumOff val="0"/>
              <a:alphaOff val="-8000"/>
            </a:schemeClr>
          </a:solidFill>
          <a:prstDash val="solid"/>
          <a:miter lim="800000"/>
        </a:ln>
        <a:effectLst/>
      </dsp:spPr>
      <dsp:style>
        <a:lnRef idx="2">
          <a:scrgbClr r="0" g="0" b="0"/>
        </a:lnRef>
        <a:fillRef idx="1">
          <a:scrgbClr r="0" g="0" b="0"/>
        </a:fillRef>
        <a:effectRef idx="0">
          <a:scrgbClr r="0" g="0" b="0"/>
        </a:effectRef>
        <a:fontRef idx="minor"/>
      </dsp:style>
    </dsp:sp>
    <dsp:sp modelId="{FC7EDA2F-8FC2-4FE7-8288-C090138B9909}">
      <dsp:nvSpPr>
        <dsp:cNvPr id="0" name=""/>
        <dsp:cNvSpPr/>
      </dsp:nvSpPr>
      <dsp:spPr>
        <a:xfrm>
          <a:off x="851324" y="1516139"/>
          <a:ext cx="8227161" cy="433206"/>
        </a:xfrm>
        <a:prstGeom prst="rect">
          <a:avLst/>
        </a:prstGeom>
        <a:solidFill>
          <a:schemeClr val="accent1">
            <a:alpha val="90000"/>
            <a:hueOff val="0"/>
            <a:satOff val="0"/>
            <a:lumOff val="0"/>
            <a:alphaOff val="-16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5880" rIns="55880" bIns="55880" numCol="1" spcCol="1270" anchor="ctr" anchorCtr="0">
          <a:noAutofit/>
        </a:bodyPr>
        <a:lstStyle/>
        <a:p>
          <a:pPr marL="0" lvl="0" indent="0" algn="l" defTabSz="977900">
            <a:lnSpc>
              <a:spcPct val="90000"/>
            </a:lnSpc>
            <a:spcBef>
              <a:spcPct val="0"/>
            </a:spcBef>
            <a:spcAft>
              <a:spcPct val="35000"/>
            </a:spcAft>
            <a:buNone/>
          </a:pPr>
          <a:r>
            <a:rPr lang="en-MY" sz="2200" kern="1200" dirty="0"/>
            <a:t>FEISTEL STRUCTURE</a:t>
          </a:r>
        </a:p>
      </dsp:txBody>
      <dsp:txXfrm>
        <a:off x="851324" y="1516139"/>
        <a:ext cx="8227161" cy="433206"/>
      </dsp:txXfrm>
    </dsp:sp>
    <dsp:sp modelId="{3732D62D-B497-4F9A-8BAB-43247DF010F7}">
      <dsp:nvSpPr>
        <dsp:cNvPr id="0" name=""/>
        <dsp:cNvSpPr/>
      </dsp:nvSpPr>
      <dsp:spPr>
        <a:xfrm>
          <a:off x="580570" y="1461988"/>
          <a:ext cx="541507" cy="541507"/>
        </a:xfrm>
        <a:prstGeom prst="ellipse">
          <a:avLst/>
        </a:prstGeom>
        <a:solidFill>
          <a:schemeClr val="lt1">
            <a:hueOff val="0"/>
            <a:satOff val="0"/>
            <a:lumOff val="0"/>
            <a:alphaOff val="0"/>
          </a:schemeClr>
        </a:solidFill>
        <a:ln w="12700" cap="flat" cmpd="sng" algn="ctr">
          <a:solidFill>
            <a:schemeClr val="accent1">
              <a:alpha val="90000"/>
              <a:hueOff val="0"/>
              <a:satOff val="0"/>
              <a:lumOff val="0"/>
              <a:alphaOff val="-16000"/>
            </a:schemeClr>
          </a:solidFill>
          <a:prstDash val="solid"/>
          <a:miter lim="800000"/>
        </a:ln>
        <a:effectLst/>
      </dsp:spPr>
      <dsp:style>
        <a:lnRef idx="2">
          <a:scrgbClr r="0" g="0" b="0"/>
        </a:lnRef>
        <a:fillRef idx="1">
          <a:scrgbClr r="0" g="0" b="0"/>
        </a:fillRef>
        <a:effectRef idx="0">
          <a:scrgbClr r="0" g="0" b="0"/>
        </a:effectRef>
        <a:fontRef idx="minor"/>
      </dsp:style>
    </dsp:sp>
    <dsp:sp modelId="{AD187BD4-ED5E-436F-9E0D-36A32CF40ACF}">
      <dsp:nvSpPr>
        <dsp:cNvPr id="0" name=""/>
        <dsp:cNvSpPr/>
      </dsp:nvSpPr>
      <dsp:spPr>
        <a:xfrm>
          <a:off x="851324" y="2165454"/>
          <a:ext cx="8227161" cy="433206"/>
        </a:xfrm>
        <a:prstGeom prst="rect">
          <a:avLst/>
        </a:prstGeom>
        <a:solidFill>
          <a:schemeClr val="accent1">
            <a:alpha val="90000"/>
            <a:hueOff val="0"/>
            <a:satOff val="0"/>
            <a:lumOff val="0"/>
            <a:alphaOff val="-24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5880" rIns="55880" bIns="55880" numCol="1" spcCol="1270" anchor="ctr" anchorCtr="0">
          <a:noAutofit/>
        </a:bodyPr>
        <a:lstStyle/>
        <a:p>
          <a:pPr marL="0" lvl="0" indent="0" algn="l" defTabSz="977900">
            <a:lnSpc>
              <a:spcPct val="90000"/>
            </a:lnSpc>
            <a:spcBef>
              <a:spcPct val="0"/>
            </a:spcBef>
            <a:spcAft>
              <a:spcPct val="35000"/>
            </a:spcAft>
            <a:buNone/>
          </a:pPr>
          <a:r>
            <a:rPr lang="en-MY" sz="2200" kern="1200" dirty="0"/>
            <a:t>DATA ENCRYPTION STANDARD (DES)</a:t>
          </a:r>
        </a:p>
      </dsp:txBody>
      <dsp:txXfrm>
        <a:off x="851324" y="2165454"/>
        <a:ext cx="8227161" cy="433206"/>
      </dsp:txXfrm>
    </dsp:sp>
    <dsp:sp modelId="{D20564D6-2510-4A0A-BFD3-4A3DF4684199}">
      <dsp:nvSpPr>
        <dsp:cNvPr id="0" name=""/>
        <dsp:cNvSpPr/>
      </dsp:nvSpPr>
      <dsp:spPr>
        <a:xfrm>
          <a:off x="580570" y="2111303"/>
          <a:ext cx="541507" cy="541507"/>
        </a:xfrm>
        <a:prstGeom prst="ellipse">
          <a:avLst/>
        </a:prstGeom>
        <a:solidFill>
          <a:schemeClr val="lt1">
            <a:hueOff val="0"/>
            <a:satOff val="0"/>
            <a:lumOff val="0"/>
            <a:alphaOff val="0"/>
          </a:schemeClr>
        </a:solidFill>
        <a:ln w="12700" cap="flat" cmpd="sng" algn="ctr">
          <a:solidFill>
            <a:schemeClr val="accent1">
              <a:alpha val="90000"/>
              <a:hueOff val="0"/>
              <a:satOff val="0"/>
              <a:lumOff val="0"/>
              <a:alphaOff val="-24000"/>
            </a:schemeClr>
          </a:solidFill>
          <a:prstDash val="solid"/>
          <a:miter lim="800000"/>
        </a:ln>
        <a:effectLst/>
      </dsp:spPr>
      <dsp:style>
        <a:lnRef idx="2">
          <a:scrgbClr r="0" g="0" b="0"/>
        </a:lnRef>
        <a:fillRef idx="1">
          <a:scrgbClr r="0" g="0" b="0"/>
        </a:fillRef>
        <a:effectRef idx="0">
          <a:scrgbClr r="0" g="0" b="0"/>
        </a:effectRef>
        <a:fontRef idx="minor"/>
      </dsp:style>
    </dsp:sp>
    <dsp:sp modelId="{B4D19885-A28F-41DA-8113-E9A2EE59889D}">
      <dsp:nvSpPr>
        <dsp:cNvPr id="0" name=""/>
        <dsp:cNvSpPr/>
      </dsp:nvSpPr>
      <dsp:spPr>
        <a:xfrm>
          <a:off x="688378" y="2815181"/>
          <a:ext cx="8390107" cy="433206"/>
        </a:xfrm>
        <a:prstGeom prst="rect">
          <a:avLst/>
        </a:prstGeom>
        <a:solidFill>
          <a:schemeClr val="accent1">
            <a:alpha val="90000"/>
            <a:hueOff val="0"/>
            <a:satOff val="0"/>
            <a:lumOff val="0"/>
            <a:alphaOff val="-32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5880" rIns="55880" bIns="55880" numCol="1" spcCol="1270" anchor="ctr" anchorCtr="0">
          <a:noAutofit/>
        </a:bodyPr>
        <a:lstStyle/>
        <a:p>
          <a:pPr marL="0" lvl="0" indent="0" algn="l" defTabSz="977900">
            <a:lnSpc>
              <a:spcPct val="90000"/>
            </a:lnSpc>
            <a:spcBef>
              <a:spcPct val="0"/>
            </a:spcBef>
            <a:spcAft>
              <a:spcPct val="35000"/>
            </a:spcAft>
            <a:buNone/>
          </a:pPr>
          <a:r>
            <a:rPr lang="en-MY" sz="2200" kern="1200" dirty="0"/>
            <a:t>ADVANCED ENCRYPTION STANDARD (AES)</a:t>
          </a:r>
        </a:p>
      </dsp:txBody>
      <dsp:txXfrm>
        <a:off x="688378" y="2815181"/>
        <a:ext cx="8390107" cy="433206"/>
      </dsp:txXfrm>
    </dsp:sp>
    <dsp:sp modelId="{B6F2A5F5-2B81-417D-BC43-1837D7A7069C}">
      <dsp:nvSpPr>
        <dsp:cNvPr id="0" name=""/>
        <dsp:cNvSpPr/>
      </dsp:nvSpPr>
      <dsp:spPr>
        <a:xfrm>
          <a:off x="417624" y="2761030"/>
          <a:ext cx="541507" cy="541507"/>
        </a:xfrm>
        <a:prstGeom prst="ellipse">
          <a:avLst/>
        </a:prstGeom>
        <a:solidFill>
          <a:schemeClr val="lt1">
            <a:hueOff val="0"/>
            <a:satOff val="0"/>
            <a:lumOff val="0"/>
            <a:alphaOff val="0"/>
          </a:schemeClr>
        </a:solidFill>
        <a:ln w="12700" cap="flat" cmpd="sng" algn="ctr">
          <a:solidFill>
            <a:schemeClr val="accent1">
              <a:alpha val="90000"/>
              <a:hueOff val="0"/>
              <a:satOff val="0"/>
              <a:lumOff val="0"/>
              <a:alphaOff val="-32000"/>
            </a:schemeClr>
          </a:solidFill>
          <a:prstDash val="solid"/>
          <a:miter lim="800000"/>
        </a:ln>
        <a:effectLst/>
      </dsp:spPr>
      <dsp:style>
        <a:lnRef idx="2">
          <a:scrgbClr r="0" g="0" b="0"/>
        </a:lnRef>
        <a:fillRef idx="1">
          <a:scrgbClr r="0" g="0" b="0"/>
        </a:fillRef>
        <a:effectRef idx="0">
          <a:scrgbClr r="0" g="0" b="0"/>
        </a:effectRef>
        <a:fontRef idx="minor"/>
      </dsp:style>
    </dsp:sp>
    <dsp:sp modelId="{81E7905B-0E1B-4600-BCDE-1DE6B0CC520F}">
      <dsp:nvSpPr>
        <dsp:cNvPr id="0" name=""/>
        <dsp:cNvSpPr/>
      </dsp:nvSpPr>
      <dsp:spPr>
        <a:xfrm>
          <a:off x="332036" y="3464908"/>
          <a:ext cx="8746449" cy="433206"/>
        </a:xfrm>
        <a:prstGeom prst="rect">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KEY MANAGEMENT (SYMMETRIC KEY)</a:t>
          </a:r>
          <a:endParaRPr lang="en-MY" sz="2200" kern="1200" dirty="0"/>
        </a:p>
      </dsp:txBody>
      <dsp:txXfrm>
        <a:off x="332036" y="3464908"/>
        <a:ext cx="8746449" cy="433206"/>
      </dsp:txXfrm>
    </dsp:sp>
    <dsp:sp modelId="{727D67B3-8B35-41C9-B6E3-A01DF642CF19}">
      <dsp:nvSpPr>
        <dsp:cNvPr id="0" name=""/>
        <dsp:cNvSpPr/>
      </dsp:nvSpPr>
      <dsp:spPr>
        <a:xfrm>
          <a:off x="61282" y="3410757"/>
          <a:ext cx="541507" cy="541507"/>
        </a:xfrm>
        <a:prstGeom prst="ellipse">
          <a:avLst/>
        </a:prstGeom>
        <a:solidFill>
          <a:schemeClr val="lt1">
            <a:hueOff val="0"/>
            <a:satOff val="0"/>
            <a:lumOff val="0"/>
            <a:alphaOff val="0"/>
          </a:schemeClr>
        </a:solidFill>
        <a:ln w="12700" cap="flat" cmpd="sng" algn="ctr">
          <a:solidFill>
            <a:schemeClr val="accent1">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714C0-6A9A-436B-8C92-BC8933573C5D}">
      <dsp:nvSpPr>
        <dsp:cNvPr id="0" name=""/>
        <dsp:cNvSpPr/>
      </dsp:nvSpPr>
      <dsp:spPr>
        <a:xfrm rot="5400000">
          <a:off x="-115276" y="117262"/>
          <a:ext cx="768511" cy="537957"/>
        </a:xfrm>
        <a:prstGeom prst="chevron">
          <a:avLst/>
        </a:prstGeom>
        <a:gradFill rotWithShape="0">
          <a:gsLst>
            <a:gs pos="0">
              <a:schemeClr val="accent1">
                <a:shade val="50000"/>
                <a:hueOff val="0"/>
                <a:satOff val="0"/>
                <a:lumOff val="0"/>
                <a:alphaOff val="0"/>
                <a:satMod val="103000"/>
                <a:lumMod val="102000"/>
                <a:tint val="94000"/>
              </a:schemeClr>
            </a:gs>
            <a:gs pos="50000">
              <a:schemeClr val="accent1">
                <a:shade val="50000"/>
                <a:hueOff val="0"/>
                <a:satOff val="0"/>
                <a:lumOff val="0"/>
                <a:alphaOff val="0"/>
                <a:satMod val="110000"/>
                <a:lumMod val="100000"/>
                <a:shade val="100000"/>
              </a:schemeClr>
            </a:gs>
            <a:gs pos="100000">
              <a:schemeClr val="accent1">
                <a:shade val="50000"/>
                <a:hueOff val="0"/>
                <a:satOff val="0"/>
                <a:lumOff val="0"/>
                <a:alphaOff val="0"/>
                <a:lumMod val="99000"/>
                <a:satMod val="120000"/>
                <a:shade val="78000"/>
              </a:schemeClr>
            </a:gs>
          </a:gsLst>
          <a:lin ang="5400000" scaled="0"/>
        </a:gradFill>
        <a:ln w="6350" cap="flat" cmpd="sng" algn="ctr">
          <a:solidFill>
            <a:schemeClr val="accent1">
              <a:shade val="5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MY" sz="1500" kern="1200" dirty="0"/>
            <a:t>01</a:t>
          </a:r>
        </a:p>
      </dsp:txBody>
      <dsp:txXfrm rot="-5400000">
        <a:off x="2" y="270964"/>
        <a:ext cx="537957" cy="230554"/>
      </dsp:txXfrm>
    </dsp:sp>
    <dsp:sp modelId="{2C6BBF42-90EA-4875-9A52-5046103C0FF7}">
      <dsp:nvSpPr>
        <dsp:cNvPr id="0" name=""/>
        <dsp:cNvSpPr/>
      </dsp:nvSpPr>
      <dsp:spPr>
        <a:xfrm rot="5400000">
          <a:off x="4902262" y="-4362319"/>
          <a:ext cx="499532" cy="9228142"/>
        </a:xfrm>
        <a:prstGeom prst="round2SameRect">
          <a:avLst/>
        </a:prstGeom>
        <a:solidFill>
          <a:schemeClr val="lt1">
            <a:alpha val="90000"/>
            <a:hueOff val="0"/>
            <a:satOff val="0"/>
            <a:lumOff val="0"/>
            <a:alphaOff val="0"/>
          </a:schemeClr>
        </a:solidFill>
        <a:ln w="6350" cap="flat" cmpd="sng" algn="ctr">
          <a:solidFill>
            <a:schemeClr val="accent1">
              <a:shade val="5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MY" sz="2200" kern="1200" dirty="0">
              <a:latin typeface="Bahnschrift" panose="020B0502040204020203" pitchFamily="34" charset="0"/>
            </a:rPr>
            <a:t>To understand the difference between stream cipher and block cipher</a:t>
          </a:r>
        </a:p>
      </dsp:txBody>
      <dsp:txXfrm rot="-5400000">
        <a:off x="537958" y="26370"/>
        <a:ext cx="9203757" cy="450762"/>
      </dsp:txXfrm>
    </dsp:sp>
    <dsp:sp modelId="{CA23432C-1514-4929-A37A-7944BEB9387D}">
      <dsp:nvSpPr>
        <dsp:cNvPr id="0" name=""/>
        <dsp:cNvSpPr/>
      </dsp:nvSpPr>
      <dsp:spPr>
        <a:xfrm rot="5400000">
          <a:off x="-115276" y="785725"/>
          <a:ext cx="768511" cy="537957"/>
        </a:xfrm>
        <a:prstGeom prst="chevron">
          <a:avLst/>
        </a:prstGeom>
        <a:gradFill rotWithShape="0">
          <a:gsLst>
            <a:gs pos="0">
              <a:schemeClr val="accent1">
                <a:shade val="50000"/>
                <a:hueOff val="113426"/>
                <a:satOff val="16345"/>
                <a:lumOff val="12699"/>
                <a:alphaOff val="0"/>
                <a:satMod val="103000"/>
                <a:lumMod val="102000"/>
                <a:tint val="94000"/>
              </a:schemeClr>
            </a:gs>
            <a:gs pos="50000">
              <a:schemeClr val="accent1">
                <a:shade val="50000"/>
                <a:hueOff val="113426"/>
                <a:satOff val="16345"/>
                <a:lumOff val="12699"/>
                <a:alphaOff val="0"/>
                <a:satMod val="110000"/>
                <a:lumMod val="100000"/>
                <a:shade val="100000"/>
              </a:schemeClr>
            </a:gs>
            <a:gs pos="100000">
              <a:schemeClr val="accent1">
                <a:shade val="50000"/>
                <a:hueOff val="113426"/>
                <a:satOff val="16345"/>
                <a:lumOff val="12699"/>
                <a:alphaOff val="0"/>
                <a:lumMod val="99000"/>
                <a:satMod val="120000"/>
                <a:shade val="78000"/>
              </a:schemeClr>
            </a:gs>
          </a:gsLst>
          <a:lin ang="5400000" scaled="0"/>
        </a:gradFill>
        <a:ln w="6350" cap="flat" cmpd="sng" algn="ctr">
          <a:solidFill>
            <a:schemeClr val="accent1">
              <a:shade val="50000"/>
              <a:hueOff val="113426"/>
              <a:satOff val="16345"/>
              <a:lumOff val="126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MY" sz="1500" kern="1200" dirty="0"/>
            <a:t>02</a:t>
          </a:r>
        </a:p>
      </dsp:txBody>
      <dsp:txXfrm rot="-5400000">
        <a:off x="2" y="939427"/>
        <a:ext cx="537957" cy="230554"/>
      </dsp:txXfrm>
    </dsp:sp>
    <dsp:sp modelId="{3EC6D60D-8ED1-4E2E-94D3-A2B6670D4426}">
      <dsp:nvSpPr>
        <dsp:cNvPr id="0" name=""/>
        <dsp:cNvSpPr/>
      </dsp:nvSpPr>
      <dsp:spPr>
        <a:xfrm rot="5400000">
          <a:off x="4902262" y="-3693855"/>
          <a:ext cx="499532" cy="9228142"/>
        </a:xfrm>
        <a:prstGeom prst="round2SameRect">
          <a:avLst/>
        </a:prstGeom>
        <a:solidFill>
          <a:schemeClr val="lt1">
            <a:alpha val="90000"/>
            <a:hueOff val="0"/>
            <a:satOff val="0"/>
            <a:lumOff val="0"/>
            <a:alphaOff val="0"/>
          </a:schemeClr>
        </a:solidFill>
        <a:ln w="6350" cap="flat" cmpd="sng" algn="ctr">
          <a:solidFill>
            <a:schemeClr val="accent1">
              <a:shade val="50000"/>
              <a:hueOff val="113426"/>
              <a:satOff val="16345"/>
              <a:lumOff val="126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MY" sz="2200" kern="1200" dirty="0"/>
            <a:t>To understand the different types of block cipher modes of operation</a:t>
          </a:r>
        </a:p>
      </dsp:txBody>
      <dsp:txXfrm rot="-5400000">
        <a:off x="537958" y="694834"/>
        <a:ext cx="9203757" cy="450762"/>
      </dsp:txXfrm>
    </dsp:sp>
    <dsp:sp modelId="{38A1CF35-1A09-43C4-BEDE-2DAD82D56993}">
      <dsp:nvSpPr>
        <dsp:cNvPr id="0" name=""/>
        <dsp:cNvSpPr/>
      </dsp:nvSpPr>
      <dsp:spPr>
        <a:xfrm rot="5400000">
          <a:off x="-115276" y="1454189"/>
          <a:ext cx="768511" cy="537957"/>
        </a:xfrm>
        <a:prstGeom prst="chevron">
          <a:avLst/>
        </a:prstGeom>
        <a:gradFill rotWithShape="0">
          <a:gsLst>
            <a:gs pos="0">
              <a:schemeClr val="accent1">
                <a:shade val="50000"/>
                <a:hueOff val="226851"/>
                <a:satOff val="32691"/>
                <a:lumOff val="25397"/>
                <a:alphaOff val="0"/>
                <a:satMod val="103000"/>
                <a:lumMod val="102000"/>
                <a:tint val="94000"/>
              </a:schemeClr>
            </a:gs>
            <a:gs pos="50000">
              <a:schemeClr val="accent1">
                <a:shade val="50000"/>
                <a:hueOff val="226851"/>
                <a:satOff val="32691"/>
                <a:lumOff val="25397"/>
                <a:alphaOff val="0"/>
                <a:satMod val="110000"/>
                <a:lumMod val="100000"/>
                <a:shade val="100000"/>
              </a:schemeClr>
            </a:gs>
            <a:gs pos="100000">
              <a:schemeClr val="accent1">
                <a:shade val="50000"/>
                <a:hueOff val="226851"/>
                <a:satOff val="32691"/>
                <a:lumOff val="25397"/>
                <a:alphaOff val="0"/>
                <a:lumMod val="99000"/>
                <a:satMod val="120000"/>
                <a:shade val="78000"/>
              </a:schemeClr>
            </a:gs>
          </a:gsLst>
          <a:lin ang="5400000" scaled="0"/>
        </a:gradFill>
        <a:ln w="6350" cap="flat" cmpd="sng" algn="ctr">
          <a:solidFill>
            <a:schemeClr val="accent1">
              <a:shade val="50000"/>
              <a:hueOff val="226851"/>
              <a:satOff val="32691"/>
              <a:lumOff val="2539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MY" sz="1500" kern="1200" dirty="0"/>
            <a:t>03</a:t>
          </a:r>
        </a:p>
      </dsp:txBody>
      <dsp:txXfrm rot="-5400000">
        <a:off x="2" y="1607891"/>
        <a:ext cx="537957" cy="230554"/>
      </dsp:txXfrm>
    </dsp:sp>
    <dsp:sp modelId="{4630AED8-0686-4D32-92E6-F6B2C8FE13DD}">
      <dsp:nvSpPr>
        <dsp:cNvPr id="0" name=""/>
        <dsp:cNvSpPr/>
      </dsp:nvSpPr>
      <dsp:spPr>
        <a:xfrm rot="5400000">
          <a:off x="4902262" y="-3025392"/>
          <a:ext cx="499532" cy="9228142"/>
        </a:xfrm>
        <a:prstGeom prst="round2SameRect">
          <a:avLst/>
        </a:prstGeom>
        <a:solidFill>
          <a:schemeClr val="lt1">
            <a:alpha val="90000"/>
            <a:hueOff val="0"/>
            <a:satOff val="0"/>
            <a:lumOff val="0"/>
            <a:alphaOff val="0"/>
          </a:schemeClr>
        </a:solidFill>
        <a:ln w="6350" cap="flat" cmpd="sng" algn="ctr">
          <a:solidFill>
            <a:schemeClr val="accent1">
              <a:shade val="50000"/>
              <a:hueOff val="226851"/>
              <a:satOff val="32691"/>
              <a:lumOff val="2539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MY" sz="2200" kern="1200" dirty="0">
              <a:latin typeface="Bahnschrift" panose="020B0502040204020203" pitchFamily="34" charset="0"/>
            </a:rPr>
            <a:t>To understand the Feistel structure and design features</a:t>
          </a:r>
        </a:p>
      </dsp:txBody>
      <dsp:txXfrm rot="-5400000">
        <a:off x="537958" y="1363297"/>
        <a:ext cx="9203757" cy="450762"/>
      </dsp:txXfrm>
    </dsp:sp>
    <dsp:sp modelId="{D7F99CA6-28B6-44A1-910E-F0DF2EE7971F}">
      <dsp:nvSpPr>
        <dsp:cNvPr id="0" name=""/>
        <dsp:cNvSpPr/>
      </dsp:nvSpPr>
      <dsp:spPr>
        <a:xfrm rot="5400000">
          <a:off x="-115276" y="2122652"/>
          <a:ext cx="768511" cy="537957"/>
        </a:xfrm>
        <a:prstGeom prst="chevron">
          <a:avLst/>
        </a:prstGeom>
        <a:solidFill>
          <a:srgbClr val="0070C0"/>
        </a:solidFill>
        <a:ln w="6350" cap="flat" cmpd="sng" algn="ctr">
          <a:solidFill>
            <a:schemeClr val="accent1">
              <a:shade val="50000"/>
              <a:hueOff val="340277"/>
              <a:satOff val="49036"/>
              <a:lumOff val="3809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MY" sz="1500" kern="1200" dirty="0"/>
            <a:t>04</a:t>
          </a:r>
        </a:p>
      </dsp:txBody>
      <dsp:txXfrm rot="-5400000">
        <a:off x="2" y="2276354"/>
        <a:ext cx="537957" cy="230554"/>
      </dsp:txXfrm>
    </dsp:sp>
    <dsp:sp modelId="{CDBAC3CA-116C-4D4E-BD4E-620D8FC1A200}">
      <dsp:nvSpPr>
        <dsp:cNvPr id="0" name=""/>
        <dsp:cNvSpPr/>
      </dsp:nvSpPr>
      <dsp:spPr>
        <a:xfrm rot="5400000">
          <a:off x="4828714" y="-2330198"/>
          <a:ext cx="499532" cy="9228142"/>
        </a:xfrm>
        <a:prstGeom prst="round2SameRect">
          <a:avLst/>
        </a:prstGeom>
        <a:solidFill>
          <a:schemeClr val="lt1">
            <a:alpha val="90000"/>
            <a:hueOff val="0"/>
            <a:satOff val="0"/>
            <a:lumOff val="0"/>
            <a:alphaOff val="0"/>
          </a:schemeClr>
        </a:solidFill>
        <a:ln w="6350" cap="flat" cmpd="sng" algn="ctr">
          <a:solidFill>
            <a:schemeClr val="accent1">
              <a:shade val="50000"/>
              <a:hueOff val="340277"/>
              <a:satOff val="49036"/>
              <a:lumOff val="38096"/>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MY" sz="2200" kern="1200" dirty="0">
              <a:latin typeface="Bahnschrift" panose="020B0502040204020203" pitchFamily="34" charset="0"/>
            </a:rPr>
            <a:t>To know the available block cipher encryption techniques</a:t>
          </a:r>
          <a:endParaRPr lang="en-MY" sz="2200" kern="1200" dirty="0"/>
        </a:p>
      </dsp:txBody>
      <dsp:txXfrm rot="-5400000">
        <a:off x="464410" y="2058491"/>
        <a:ext cx="9203757" cy="450762"/>
      </dsp:txXfrm>
    </dsp:sp>
    <dsp:sp modelId="{9C66A1F4-C0CB-4E29-9BE9-1D34CCEB2DCC}">
      <dsp:nvSpPr>
        <dsp:cNvPr id="0" name=""/>
        <dsp:cNvSpPr/>
      </dsp:nvSpPr>
      <dsp:spPr>
        <a:xfrm rot="5400000">
          <a:off x="-115276" y="2791116"/>
          <a:ext cx="768511" cy="537957"/>
        </a:xfrm>
        <a:prstGeom prst="chevron">
          <a:avLst/>
        </a:prstGeom>
        <a:gradFill rotWithShape="0">
          <a:gsLst>
            <a:gs pos="0">
              <a:schemeClr val="accent1">
                <a:shade val="50000"/>
                <a:hueOff val="226851"/>
                <a:satOff val="32691"/>
                <a:lumOff val="25397"/>
                <a:alphaOff val="0"/>
                <a:satMod val="103000"/>
                <a:lumMod val="102000"/>
                <a:tint val="94000"/>
              </a:schemeClr>
            </a:gs>
            <a:gs pos="50000">
              <a:schemeClr val="accent1">
                <a:shade val="50000"/>
                <a:hueOff val="226851"/>
                <a:satOff val="32691"/>
                <a:lumOff val="25397"/>
                <a:alphaOff val="0"/>
                <a:satMod val="110000"/>
                <a:lumMod val="100000"/>
                <a:shade val="100000"/>
              </a:schemeClr>
            </a:gs>
            <a:gs pos="100000">
              <a:schemeClr val="accent1">
                <a:shade val="50000"/>
                <a:hueOff val="226851"/>
                <a:satOff val="32691"/>
                <a:lumOff val="25397"/>
                <a:alphaOff val="0"/>
                <a:lumMod val="99000"/>
                <a:satMod val="120000"/>
                <a:shade val="78000"/>
              </a:schemeClr>
            </a:gs>
          </a:gsLst>
          <a:lin ang="5400000" scaled="0"/>
        </a:gradFill>
        <a:ln w="6350" cap="flat" cmpd="sng" algn="ctr">
          <a:solidFill>
            <a:schemeClr val="accent1">
              <a:shade val="50000"/>
              <a:hueOff val="226851"/>
              <a:satOff val="32691"/>
              <a:lumOff val="2539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MY" sz="1500" kern="1200" dirty="0">
              <a:latin typeface="Bahnschrift" panose="020B0502040204020203" pitchFamily="34" charset="0"/>
            </a:rPr>
            <a:t>05</a:t>
          </a:r>
        </a:p>
      </dsp:txBody>
      <dsp:txXfrm rot="-5400000">
        <a:off x="2" y="2944818"/>
        <a:ext cx="537957" cy="230554"/>
      </dsp:txXfrm>
    </dsp:sp>
    <dsp:sp modelId="{1261C98B-2DD3-4373-A067-A1412EE28E36}">
      <dsp:nvSpPr>
        <dsp:cNvPr id="0" name=""/>
        <dsp:cNvSpPr/>
      </dsp:nvSpPr>
      <dsp:spPr>
        <a:xfrm rot="5400000">
          <a:off x="4902262" y="-1688465"/>
          <a:ext cx="499532" cy="9228142"/>
        </a:xfrm>
        <a:prstGeom prst="round2SameRect">
          <a:avLst/>
        </a:prstGeom>
        <a:solidFill>
          <a:schemeClr val="lt1">
            <a:alpha val="90000"/>
            <a:hueOff val="0"/>
            <a:satOff val="0"/>
            <a:lumOff val="0"/>
            <a:alphaOff val="0"/>
          </a:schemeClr>
        </a:solidFill>
        <a:ln w="6350" cap="flat" cmpd="sng" algn="ctr">
          <a:solidFill>
            <a:schemeClr val="accent1">
              <a:shade val="50000"/>
              <a:hueOff val="226851"/>
              <a:satOff val="32691"/>
              <a:lumOff val="2539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MY" sz="2200" kern="1200" dirty="0">
              <a:latin typeface="Bahnschrift" panose="020B0502040204020203" pitchFamily="34" charset="0"/>
            </a:rPr>
            <a:t>To know the implementation of DES and AES</a:t>
          </a:r>
        </a:p>
      </dsp:txBody>
      <dsp:txXfrm rot="-5400000">
        <a:off x="537958" y="2700224"/>
        <a:ext cx="9203757" cy="450762"/>
      </dsp:txXfrm>
    </dsp:sp>
    <dsp:sp modelId="{40DE2C6C-0245-4B65-A339-C9431B096FE0}">
      <dsp:nvSpPr>
        <dsp:cNvPr id="0" name=""/>
        <dsp:cNvSpPr/>
      </dsp:nvSpPr>
      <dsp:spPr>
        <a:xfrm rot="5400000">
          <a:off x="-115276" y="3459580"/>
          <a:ext cx="768511" cy="537957"/>
        </a:xfrm>
        <a:prstGeom prst="chevron">
          <a:avLst/>
        </a:prstGeom>
        <a:gradFill rotWithShape="0">
          <a:gsLst>
            <a:gs pos="0">
              <a:schemeClr val="accent1">
                <a:shade val="50000"/>
                <a:hueOff val="113426"/>
                <a:satOff val="16345"/>
                <a:lumOff val="12699"/>
                <a:alphaOff val="0"/>
                <a:satMod val="103000"/>
                <a:lumMod val="102000"/>
                <a:tint val="94000"/>
              </a:schemeClr>
            </a:gs>
            <a:gs pos="50000">
              <a:schemeClr val="accent1">
                <a:shade val="50000"/>
                <a:hueOff val="113426"/>
                <a:satOff val="16345"/>
                <a:lumOff val="12699"/>
                <a:alphaOff val="0"/>
                <a:satMod val="110000"/>
                <a:lumMod val="100000"/>
                <a:shade val="100000"/>
              </a:schemeClr>
            </a:gs>
            <a:gs pos="100000">
              <a:schemeClr val="accent1">
                <a:shade val="50000"/>
                <a:hueOff val="113426"/>
                <a:satOff val="16345"/>
                <a:lumOff val="12699"/>
                <a:alphaOff val="0"/>
                <a:lumMod val="99000"/>
                <a:satMod val="120000"/>
                <a:shade val="78000"/>
              </a:schemeClr>
            </a:gs>
          </a:gsLst>
          <a:lin ang="5400000" scaled="0"/>
        </a:gradFill>
        <a:ln w="6350" cap="flat" cmpd="sng" algn="ctr">
          <a:solidFill>
            <a:schemeClr val="accent1">
              <a:shade val="50000"/>
              <a:hueOff val="113426"/>
              <a:satOff val="16345"/>
              <a:lumOff val="1269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Bahnschrift" panose="020B0502040204020203" pitchFamily="34" charset="0"/>
            </a:rPr>
            <a:t>06</a:t>
          </a:r>
          <a:endParaRPr lang="en-MY" sz="1500" kern="1200" dirty="0">
            <a:latin typeface="Bahnschrift" panose="020B0502040204020203" pitchFamily="34" charset="0"/>
          </a:endParaRPr>
        </a:p>
      </dsp:txBody>
      <dsp:txXfrm rot="-5400000">
        <a:off x="2" y="3613282"/>
        <a:ext cx="537957" cy="230554"/>
      </dsp:txXfrm>
    </dsp:sp>
    <dsp:sp modelId="{3A388F51-5F0E-4BDA-9E3C-0A623C826E93}">
      <dsp:nvSpPr>
        <dsp:cNvPr id="0" name=""/>
        <dsp:cNvSpPr/>
      </dsp:nvSpPr>
      <dsp:spPr>
        <a:xfrm rot="5400000">
          <a:off x="4902262" y="-1020001"/>
          <a:ext cx="499532" cy="9228142"/>
        </a:xfrm>
        <a:prstGeom prst="round2SameRect">
          <a:avLst/>
        </a:prstGeom>
        <a:solidFill>
          <a:schemeClr val="lt1">
            <a:alpha val="90000"/>
            <a:hueOff val="0"/>
            <a:satOff val="0"/>
            <a:lumOff val="0"/>
            <a:alphaOff val="0"/>
          </a:schemeClr>
        </a:solidFill>
        <a:ln w="6350" cap="flat" cmpd="sng" algn="ctr">
          <a:solidFill>
            <a:schemeClr val="accent1">
              <a:shade val="50000"/>
              <a:hueOff val="113426"/>
              <a:satOff val="16345"/>
              <a:lumOff val="1269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latin typeface="Bahnschrift" panose="020B0502040204020203" pitchFamily="34" charset="0"/>
            </a:rPr>
            <a:t>To understand the key management method</a:t>
          </a:r>
          <a:endParaRPr lang="en-MY" sz="2200" kern="1200" dirty="0">
            <a:latin typeface="Bahnschrift" panose="020B0502040204020203" pitchFamily="34" charset="0"/>
          </a:endParaRPr>
        </a:p>
      </dsp:txBody>
      <dsp:txXfrm rot="-5400000">
        <a:off x="537958" y="3368688"/>
        <a:ext cx="9203757" cy="4507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6F43F3-1338-4E40-A349-BF22618DBA56}">
      <dsp:nvSpPr>
        <dsp:cNvPr id="0" name=""/>
        <dsp:cNvSpPr/>
      </dsp:nvSpPr>
      <dsp:spPr>
        <a:xfrm>
          <a:off x="4118857" y="1587"/>
          <a:ext cx="6178286" cy="1259088"/>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AU" sz="3200" kern="1200" dirty="0"/>
            <a:t>The original message</a:t>
          </a:r>
        </a:p>
      </dsp:txBody>
      <dsp:txXfrm>
        <a:off x="4118857" y="158973"/>
        <a:ext cx="5706128" cy="944316"/>
      </dsp:txXfrm>
    </dsp:sp>
    <dsp:sp modelId="{36B95C58-B5DF-4648-B5D1-6FE35F345360}">
      <dsp:nvSpPr>
        <dsp:cNvPr id="0" name=""/>
        <dsp:cNvSpPr/>
      </dsp:nvSpPr>
      <dsp:spPr>
        <a:xfrm>
          <a:off x="0" y="1587"/>
          <a:ext cx="4118857" cy="1259088"/>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MY" sz="4400" b="1" kern="1200" dirty="0">
              <a:effectLst>
                <a:outerShdw blurRad="38100" dist="38100" dir="2700000" algn="tl">
                  <a:srgbClr val="000000">
                    <a:alpha val="43137"/>
                  </a:srgbClr>
                </a:outerShdw>
              </a:effectLst>
            </a:rPr>
            <a:t>Plaintext</a:t>
          </a:r>
        </a:p>
      </dsp:txBody>
      <dsp:txXfrm>
        <a:off x="61464" y="63051"/>
        <a:ext cx="3995929" cy="1136160"/>
      </dsp:txXfrm>
    </dsp:sp>
    <dsp:sp modelId="{A2AC1497-6ADB-4971-AA57-A0D6908FD38F}">
      <dsp:nvSpPr>
        <dsp:cNvPr id="0" name=""/>
        <dsp:cNvSpPr/>
      </dsp:nvSpPr>
      <dsp:spPr>
        <a:xfrm>
          <a:off x="4118857" y="1386584"/>
          <a:ext cx="6178286" cy="1259088"/>
        </a:xfrm>
        <a:prstGeom prst="rightArrow">
          <a:avLst>
            <a:gd name="adj1" fmla="val 75000"/>
            <a:gd name="adj2" fmla="val 50000"/>
          </a:avLst>
        </a:prstGeom>
        <a:solidFill>
          <a:schemeClr val="accent4">
            <a:tint val="40000"/>
            <a:alpha val="90000"/>
            <a:hueOff val="-5210257"/>
            <a:satOff val="14372"/>
            <a:lumOff val="995"/>
            <a:alphaOff val="0"/>
          </a:schemeClr>
        </a:solidFill>
        <a:ln w="12700" cap="flat" cmpd="sng" algn="ctr">
          <a:solidFill>
            <a:schemeClr val="accent4">
              <a:tint val="40000"/>
              <a:alpha val="90000"/>
              <a:hueOff val="-5210257"/>
              <a:satOff val="14372"/>
              <a:lumOff val="9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AU" sz="3200" kern="1200" dirty="0"/>
            <a:t>The coded message</a:t>
          </a:r>
        </a:p>
      </dsp:txBody>
      <dsp:txXfrm>
        <a:off x="4118857" y="1543970"/>
        <a:ext cx="5706128" cy="944316"/>
      </dsp:txXfrm>
    </dsp:sp>
    <dsp:sp modelId="{EA054B72-8F71-471D-8C6C-321DE8E69886}">
      <dsp:nvSpPr>
        <dsp:cNvPr id="0" name=""/>
        <dsp:cNvSpPr/>
      </dsp:nvSpPr>
      <dsp:spPr>
        <a:xfrm>
          <a:off x="0" y="1386584"/>
          <a:ext cx="4118857" cy="1259088"/>
        </a:xfrm>
        <a:prstGeom prst="roundRect">
          <a:avLst/>
        </a:prstGeom>
        <a:solidFill>
          <a:schemeClr val="accent4">
            <a:hueOff val="-5183580"/>
            <a:satOff val="9271"/>
            <a:lumOff val="24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AU" sz="3600" b="1" kern="1200" dirty="0" err="1"/>
            <a:t>Ciphertext</a:t>
          </a:r>
          <a:endParaRPr lang="en-AU" sz="2800" b="1" kern="1200" dirty="0"/>
        </a:p>
      </dsp:txBody>
      <dsp:txXfrm>
        <a:off x="61464" y="1448048"/>
        <a:ext cx="3995929" cy="1136160"/>
      </dsp:txXfrm>
    </dsp:sp>
    <dsp:sp modelId="{4906B081-A787-409D-BE0A-FCB711D1E312}">
      <dsp:nvSpPr>
        <dsp:cNvPr id="0" name=""/>
        <dsp:cNvSpPr/>
      </dsp:nvSpPr>
      <dsp:spPr>
        <a:xfrm>
          <a:off x="4118857" y="2771582"/>
          <a:ext cx="6178286" cy="1259088"/>
        </a:xfrm>
        <a:prstGeom prst="rightArrow">
          <a:avLst>
            <a:gd name="adj1" fmla="val 75000"/>
            <a:gd name="adj2" fmla="val 50000"/>
          </a:avLst>
        </a:prstGeom>
        <a:solidFill>
          <a:schemeClr val="accent4">
            <a:tint val="40000"/>
            <a:alpha val="90000"/>
            <a:hueOff val="-10420513"/>
            <a:satOff val="28744"/>
            <a:lumOff val="1991"/>
            <a:alphaOff val="0"/>
          </a:schemeClr>
        </a:solidFill>
        <a:ln w="12700" cap="flat" cmpd="sng" algn="ctr">
          <a:solidFill>
            <a:schemeClr val="accent4">
              <a:tint val="40000"/>
              <a:alpha val="90000"/>
              <a:hueOff val="-10420513"/>
              <a:satOff val="28744"/>
              <a:lumOff val="199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AU" sz="3200" kern="1200" dirty="0"/>
            <a:t>Process of converting from plaintext to </a:t>
          </a:r>
          <a:r>
            <a:rPr lang="en-AU" sz="3200" kern="1200" dirty="0" err="1"/>
            <a:t>ciphertext</a:t>
          </a:r>
          <a:endParaRPr lang="en-AU" sz="3200" kern="1200" dirty="0"/>
        </a:p>
      </dsp:txBody>
      <dsp:txXfrm>
        <a:off x="4118857" y="2928968"/>
        <a:ext cx="5706128" cy="944316"/>
      </dsp:txXfrm>
    </dsp:sp>
    <dsp:sp modelId="{F7A81122-29B5-4885-BB76-117322A279C0}">
      <dsp:nvSpPr>
        <dsp:cNvPr id="0" name=""/>
        <dsp:cNvSpPr/>
      </dsp:nvSpPr>
      <dsp:spPr>
        <a:xfrm>
          <a:off x="0" y="2771582"/>
          <a:ext cx="4118857" cy="1259088"/>
        </a:xfrm>
        <a:prstGeom prst="roundRect">
          <a:avLst/>
        </a:prstGeom>
        <a:solidFill>
          <a:schemeClr val="accent4">
            <a:hueOff val="-10367160"/>
            <a:satOff val="18541"/>
            <a:lumOff val="48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AU" sz="3600" b="1" kern="1200" dirty="0"/>
            <a:t>Enciphering or encryption</a:t>
          </a:r>
        </a:p>
      </dsp:txBody>
      <dsp:txXfrm>
        <a:off x="61464" y="2833046"/>
        <a:ext cx="3995929" cy="1136160"/>
      </dsp:txXfrm>
    </dsp:sp>
    <dsp:sp modelId="{880E3D85-7449-416C-8D0B-F400B5F795F7}">
      <dsp:nvSpPr>
        <dsp:cNvPr id="0" name=""/>
        <dsp:cNvSpPr/>
      </dsp:nvSpPr>
      <dsp:spPr>
        <a:xfrm>
          <a:off x="4118857" y="4156580"/>
          <a:ext cx="6178286" cy="1259088"/>
        </a:xfrm>
        <a:prstGeom prst="rightArrow">
          <a:avLst>
            <a:gd name="adj1" fmla="val 75000"/>
            <a:gd name="adj2" fmla="val 50000"/>
          </a:avLst>
        </a:prstGeom>
        <a:solidFill>
          <a:schemeClr val="accent4">
            <a:tint val="40000"/>
            <a:alpha val="90000"/>
            <a:hueOff val="-15630769"/>
            <a:satOff val="43116"/>
            <a:lumOff val="2986"/>
            <a:alphaOff val="0"/>
          </a:schemeClr>
        </a:solidFill>
        <a:ln w="12700" cap="flat" cmpd="sng" algn="ctr">
          <a:solidFill>
            <a:schemeClr val="accent4">
              <a:tint val="40000"/>
              <a:alpha val="90000"/>
              <a:hueOff val="-15630769"/>
              <a:satOff val="43116"/>
              <a:lumOff val="29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a:t>Restoring the plaintext from the ciphertext</a:t>
          </a:r>
          <a:endParaRPr lang="en-US" sz="3200" kern="1200" dirty="0"/>
        </a:p>
      </dsp:txBody>
      <dsp:txXfrm>
        <a:off x="4118857" y="4313966"/>
        <a:ext cx="5706128" cy="944316"/>
      </dsp:txXfrm>
    </dsp:sp>
    <dsp:sp modelId="{061609F6-745D-484C-871E-ED86035D18FB}">
      <dsp:nvSpPr>
        <dsp:cNvPr id="0" name=""/>
        <dsp:cNvSpPr/>
      </dsp:nvSpPr>
      <dsp:spPr>
        <a:xfrm>
          <a:off x="0" y="4156580"/>
          <a:ext cx="4118857" cy="1259088"/>
        </a:xfrm>
        <a:prstGeom prst="roundRect">
          <a:avLst/>
        </a:prstGeom>
        <a:solidFill>
          <a:schemeClr val="accent4">
            <a:hueOff val="-15550739"/>
            <a:satOff val="27812"/>
            <a:lumOff val="7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b="1" kern="1200" dirty="0"/>
            <a:t>Deciphering or decryption</a:t>
          </a:r>
        </a:p>
      </dsp:txBody>
      <dsp:txXfrm>
        <a:off x="61464" y="4218044"/>
        <a:ext cx="3995929" cy="11361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9AA357-20E8-8B4F-9641-8B0A0558D5C1}">
      <dsp:nvSpPr>
        <dsp:cNvPr id="0" name=""/>
        <dsp:cNvSpPr/>
      </dsp:nvSpPr>
      <dsp:spPr>
        <a:xfrm>
          <a:off x="1221" y="0"/>
          <a:ext cx="3176720" cy="5184576"/>
        </a:xfrm>
        <a:prstGeom prst="roundRect">
          <a:avLst>
            <a:gd name="adj" fmla="val 10000"/>
          </a:avLst>
        </a:prstGeom>
        <a:solidFill>
          <a:schemeClr val="accent1">
            <a:tint val="40000"/>
            <a:hueOff val="0"/>
            <a:satOff val="0"/>
            <a:lumOff val="0"/>
            <a:alphaOff val="0"/>
          </a:schemeClr>
        </a:solidFill>
        <a:ln>
          <a:solidFill>
            <a:schemeClr val="tx1"/>
          </a:solidFill>
        </a:ln>
        <a:effectLst/>
      </dsp:spPr>
      <dsp:style>
        <a:lnRef idx="0">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The type of operations used for transforming plaintext to </a:t>
          </a:r>
          <a:r>
            <a:rPr lang="en-US" sz="2500" kern="1200" dirty="0" err="1"/>
            <a:t>ciphertext</a:t>
          </a:r>
          <a:endParaRPr lang="en-US" sz="2500" kern="1200" dirty="0"/>
        </a:p>
      </dsp:txBody>
      <dsp:txXfrm>
        <a:off x="1221" y="0"/>
        <a:ext cx="3176720" cy="1555372"/>
      </dsp:txXfrm>
    </dsp:sp>
    <dsp:sp modelId="{2BD908FB-9339-6045-9B70-D6C87F242750}">
      <dsp:nvSpPr>
        <dsp:cNvPr id="0" name=""/>
        <dsp:cNvSpPr/>
      </dsp:nvSpPr>
      <dsp:spPr>
        <a:xfrm>
          <a:off x="318893" y="1556891"/>
          <a:ext cx="2541376" cy="156322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a:effectLst>
                <a:outerShdw blurRad="38100" dist="38100" dir="2700000" algn="tl">
                  <a:srgbClr val="000000">
                    <a:alpha val="43137"/>
                  </a:srgbClr>
                </a:outerShdw>
              </a:effectLst>
            </a:rPr>
            <a:t>Substitution</a:t>
          </a:r>
          <a:endParaRPr lang="en-US" sz="2400" b="1" kern="1200" dirty="0">
            <a:effectLst>
              <a:outerShdw blurRad="38100" dist="38100" dir="2700000" algn="tl">
                <a:srgbClr val="000000">
                  <a:alpha val="43137"/>
                </a:srgbClr>
              </a:outerShdw>
            </a:effectLst>
          </a:endParaRPr>
        </a:p>
      </dsp:txBody>
      <dsp:txXfrm>
        <a:off x="364678" y="1602676"/>
        <a:ext cx="2449806" cy="1471650"/>
      </dsp:txXfrm>
    </dsp:sp>
    <dsp:sp modelId="{1A983032-6FEA-1C4A-BE9F-4D806E17953C}">
      <dsp:nvSpPr>
        <dsp:cNvPr id="0" name=""/>
        <dsp:cNvSpPr/>
      </dsp:nvSpPr>
      <dsp:spPr>
        <a:xfrm>
          <a:off x="318893" y="3360607"/>
          <a:ext cx="2541376" cy="156322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a:effectLst>
                <a:outerShdw blurRad="38100" dist="38100" dir="2700000" algn="tl">
                  <a:srgbClr val="000000">
                    <a:alpha val="43137"/>
                  </a:srgbClr>
                </a:outerShdw>
              </a:effectLst>
            </a:rPr>
            <a:t>Transposition </a:t>
          </a:r>
          <a:endParaRPr lang="en-US" sz="2400" b="1" kern="1200" dirty="0">
            <a:effectLst>
              <a:outerShdw blurRad="38100" dist="38100" dir="2700000" algn="tl">
                <a:srgbClr val="000000">
                  <a:alpha val="43137"/>
                </a:srgbClr>
              </a:outerShdw>
            </a:effectLst>
          </a:endParaRPr>
        </a:p>
      </dsp:txBody>
      <dsp:txXfrm>
        <a:off x="364678" y="3406392"/>
        <a:ext cx="2449806" cy="1471650"/>
      </dsp:txXfrm>
    </dsp:sp>
    <dsp:sp modelId="{8E35AEC5-6E5C-E94B-AC07-8F1C48704551}">
      <dsp:nvSpPr>
        <dsp:cNvPr id="0" name=""/>
        <dsp:cNvSpPr/>
      </dsp:nvSpPr>
      <dsp:spPr>
        <a:xfrm>
          <a:off x="3419785" y="0"/>
          <a:ext cx="3176720" cy="5184576"/>
        </a:xfrm>
        <a:prstGeom prst="roundRect">
          <a:avLst>
            <a:gd name="adj" fmla="val 10000"/>
          </a:avLst>
        </a:prstGeom>
        <a:solidFill>
          <a:schemeClr val="accent1">
            <a:tint val="40000"/>
            <a:hueOff val="0"/>
            <a:satOff val="0"/>
            <a:lumOff val="0"/>
            <a:alphaOff val="0"/>
          </a:schemeClr>
        </a:solidFill>
        <a:ln>
          <a:solidFill>
            <a:schemeClr val="tx1"/>
          </a:solidFill>
        </a:ln>
        <a:effectLst/>
      </dsp:spPr>
      <dsp:style>
        <a:lnRef idx="0">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The number of keys used</a:t>
          </a:r>
          <a:endParaRPr lang="en-US" sz="2500" kern="1200" dirty="0"/>
        </a:p>
      </dsp:txBody>
      <dsp:txXfrm>
        <a:off x="3419785" y="0"/>
        <a:ext cx="3176720" cy="1555372"/>
      </dsp:txXfrm>
    </dsp:sp>
    <dsp:sp modelId="{59F3607F-34BF-1445-8027-313F772320E6}">
      <dsp:nvSpPr>
        <dsp:cNvPr id="0" name=""/>
        <dsp:cNvSpPr/>
      </dsp:nvSpPr>
      <dsp:spPr>
        <a:xfrm>
          <a:off x="3733867" y="1556891"/>
          <a:ext cx="2541376" cy="1563220"/>
        </a:xfrm>
        <a:prstGeom prst="roundRect">
          <a:avLst>
            <a:gd name="adj" fmla="val 10000"/>
          </a:avLst>
        </a:prstGeom>
        <a:solidFill>
          <a:srgbClr val="FF6600"/>
        </a:solid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accent2">
                  <a:lumMod val="60000"/>
                  <a:lumOff val="40000"/>
                </a:schemeClr>
              </a:solidFill>
              <a:effectLst>
                <a:outerShdw blurRad="38100" dist="38100" dir="2700000" algn="tl">
                  <a:srgbClr val="000000">
                    <a:alpha val="43137"/>
                  </a:srgbClr>
                </a:outerShdw>
              </a:effectLst>
            </a:rPr>
            <a:t>Symmetric</a:t>
          </a:r>
          <a:r>
            <a:rPr lang="en-US" sz="2000" b="1" kern="1200" dirty="0">
              <a:effectLst>
                <a:outerShdw blurRad="38100" dist="38100" dir="2700000" algn="tl">
                  <a:srgbClr val="000000">
                    <a:alpha val="43137"/>
                  </a:srgbClr>
                </a:outerShdw>
              </a:effectLst>
            </a:rPr>
            <a:t>, single-key, secret-key, conventional encryption</a:t>
          </a:r>
        </a:p>
      </dsp:txBody>
      <dsp:txXfrm>
        <a:off x="3779652" y="1602676"/>
        <a:ext cx="2449806" cy="1471650"/>
      </dsp:txXfrm>
    </dsp:sp>
    <dsp:sp modelId="{AA328B5D-FEE6-4441-93D3-9724F5555524}">
      <dsp:nvSpPr>
        <dsp:cNvPr id="0" name=""/>
        <dsp:cNvSpPr/>
      </dsp:nvSpPr>
      <dsp:spPr>
        <a:xfrm>
          <a:off x="3733867" y="3360607"/>
          <a:ext cx="2541376" cy="1563220"/>
        </a:xfrm>
        <a:prstGeom prst="roundRect">
          <a:avLst>
            <a:gd name="adj" fmla="val 10000"/>
          </a:avLst>
        </a:prstGeom>
        <a:solidFill>
          <a:srgbClr val="FF6600"/>
        </a:solid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accent2">
                  <a:lumMod val="60000"/>
                  <a:lumOff val="40000"/>
                </a:schemeClr>
              </a:solidFill>
              <a:effectLst>
                <a:outerShdw blurRad="38100" dist="38100" dir="2700000" algn="tl">
                  <a:srgbClr val="000000">
                    <a:alpha val="43137"/>
                  </a:srgbClr>
                </a:outerShdw>
              </a:effectLst>
            </a:rPr>
            <a:t>Asymmetric</a:t>
          </a:r>
          <a:r>
            <a:rPr lang="en-US" sz="2000" b="1" kern="1200" dirty="0">
              <a:effectLst>
                <a:outerShdw blurRad="38100" dist="38100" dir="2700000" algn="tl">
                  <a:srgbClr val="000000">
                    <a:alpha val="43137"/>
                  </a:srgbClr>
                </a:outerShdw>
              </a:effectLst>
            </a:rPr>
            <a:t>, two-key, or public-key encryption</a:t>
          </a:r>
        </a:p>
      </dsp:txBody>
      <dsp:txXfrm>
        <a:off x="3779652" y="3406392"/>
        <a:ext cx="2449806" cy="1471650"/>
      </dsp:txXfrm>
    </dsp:sp>
    <dsp:sp modelId="{240978C4-FA23-8641-B69E-A16881CE1E3A}">
      <dsp:nvSpPr>
        <dsp:cNvPr id="0" name=""/>
        <dsp:cNvSpPr/>
      </dsp:nvSpPr>
      <dsp:spPr>
        <a:xfrm>
          <a:off x="6831170" y="0"/>
          <a:ext cx="3176720" cy="5184576"/>
        </a:xfrm>
        <a:prstGeom prst="roundRect">
          <a:avLst>
            <a:gd name="adj" fmla="val 10000"/>
          </a:avLst>
        </a:prstGeom>
        <a:solidFill>
          <a:schemeClr val="accent1">
            <a:tint val="40000"/>
            <a:hueOff val="0"/>
            <a:satOff val="0"/>
            <a:lumOff val="0"/>
            <a:alphaOff val="0"/>
          </a:schemeClr>
        </a:solidFill>
        <a:ln>
          <a:solidFill>
            <a:schemeClr val="tx1"/>
          </a:solidFill>
        </a:ln>
        <a:effectLst/>
      </dsp:spPr>
      <dsp:style>
        <a:lnRef idx="0">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The way in which the plaintext is processed</a:t>
          </a:r>
          <a:endParaRPr lang="en-US" sz="2500" kern="1200" dirty="0"/>
        </a:p>
      </dsp:txBody>
      <dsp:txXfrm>
        <a:off x="6831170" y="0"/>
        <a:ext cx="3176720" cy="1555372"/>
      </dsp:txXfrm>
    </dsp:sp>
    <dsp:sp modelId="{7B864D13-D033-6D46-85D8-4A1CC9B5D5AA}">
      <dsp:nvSpPr>
        <dsp:cNvPr id="0" name=""/>
        <dsp:cNvSpPr/>
      </dsp:nvSpPr>
      <dsp:spPr>
        <a:xfrm>
          <a:off x="7148842" y="1556891"/>
          <a:ext cx="2541376" cy="1563220"/>
        </a:xfrm>
        <a:prstGeom prst="roundRect">
          <a:avLst>
            <a:gd name="adj" fmla="val 10000"/>
          </a:avLst>
        </a:prstGeom>
        <a:solidFill>
          <a:schemeClr val="accent6">
            <a:lumMod val="75000"/>
          </a:schemeClr>
        </a:solid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a:effectLst>
                <a:outerShdw blurRad="38100" dist="38100" dir="2700000" algn="tl">
                  <a:srgbClr val="000000">
                    <a:alpha val="43137"/>
                  </a:srgbClr>
                </a:outerShdw>
              </a:effectLst>
            </a:rPr>
            <a:t>Block cipher</a:t>
          </a:r>
          <a:endParaRPr lang="en-US" sz="2400" b="1" kern="1200" dirty="0">
            <a:effectLst>
              <a:outerShdw blurRad="38100" dist="38100" dir="2700000" algn="tl">
                <a:srgbClr val="000000">
                  <a:alpha val="43137"/>
                </a:srgbClr>
              </a:outerShdw>
            </a:effectLst>
          </a:endParaRPr>
        </a:p>
      </dsp:txBody>
      <dsp:txXfrm>
        <a:off x="7194627" y="1602676"/>
        <a:ext cx="2449806" cy="1471650"/>
      </dsp:txXfrm>
    </dsp:sp>
    <dsp:sp modelId="{5D658181-6169-AE4F-AB98-9FC0BCA0966D}">
      <dsp:nvSpPr>
        <dsp:cNvPr id="0" name=""/>
        <dsp:cNvSpPr/>
      </dsp:nvSpPr>
      <dsp:spPr>
        <a:xfrm>
          <a:off x="7148842" y="3360607"/>
          <a:ext cx="2541376" cy="1563220"/>
        </a:xfrm>
        <a:prstGeom prst="roundRect">
          <a:avLst>
            <a:gd name="adj" fmla="val 10000"/>
          </a:avLst>
        </a:prstGeom>
        <a:solidFill>
          <a:schemeClr val="accent6">
            <a:lumMod val="75000"/>
          </a:schemeClr>
        </a:solid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effectLst>
                <a:outerShdw blurRad="38100" dist="38100" dir="2700000" algn="tl">
                  <a:srgbClr val="000000">
                    <a:alpha val="43137"/>
                  </a:srgbClr>
                </a:outerShdw>
              </a:effectLst>
            </a:rPr>
            <a:t>Stream cipher</a:t>
          </a:r>
          <a:endParaRPr lang="en-AU" sz="2400" b="1" kern="1200" dirty="0">
            <a:effectLst>
              <a:outerShdw blurRad="38100" dist="38100" dir="2700000" algn="tl">
                <a:srgbClr val="000000">
                  <a:alpha val="43137"/>
                </a:srgbClr>
              </a:outerShdw>
            </a:effectLst>
          </a:endParaRPr>
        </a:p>
      </dsp:txBody>
      <dsp:txXfrm>
        <a:off x="7194627" y="3406392"/>
        <a:ext cx="2449806" cy="14716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554D3A-EF64-43CC-BDE1-0A805B52D7DE}">
      <dsp:nvSpPr>
        <dsp:cNvPr id="0" name=""/>
        <dsp:cNvSpPr/>
      </dsp:nvSpPr>
      <dsp:spPr>
        <a:xfrm>
          <a:off x="5579178" y="6551874"/>
          <a:ext cx="544249" cy="551957"/>
        </a:xfrm>
        <a:custGeom>
          <a:avLst/>
          <a:gdLst/>
          <a:ahLst/>
          <a:cxnLst/>
          <a:rect l="0" t="0" r="0" b="0"/>
          <a:pathLst>
            <a:path>
              <a:moveTo>
                <a:pt x="0" y="0"/>
              </a:moveTo>
              <a:lnTo>
                <a:pt x="290780" y="0"/>
              </a:lnTo>
              <a:lnTo>
                <a:pt x="290780" y="551957"/>
              </a:lnTo>
              <a:lnTo>
                <a:pt x="544249" y="55195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35C75C-DF0C-4E74-9DE9-A73743D556E7}">
      <dsp:nvSpPr>
        <dsp:cNvPr id="0" name=""/>
        <dsp:cNvSpPr/>
      </dsp:nvSpPr>
      <dsp:spPr>
        <a:xfrm>
          <a:off x="2537543" y="5461955"/>
          <a:ext cx="506939" cy="1089919"/>
        </a:xfrm>
        <a:custGeom>
          <a:avLst/>
          <a:gdLst/>
          <a:ahLst/>
          <a:cxnLst/>
          <a:rect l="0" t="0" r="0" b="0"/>
          <a:pathLst>
            <a:path>
              <a:moveTo>
                <a:pt x="0" y="0"/>
              </a:moveTo>
              <a:lnTo>
                <a:pt x="253469" y="0"/>
              </a:lnTo>
              <a:lnTo>
                <a:pt x="253469" y="1089919"/>
              </a:lnTo>
              <a:lnTo>
                <a:pt x="506939" y="108991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3AB90F-BF1B-4B95-A787-FBF856E83DF7}">
      <dsp:nvSpPr>
        <dsp:cNvPr id="0" name=""/>
        <dsp:cNvSpPr/>
      </dsp:nvSpPr>
      <dsp:spPr>
        <a:xfrm>
          <a:off x="8620813" y="5461955"/>
          <a:ext cx="506939" cy="544959"/>
        </a:xfrm>
        <a:custGeom>
          <a:avLst/>
          <a:gdLst/>
          <a:ahLst/>
          <a:cxnLst/>
          <a:rect l="0" t="0" r="0" b="0"/>
          <a:pathLst>
            <a:path>
              <a:moveTo>
                <a:pt x="0" y="0"/>
              </a:moveTo>
              <a:lnTo>
                <a:pt x="253469" y="0"/>
              </a:lnTo>
              <a:lnTo>
                <a:pt x="253469" y="544959"/>
              </a:lnTo>
              <a:lnTo>
                <a:pt x="506939" y="54495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A843E6-EDDA-4ADD-867E-36C5D8C715F8}">
      <dsp:nvSpPr>
        <dsp:cNvPr id="0" name=""/>
        <dsp:cNvSpPr/>
      </dsp:nvSpPr>
      <dsp:spPr>
        <a:xfrm>
          <a:off x="8620813" y="4876354"/>
          <a:ext cx="506939" cy="585600"/>
        </a:xfrm>
        <a:custGeom>
          <a:avLst/>
          <a:gdLst/>
          <a:ahLst/>
          <a:cxnLst/>
          <a:rect l="0" t="0" r="0" b="0"/>
          <a:pathLst>
            <a:path>
              <a:moveTo>
                <a:pt x="0" y="585600"/>
              </a:moveTo>
              <a:lnTo>
                <a:pt x="253469" y="585600"/>
              </a:lnTo>
              <a:lnTo>
                <a:pt x="253469" y="0"/>
              </a:lnTo>
              <a:lnTo>
                <a:pt x="50693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21C095-4224-4EE5-B63F-18CFE5E9F79E}">
      <dsp:nvSpPr>
        <dsp:cNvPr id="0" name=""/>
        <dsp:cNvSpPr/>
      </dsp:nvSpPr>
      <dsp:spPr>
        <a:xfrm>
          <a:off x="5579178" y="4372036"/>
          <a:ext cx="506939" cy="1089919"/>
        </a:xfrm>
        <a:custGeom>
          <a:avLst/>
          <a:gdLst/>
          <a:ahLst/>
          <a:cxnLst/>
          <a:rect l="0" t="0" r="0" b="0"/>
          <a:pathLst>
            <a:path>
              <a:moveTo>
                <a:pt x="0" y="0"/>
              </a:moveTo>
              <a:lnTo>
                <a:pt x="253469" y="0"/>
              </a:lnTo>
              <a:lnTo>
                <a:pt x="253469" y="1089919"/>
              </a:lnTo>
              <a:lnTo>
                <a:pt x="506939" y="108991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7B5568-82E5-432A-8303-BCD4E78350E6}">
      <dsp:nvSpPr>
        <dsp:cNvPr id="0" name=""/>
        <dsp:cNvSpPr/>
      </dsp:nvSpPr>
      <dsp:spPr>
        <a:xfrm>
          <a:off x="8620813" y="3282117"/>
          <a:ext cx="506939" cy="544959"/>
        </a:xfrm>
        <a:custGeom>
          <a:avLst/>
          <a:gdLst/>
          <a:ahLst/>
          <a:cxnLst/>
          <a:rect l="0" t="0" r="0" b="0"/>
          <a:pathLst>
            <a:path>
              <a:moveTo>
                <a:pt x="0" y="0"/>
              </a:moveTo>
              <a:lnTo>
                <a:pt x="253469" y="0"/>
              </a:lnTo>
              <a:lnTo>
                <a:pt x="253469" y="544959"/>
              </a:lnTo>
              <a:lnTo>
                <a:pt x="506939" y="54495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90ABF2-148B-49BC-98FB-6F705559BFAB}">
      <dsp:nvSpPr>
        <dsp:cNvPr id="0" name=""/>
        <dsp:cNvSpPr/>
      </dsp:nvSpPr>
      <dsp:spPr>
        <a:xfrm>
          <a:off x="8620813" y="2737157"/>
          <a:ext cx="506939" cy="544959"/>
        </a:xfrm>
        <a:custGeom>
          <a:avLst/>
          <a:gdLst/>
          <a:ahLst/>
          <a:cxnLst/>
          <a:rect l="0" t="0" r="0" b="0"/>
          <a:pathLst>
            <a:path>
              <a:moveTo>
                <a:pt x="0" y="544959"/>
              </a:moveTo>
              <a:lnTo>
                <a:pt x="253469" y="544959"/>
              </a:lnTo>
              <a:lnTo>
                <a:pt x="253469" y="0"/>
              </a:lnTo>
              <a:lnTo>
                <a:pt x="50693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3F06B6-B3F8-4049-B4B1-AE6E924979E3}">
      <dsp:nvSpPr>
        <dsp:cNvPr id="0" name=""/>
        <dsp:cNvSpPr/>
      </dsp:nvSpPr>
      <dsp:spPr>
        <a:xfrm>
          <a:off x="5579178" y="3282117"/>
          <a:ext cx="506939" cy="1089919"/>
        </a:xfrm>
        <a:custGeom>
          <a:avLst/>
          <a:gdLst/>
          <a:ahLst/>
          <a:cxnLst/>
          <a:rect l="0" t="0" r="0" b="0"/>
          <a:pathLst>
            <a:path>
              <a:moveTo>
                <a:pt x="0" y="1089919"/>
              </a:moveTo>
              <a:lnTo>
                <a:pt x="253469" y="1089919"/>
              </a:lnTo>
              <a:lnTo>
                <a:pt x="253469" y="0"/>
              </a:lnTo>
              <a:lnTo>
                <a:pt x="50693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E61FBC-069D-479C-90C6-C652E247C5B5}">
      <dsp:nvSpPr>
        <dsp:cNvPr id="0" name=""/>
        <dsp:cNvSpPr/>
      </dsp:nvSpPr>
      <dsp:spPr>
        <a:xfrm>
          <a:off x="2537543" y="4372036"/>
          <a:ext cx="506939" cy="1089919"/>
        </a:xfrm>
        <a:custGeom>
          <a:avLst/>
          <a:gdLst/>
          <a:ahLst/>
          <a:cxnLst/>
          <a:rect l="0" t="0" r="0" b="0"/>
          <a:pathLst>
            <a:path>
              <a:moveTo>
                <a:pt x="0" y="1089919"/>
              </a:moveTo>
              <a:lnTo>
                <a:pt x="253469" y="1089919"/>
              </a:lnTo>
              <a:lnTo>
                <a:pt x="253469" y="0"/>
              </a:lnTo>
              <a:lnTo>
                <a:pt x="506939"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0A274D-F5C1-4DA0-962C-103532D78CAE}">
      <dsp:nvSpPr>
        <dsp:cNvPr id="0" name=""/>
        <dsp:cNvSpPr/>
      </dsp:nvSpPr>
      <dsp:spPr>
        <a:xfrm>
          <a:off x="2847" y="5075414"/>
          <a:ext cx="2534695" cy="77308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Types of Encryption</a:t>
          </a:r>
        </a:p>
      </dsp:txBody>
      <dsp:txXfrm>
        <a:off x="2847" y="5075414"/>
        <a:ext cx="2534695" cy="773082"/>
      </dsp:txXfrm>
    </dsp:sp>
    <dsp:sp modelId="{B9E06BDA-C89F-4A8F-AA06-4B063DBB5526}">
      <dsp:nvSpPr>
        <dsp:cNvPr id="0" name=""/>
        <dsp:cNvSpPr/>
      </dsp:nvSpPr>
      <dsp:spPr>
        <a:xfrm>
          <a:off x="3044482" y="3985495"/>
          <a:ext cx="2534695" cy="77308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Symmetric (Secret key)</a:t>
          </a:r>
        </a:p>
      </dsp:txBody>
      <dsp:txXfrm>
        <a:off x="3044482" y="3985495"/>
        <a:ext cx="2534695" cy="773082"/>
      </dsp:txXfrm>
    </dsp:sp>
    <dsp:sp modelId="{D7D9AA2D-7E7B-4B43-B012-80ACE196CE0C}">
      <dsp:nvSpPr>
        <dsp:cNvPr id="0" name=""/>
        <dsp:cNvSpPr/>
      </dsp:nvSpPr>
      <dsp:spPr>
        <a:xfrm>
          <a:off x="6086117" y="2895575"/>
          <a:ext cx="2534695" cy="773082"/>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Stream Cipher</a:t>
          </a:r>
        </a:p>
      </dsp:txBody>
      <dsp:txXfrm>
        <a:off x="6086117" y="2895575"/>
        <a:ext cx="2534695" cy="773082"/>
      </dsp:txXfrm>
    </dsp:sp>
    <dsp:sp modelId="{A4B0C59C-4AE3-464D-B689-A1309B9142A4}">
      <dsp:nvSpPr>
        <dsp:cNvPr id="0" name=""/>
        <dsp:cNvSpPr/>
      </dsp:nvSpPr>
      <dsp:spPr>
        <a:xfrm>
          <a:off x="9127752" y="2350616"/>
          <a:ext cx="2534695" cy="77308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Substitution Technique</a:t>
          </a:r>
        </a:p>
      </dsp:txBody>
      <dsp:txXfrm>
        <a:off x="9127752" y="2350616"/>
        <a:ext cx="2534695" cy="773082"/>
      </dsp:txXfrm>
    </dsp:sp>
    <dsp:sp modelId="{BF7C45C7-5409-4786-9A70-A44DDCA530B2}">
      <dsp:nvSpPr>
        <dsp:cNvPr id="0" name=""/>
        <dsp:cNvSpPr/>
      </dsp:nvSpPr>
      <dsp:spPr>
        <a:xfrm>
          <a:off x="9127752" y="3440535"/>
          <a:ext cx="2534695" cy="77308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Transposition Technique</a:t>
          </a:r>
        </a:p>
      </dsp:txBody>
      <dsp:txXfrm>
        <a:off x="9127752" y="3440535"/>
        <a:ext cx="2534695" cy="773082"/>
      </dsp:txXfrm>
    </dsp:sp>
    <dsp:sp modelId="{884B5402-4E8A-4245-B566-4BBB3FDDF34D}">
      <dsp:nvSpPr>
        <dsp:cNvPr id="0" name=""/>
        <dsp:cNvSpPr/>
      </dsp:nvSpPr>
      <dsp:spPr>
        <a:xfrm>
          <a:off x="6086117" y="5075414"/>
          <a:ext cx="2534695" cy="773082"/>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Block Cipher</a:t>
          </a:r>
        </a:p>
      </dsp:txBody>
      <dsp:txXfrm>
        <a:off x="6086117" y="5075414"/>
        <a:ext cx="2534695" cy="773082"/>
      </dsp:txXfrm>
    </dsp:sp>
    <dsp:sp modelId="{C245F5D9-447B-40D0-9A86-BA8EE9FE45D7}">
      <dsp:nvSpPr>
        <dsp:cNvPr id="0" name=""/>
        <dsp:cNvSpPr/>
      </dsp:nvSpPr>
      <dsp:spPr>
        <a:xfrm>
          <a:off x="9127752" y="4489813"/>
          <a:ext cx="2534695" cy="77308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Feistel Structure</a:t>
          </a:r>
        </a:p>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(DES)</a:t>
          </a:r>
        </a:p>
      </dsp:txBody>
      <dsp:txXfrm>
        <a:off x="9127752" y="4489813"/>
        <a:ext cx="2534695" cy="773082"/>
      </dsp:txXfrm>
    </dsp:sp>
    <dsp:sp modelId="{8F1729A2-AE4C-4B95-A5A1-068F4BD1ABE7}">
      <dsp:nvSpPr>
        <dsp:cNvPr id="0" name=""/>
        <dsp:cNvSpPr/>
      </dsp:nvSpPr>
      <dsp:spPr>
        <a:xfrm>
          <a:off x="9127752" y="5620373"/>
          <a:ext cx="2534695" cy="77308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Iterative</a:t>
          </a:r>
        </a:p>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(AES)</a:t>
          </a:r>
        </a:p>
      </dsp:txBody>
      <dsp:txXfrm>
        <a:off x="9127752" y="5620373"/>
        <a:ext cx="2534695" cy="773082"/>
      </dsp:txXfrm>
    </dsp:sp>
    <dsp:sp modelId="{038B6E82-39C8-49B5-9C42-5B10982E22A2}">
      <dsp:nvSpPr>
        <dsp:cNvPr id="0" name=""/>
        <dsp:cNvSpPr/>
      </dsp:nvSpPr>
      <dsp:spPr>
        <a:xfrm>
          <a:off x="3044482" y="6165333"/>
          <a:ext cx="2534695" cy="77308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Asymmetric (Public key)</a:t>
          </a:r>
        </a:p>
      </dsp:txBody>
      <dsp:txXfrm>
        <a:off x="3044482" y="6165333"/>
        <a:ext cx="2534695" cy="773082"/>
      </dsp:txXfrm>
    </dsp:sp>
    <dsp:sp modelId="{607B566A-12B2-47E2-8A62-96E757CE2A04}">
      <dsp:nvSpPr>
        <dsp:cNvPr id="0" name=""/>
        <dsp:cNvSpPr/>
      </dsp:nvSpPr>
      <dsp:spPr>
        <a:xfrm>
          <a:off x="6123428" y="6717290"/>
          <a:ext cx="2534695" cy="773082"/>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MY" sz="2200" b="1" kern="1200" dirty="0">
              <a:solidFill>
                <a:schemeClr val="tx1"/>
              </a:solidFill>
              <a:effectLst>
                <a:outerShdw blurRad="38100" dist="38100" dir="2700000" algn="tl">
                  <a:srgbClr val="000000">
                    <a:alpha val="43137"/>
                  </a:srgbClr>
                </a:outerShdw>
              </a:effectLst>
            </a:rPr>
            <a:t>Block Cipher</a:t>
          </a:r>
        </a:p>
      </dsp:txBody>
      <dsp:txXfrm>
        <a:off x="6123428" y="6717290"/>
        <a:ext cx="2534695" cy="7730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F1174-8CF9-9A40-9D07-E0CBAE921C39}">
      <dsp:nvSpPr>
        <dsp:cNvPr id="0" name=""/>
        <dsp:cNvSpPr/>
      </dsp:nvSpPr>
      <dsp:spPr>
        <a:xfrm>
          <a:off x="2727346" y="0"/>
          <a:ext cx="6140459" cy="6140459"/>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ECC4BC1-441A-5849-8098-4815B636C467}">
      <dsp:nvSpPr>
        <dsp:cNvPr id="0" name=""/>
        <dsp:cNvSpPr/>
      </dsp:nvSpPr>
      <dsp:spPr>
        <a:xfrm>
          <a:off x="2986620" y="399129"/>
          <a:ext cx="2768192" cy="2456183"/>
        </a:xfrm>
        <a:prstGeom prst="roundRect">
          <a:avLst/>
        </a:prstGeom>
        <a:no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tx1"/>
              </a:solidFill>
            </a:rPr>
            <a:t>A block of plaintext is treated as a whole and used to produce a ciphertext block of equal length</a:t>
          </a:r>
        </a:p>
      </dsp:txBody>
      <dsp:txXfrm>
        <a:off x="3106521" y="519030"/>
        <a:ext cx="2528390" cy="2216381"/>
      </dsp:txXfrm>
    </dsp:sp>
    <dsp:sp modelId="{40DEB569-D830-3B4C-85A1-DEE51CF7A1AF}">
      <dsp:nvSpPr>
        <dsp:cNvPr id="0" name=""/>
        <dsp:cNvSpPr/>
      </dsp:nvSpPr>
      <dsp:spPr>
        <a:xfrm>
          <a:off x="6028641" y="399129"/>
          <a:ext cx="2456183" cy="2456183"/>
        </a:xfrm>
        <a:prstGeom prst="roundRect">
          <a:avLst/>
        </a:prstGeom>
        <a:no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solidFill>
                <a:schemeClr val="tx1"/>
              </a:solidFill>
            </a:rPr>
            <a:t>Typically a block size of 64 or 128 bits is used</a:t>
          </a:r>
        </a:p>
      </dsp:txBody>
      <dsp:txXfrm>
        <a:off x="6148542" y="519030"/>
        <a:ext cx="2216381" cy="2216381"/>
      </dsp:txXfrm>
    </dsp:sp>
    <dsp:sp modelId="{E43A1B95-F31C-7B44-81E3-A24F046A9ABB}">
      <dsp:nvSpPr>
        <dsp:cNvPr id="0" name=""/>
        <dsp:cNvSpPr/>
      </dsp:nvSpPr>
      <dsp:spPr>
        <a:xfrm>
          <a:off x="3142625" y="3285145"/>
          <a:ext cx="2456183" cy="2456183"/>
        </a:xfrm>
        <a:prstGeom prst="roundRect">
          <a:avLst/>
        </a:prstGeom>
        <a:no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tx1"/>
              </a:solidFill>
            </a:rPr>
            <a:t>As with a stream cipher,  the two users share a symmetric encryption key </a:t>
          </a:r>
        </a:p>
      </dsp:txBody>
      <dsp:txXfrm>
        <a:off x="3262526" y="3405046"/>
        <a:ext cx="2216381" cy="2216381"/>
      </dsp:txXfrm>
    </dsp:sp>
    <dsp:sp modelId="{50837987-4199-F845-9D3A-77DDE3DBCB6A}">
      <dsp:nvSpPr>
        <dsp:cNvPr id="0" name=""/>
        <dsp:cNvSpPr/>
      </dsp:nvSpPr>
      <dsp:spPr>
        <a:xfrm>
          <a:off x="6028641" y="3285145"/>
          <a:ext cx="2456183" cy="2456183"/>
        </a:xfrm>
        <a:prstGeom prst="roundRect">
          <a:avLst/>
        </a:prstGeom>
        <a:no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tx1"/>
              </a:solidFill>
            </a:rPr>
            <a:t>The majority of network-based symmetric cryptographic applications make use of block ciphers</a:t>
          </a:r>
        </a:p>
      </dsp:txBody>
      <dsp:txXfrm>
        <a:off x="6148542" y="3405046"/>
        <a:ext cx="2216381" cy="22163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1769EE-F32D-4B41-951F-64C6336B81AD}">
      <dsp:nvSpPr>
        <dsp:cNvPr id="0" name=""/>
        <dsp:cNvSpPr/>
      </dsp:nvSpPr>
      <dsp:spPr>
        <a:xfrm>
          <a:off x="4708634" y="353"/>
          <a:ext cx="7062951" cy="1378137"/>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tx2">
              <a:lumMod val="40000"/>
              <a:lumOff val="60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605" tIns="14605" rIns="14605" bIns="14605"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Each plaintext element or group of elements is uniquely </a:t>
          </a:r>
          <a:r>
            <a:rPr lang="en-US" sz="2300" b="1" kern="1200" dirty="0">
              <a:solidFill>
                <a:schemeClr val="accent3"/>
              </a:solidFill>
            </a:rPr>
            <a:t>replaced</a:t>
          </a:r>
          <a:r>
            <a:rPr lang="en-US" sz="2300" kern="1200" dirty="0"/>
            <a:t> by a corresponding </a:t>
          </a:r>
          <a:r>
            <a:rPr lang="en-US" sz="2300" kern="1200" dirty="0" err="1"/>
            <a:t>ciphertext</a:t>
          </a:r>
          <a:r>
            <a:rPr lang="en-US" sz="2300" kern="1200" dirty="0"/>
            <a:t> element or group of elements</a:t>
          </a:r>
        </a:p>
      </dsp:txBody>
      <dsp:txXfrm>
        <a:off x="4708634" y="172620"/>
        <a:ext cx="6546150" cy="1033603"/>
      </dsp:txXfrm>
    </dsp:sp>
    <dsp:sp modelId="{57A62681-1A56-7D44-BFF6-76AD004454BD}">
      <dsp:nvSpPr>
        <dsp:cNvPr id="0" name=""/>
        <dsp:cNvSpPr/>
      </dsp:nvSpPr>
      <dsp:spPr>
        <a:xfrm>
          <a:off x="0" y="0"/>
          <a:ext cx="4708634" cy="1378137"/>
        </a:xfrm>
        <a:prstGeom prst="roundRect">
          <a:avLst/>
        </a:prstGeom>
        <a:solidFill>
          <a:schemeClr val="tx2">
            <a:lumMod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n-US" sz="3900" kern="1200" dirty="0"/>
            <a:t>Substitutions</a:t>
          </a:r>
        </a:p>
      </dsp:txBody>
      <dsp:txXfrm>
        <a:off x="67275" y="67275"/>
        <a:ext cx="4574084" cy="1243587"/>
      </dsp:txXfrm>
    </dsp:sp>
    <dsp:sp modelId="{A41ED0DD-C2EF-014C-9055-C4A81ADD72A3}">
      <dsp:nvSpPr>
        <dsp:cNvPr id="0" name=""/>
        <dsp:cNvSpPr/>
      </dsp:nvSpPr>
      <dsp:spPr>
        <a:xfrm>
          <a:off x="4708634" y="1516304"/>
          <a:ext cx="7062951" cy="1378137"/>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tx2">
              <a:lumMod val="40000"/>
              <a:lumOff val="60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605" tIns="14605" rIns="14605" bIns="14605"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No elements are added or deleted or replaced in the sequence, rather the order in which the elements appear in the </a:t>
          </a:r>
          <a:r>
            <a:rPr lang="en-US" sz="2300" b="1" kern="1200" dirty="0">
              <a:solidFill>
                <a:schemeClr val="accent3"/>
              </a:solidFill>
            </a:rPr>
            <a:t>sequence is changed</a:t>
          </a:r>
        </a:p>
      </dsp:txBody>
      <dsp:txXfrm>
        <a:off x="4708634" y="1688571"/>
        <a:ext cx="6546150" cy="1033603"/>
      </dsp:txXfrm>
    </dsp:sp>
    <dsp:sp modelId="{14881E42-CC0D-1E43-8416-8DF6501C7DFC}">
      <dsp:nvSpPr>
        <dsp:cNvPr id="0" name=""/>
        <dsp:cNvSpPr/>
      </dsp:nvSpPr>
      <dsp:spPr>
        <a:xfrm>
          <a:off x="0" y="1516304"/>
          <a:ext cx="4708634" cy="1378137"/>
        </a:xfrm>
        <a:prstGeom prst="roundRect">
          <a:avLst/>
        </a:prstGeom>
        <a:solidFill>
          <a:schemeClr val="bg2">
            <a:lumMod val="75000"/>
            <a:lumOff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n-US" sz="3900" kern="1200" dirty="0"/>
            <a:t>Permutation/ Transposition </a:t>
          </a:r>
        </a:p>
      </dsp:txBody>
      <dsp:txXfrm>
        <a:off x="67275" y="1583579"/>
        <a:ext cx="4574084" cy="12435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0C60CC-6796-4126-9E6C-6783DF95A689}">
      <dsp:nvSpPr>
        <dsp:cNvPr id="0" name=""/>
        <dsp:cNvSpPr/>
      </dsp:nvSpPr>
      <dsp:spPr>
        <a:xfrm>
          <a:off x="4708729" y="1852"/>
          <a:ext cx="7063095" cy="1002770"/>
        </a:xfrm>
        <a:prstGeom prst="rightArrow">
          <a:avLst>
            <a:gd name="adj1" fmla="val 75000"/>
            <a:gd name="adj2" fmla="val 50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Bahnschrift" panose="020B0502040204020203" pitchFamily="34" charset="0"/>
            </a:rPr>
            <a:t>Larger block sizes mean greater security but reduced encryption/decryption speed for a given algorithm</a:t>
          </a:r>
          <a:endParaRPr lang="en-MY" sz="2000" kern="1200" dirty="0">
            <a:latin typeface="Bahnschrift" panose="020B0502040204020203" pitchFamily="34" charset="0"/>
          </a:endParaRPr>
        </a:p>
      </dsp:txBody>
      <dsp:txXfrm>
        <a:off x="4708729" y="127198"/>
        <a:ext cx="6687056" cy="752078"/>
      </dsp:txXfrm>
    </dsp:sp>
    <dsp:sp modelId="{216F7B3F-1C60-4AE2-B7F9-E9230B6A662A}">
      <dsp:nvSpPr>
        <dsp:cNvPr id="0" name=""/>
        <dsp:cNvSpPr/>
      </dsp:nvSpPr>
      <dsp:spPr>
        <a:xfrm>
          <a:off x="0" y="1852"/>
          <a:ext cx="4708730" cy="100277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MY" sz="2000" kern="1200" dirty="0">
              <a:latin typeface="Bahnschrift" panose="020B0502040204020203" pitchFamily="34" charset="0"/>
            </a:rPr>
            <a:t>Block size</a:t>
          </a:r>
        </a:p>
      </dsp:txBody>
      <dsp:txXfrm>
        <a:off x="48951" y="50803"/>
        <a:ext cx="4610828" cy="904868"/>
      </dsp:txXfrm>
    </dsp:sp>
    <dsp:sp modelId="{95732751-CDB7-425A-9E79-C77BB3F1C7AD}">
      <dsp:nvSpPr>
        <dsp:cNvPr id="0" name=""/>
        <dsp:cNvSpPr/>
      </dsp:nvSpPr>
      <dsp:spPr>
        <a:xfrm>
          <a:off x="4708729" y="1104900"/>
          <a:ext cx="7063095" cy="1002770"/>
        </a:xfrm>
        <a:prstGeom prst="rightArrow">
          <a:avLst>
            <a:gd name="adj1" fmla="val 75000"/>
            <a:gd name="adj2" fmla="val 50000"/>
          </a:avLst>
        </a:prstGeom>
        <a:solidFill>
          <a:schemeClr val="accent5">
            <a:tint val="40000"/>
            <a:alpha val="90000"/>
            <a:hueOff val="4514924"/>
            <a:satOff val="-8096"/>
            <a:lumOff val="-493"/>
            <a:alphaOff val="0"/>
          </a:schemeClr>
        </a:solidFill>
        <a:ln w="12700" cap="flat" cmpd="sng" algn="ctr">
          <a:solidFill>
            <a:schemeClr val="accent5">
              <a:tint val="40000"/>
              <a:alpha val="90000"/>
              <a:hueOff val="4514924"/>
              <a:satOff val="-8096"/>
              <a:lumOff val="-4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Bahnschrift" panose="020B0502040204020203" pitchFamily="34" charset="0"/>
            </a:rPr>
            <a:t>Larger key size means greater security but may decrease encryption/decryption speeds</a:t>
          </a:r>
          <a:endParaRPr lang="en-MY" sz="2000" kern="1200" dirty="0">
            <a:latin typeface="Bahnschrift" panose="020B0502040204020203" pitchFamily="34" charset="0"/>
          </a:endParaRPr>
        </a:p>
      </dsp:txBody>
      <dsp:txXfrm>
        <a:off x="4708729" y="1230246"/>
        <a:ext cx="6687056" cy="752078"/>
      </dsp:txXfrm>
    </dsp:sp>
    <dsp:sp modelId="{4E393303-601F-4C0B-B4FF-30BE563EE440}">
      <dsp:nvSpPr>
        <dsp:cNvPr id="0" name=""/>
        <dsp:cNvSpPr/>
      </dsp:nvSpPr>
      <dsp:spPr>
        <a:xfrm>
          <a:off x="0" y="1104900"/>
          <a:ext cx="4708730" cy="1002770"/>
        </a:xfrm>
        <a:prstGeom prst="roundRect">
          <a:avLst/>
        </a:prstGeom>
        <a:solidFill>
          <a:schemeClr val="accent5">
            <a:hueOff val="4291110"/>
            <a:satOff val="-5859"/>
            <a:lumOff val="-8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MY" sz="2000" kern="1200" dirty="0">
              <a:latin typeface="Bahnschrift" panose="020B0502040204020203" pitchFamily="34" charset="0"/>
            </a:rPr>
            <a:t>Key size</a:t>
          </a:r>
        </a:p>
      </dsp:txBody>
      <dsp:txXfrm>
        <a:off x="48951" y="1153851"/>
        <a:ext cx="4610828" cy="904868"/>
      </dsp:txXfrm>
    </dsp:sp>
    <dsp:sp modelId="{C09130D4-413C-41BD-8D43-223885ABEB5E}">
      <dsp:nvSpPr>
        <dsp:cNvPr id="0" name=""/>
        <dsp:cNvSpPr/>
      </dsp:nvSpPr>
      <dsp:spPr>
        <a:xfrm>
          <a:off x="4708729" y="2207948"/>
          <a:ext cx="7063095" cy="1002770"/>
        </a:xfrm>
        <a:prstGeom prst="rightArrow">
          <a:avLst>
            <a:gd name="adj1" fmla="val 75000"/>
            <a:gd name="adj2" fmla="val 50000"/>
          </a:avLst>
        </a:prstGeom>
        <a:solidFill>
          <a:schemeClr val="accent5">
            <a:tint val="40000"/>
            <a:alpha val="90000"/>
            <a:hueOff val="9029847"/>
            <a:satOff val="-16193"/>
            <a:lumOff val="-987"/>
            <a:alphaOff val="0"/>
          </a:schemeClr>
        </a:solidFill>
        <a:ln w="12700" cap="flat" cmpd="sng" algn="ctr">
          <a:solidFill>
            <a:schemeClr val="accent5">
              <a:tint val="40000"/>
              <a:alpha val="90000"/>
              <a:hueOff val="9029847"/>
              <a:satOff val="-16193"/>
              <a:lumOff val="-98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Bahnschrift" panose="020B0502040204020203" pitchFamily="34" charset="0"/>
            </a:rPr>
            <a:t>The essence of the Feistel cipher is that a single round offers inadequate security but that multiple rounds offer increasing security</a:t>
          </a:r>
          <a:endParaRPr lang="en-MY" sz="2000" kern="1200" dirty="0">
            <a:latin typeface="Bahnschrift" panose="020B0502040204020203" pitchFamily="34" charset="0"/>
          </a:endParaRPr>
        </a:p>
      </dsp:txBody>
      <dsp:txXfrm>
        <a:off x="4708729" y="2333294"/>
        <a:ext cx="6687056" cy="752078"/>
      </dsp:txXfrm>
    </dsp:sp>
    <dsp:sp modelId="{A5BAE8A5-065C-4F5B-B52C-BF09F7A50F61}">
      <dsp:nvSpPr>
        <dsp:cNvPr id="0" name=""/>
        <dsp:cNvSpPr/>
      </dsp:nvSpPr>
      <dsp:spPr>
        <a:xfrm>
          <a:off x="0" y="2207948"/>
          <a:ext cx="4708730" cy="1002770"/>
        </a:xfrm>
        <a:prstGeom prst="roundRect">
          <a:avLst/>
        </a:prstGeom>
        <a:solidFill>
          <a:schemeClr val="accent5">
            <a:hueOff val="8582220"/>
            <a:satOff val="-11718"/>
            <a:lumOff val="-166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MY" sz="2000" kern="1200" dirty="0">
              <a:latin typeface="Bahnschrift" panose="020B0502040204020203" pitchFamily="34" charset="0"/>
            </a:rPr>
            <a:t>Number of rounds</a:t>
          </a:r>
        </a:p>
      </dsp:txBody>
      <dsp:txXfrm>
        <a:off x="48951" y="2256899"/>
        <a:ext cx="4610828" cy="904868"/>
      </dsp:txXfrm>
    </dsp:sp>
    <dsp:sp modelId="{86DA6742-EB79-4440-9025-73C45959CDC4}">
      <dsp:nvSpPr>
        <dsp:cNvPr id="0" name=""/>
        <dsp:cNvSpPr/>
      </dsp:nvSpPr>
      <dsp:spPr>
        <a:xfrm>
          <a:off x="4708729" y="3310996"/>
          <a:ext cx="7063095" cy="1002770"/>
        </a:xfrm>
        <a:prstGeom prst="rightArrow">
          <a:avLst>
            <a:gd name="adj1" fmla="val 75000"/>
            <a:gd name="adj2" fmla="val 50000"/>
          </a:avLst>
        </a:prstGeom>
        <a:solidFill>
          <a:schemeClr val="accent5">
            <a:tint val="40000"/>
            <a:alpha val="90000"/>
            <a:hueOff val="13544771"/>
            <a:satOff val="-24289"/>
            <a:lumOff val="-1480"/>
            <a:alphaOff val="0"/>
          </a:schemeClr>
        </a:solidFill>
        <a:ln w="12700" cap="flat" cmpd="sng" algn="ctr">
          <a:solidFill>
            <a:schemeClr val="accent5">
              <a:tint val="40000"/>
              <a:alpha val="90000"/>
              <a:hueOff val="13544771"/>
              <a:satOff val="-24289"/>
              <a:lumOff val="-148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Bahnschrift" panose="020B0502040204020203" pitchFamily="34" charset="0"/>
            </a:rPr>
            <a:t>Greater complexity in this algorithm should lead to greater difficulty of cryptanalysis</a:t>
          </a:r>
          <a:endParaRPr lang="en-MY" sz="2000" kern="1200" dirty="0">
            <a:latin typeface="Bahnschrift" panose="020B0502040204020203" pitchFamily="34" charset="0"/>
          </a:endParaRPr>
        </a:p>
      </dsp:txBody>
      <dsp:txXfrm>
        <a:off x="4708729" y="3436342"/>
        <a:ext cx="6687056" cy="752078"/>
      </dsp:txXfrm>
    </dsp:sp>
    <dsp:sp modelId="{D58B74D4-8941-46BE-967C-9D7A74542D0A}">
      <dsp:nvSpPr>
        <dsp:cNvPr id="0" name=""/>
        <dsp:cNvSpPr/>
      </dsp:nvSpPr>
      <dsp:spPr>
        <a:xfrm>
          <a:off x="0" y="3310996"/>
          <a:ext cx="4708730" cy="1002770"/>
        </a:xfrm>
        <a:prstGeom prst="roundRect">
          <a:avLst/>
        </a:prstGeom>
        <a:solidFill>
          <a:schemeClr val="accent5">
            <a:hueOff val="12873331"/>
            <a:satOff val="-17577"/>
            <a:lumOff val="-24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MY" sz="2000" kern="1200">
              <a:latin typeface="Bahnschrift" panose="020B0502040204020203" pitchFamily="34" charset="0"/>
            </a:rPr>
            <a:t>Subkey generation algorithm</a:t>
          </a:r>
        </a:p>
      </dsp:txBody>
      <dsp:txXfrm>
        <a:off x="48951" y="3359947"/>
        <a:ext cx="4610828" cy="904868"/>
      </dsp:txXfrm>
    </dsp:sp>
    <dsp:sp modelId="{BF37F28B-7792-44A1-A658-E0A30053AFDE}">
      <dsp:nvSpPr>
        <dsp:cNvPr id="0" name=""/>
        <dsp:cNvSpPr/>
      </dsp:nvSpPr>
      <dsp:spPr>
        <a:xfrm>
          <a:off x="4708729" y="4414044"/>
          <a:ext cx="7063095" cy="1002770"/>
        </a:xfrm>
        <a:prstGeom prst="rightArrow">
          <a:avLst>
            <a:gd name="adj1" fmla="val 75000"/>
            <a:gd name="adj2" fmla="val 50000"/>
          </a:avLst>
        </a:prstGeom>
        <a:solidFill>
          <a:schemeClr val="accent5">
            <a:tint val="40000"/>
            <a:alpha val="90000"/>
            <a:hueOff val="18059694"/>
            <a:satOff val="-32385"/>
            <a:lumOff val="-1974"/>
            <a:alphaOff val="0"/>
          </a:schemeClr>
        </a:solidFill>
        <a:ln w="12700" cap="flat" cmpd="sng" algn="ctr">
          <a:solidFill>
            <a:schemeClr val="accent5">
              <a:tint val="40000"/>
              <a:alpha val="90000"/>
              <a:hueOff val="18059694"/>
              <a:satOff val="-32385"/>
              <a:lumOff val="-197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Bahnschrift" panose="020B0502040204020203" pitchFamily="34" charset="0"/>
            </a:rPr>
            <a:t>Greater complexity generally means greater resistance to cryptanalysis</a:t>
          </a:r>
          <a:endParaRPr lang="en-MY" sz="2000" kern="1200" dirty="0">
            <a:latin typeface="Bahnschrift" panose="020B0502040204020203" pitchFamily="34" charset="0"/>
          </a:endParaRPr>
        </a:p>
      </dsp:txBody>
      <dsp:txXfrm>
        <a:off x="4708729" y="4539390"/>
        <a:ext cx="6687056" cy="752078"/>
      </dsp:txXfrm>
    </dsp:sp>
    <dsp:sp modelId="{5C9638D1-827D-4118-A9B5-BAAC0CCD6500}">
      <dsp:nvSpPr>
        <dsp:cNvPr id="0" name=""/>
        <dsp:cNvSpPr/>
      </dsp:nvSpPr>
      <dsp:spPr>
        <a:xfrm>
          <a:off x="0" y="4414044"/>
          <a:ext cx="4708730" cy="1002770"/>
        </a:xfrm>
        <a:prstGeom prst="roundRect">
          <a:avLst/>
        </a:prstGeom>
        <a:solidFill>
          <a:schemeClr val="accent5">
            <a:hueOff val="17164440"/>
            <a:satOff val="-23436"/>
            <a:lumOff val="-33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MY" sz="2000" kern="1200">
              <a:latin typeface="Bahnschrift" panose="020B0502040204020203" pitchFamily="34" charset="0"/>
            </a:rPr>
            <a:t>Round function F</a:t>
          </a:r>
        </a:p>
      </dsp:txBody>
      <dsp:txXfrm>
        <a:off x="48951" y="4462995"/>
        <a:ext cx="4610828" cy="90486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65783-52B4-4FE1-A6AD-FBF187ABA577}">
      <dsp:nvSpPr>
        <dsp:cNvPr id="0" name=""/>
        <dsp:cNvSpPr/>
      </dsp:nvSpPr>
      <dsp:spPr>
        <a:xfrm>
          <a:off x="1221659" y="2645"/>
          <a:ext cx="2705982" cy="1623589"/>
        </a:xfrm>
        <a:prstGeom prst="rect">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Data Encryption Standard (DES)</a:t>
          </a:r>
        </a:p>
      </dsp:txBody>
      <dsp:txXfrm>
        <a:off x="1221659" y="2645"/>
        <a:ext cx="2705982" cy="1623589"/>
      </dsp:txXfrm>
    </dsp:sp>
    <dsp:sp modelId="{F706BAFB-0C6B-41D7-90B8-C2091E5D9192}">
      <dsp:nvSpPr>
        <dsp:cNvPr id="0" name=""/>
        <dsp:cNvSpPr/>
      </dsp:nvSpPr>
      <dsp:spPr>
        <a:xfrm>
          <a:off x="4198240" y="2645"/>
          <a:ext cx="2705982" cy="1623589"/>
        </a:xfrm>
        <a:prstGeom prst="rect">
          <a:avLst/>
        </a:prstGeom>
        <a:solidFill>
          <a:schemeClr val="accent1">
            <a:shade val="50000"/>
            <a:hueOff val="113426"/>
            <a:satOff val="16345"/>
            <a:lumOff val="126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a:t>Triple DES</a:t>
          </a:r>
        </a:p>
      </dsp:txBody>
      <dsp:txXfrm>
        <a:off x="4198240" y="2645"/>
        <a:ext cx="2705982" cy="1623589"/>
      </dsp:txXfrm>
    </dsp:sp>
    <dsp:sp modelId="{E4444D21-7B31-4B6C-8405-A8EC93CABDFB}">
      <dsp:nvSpPr>
        <dsp:cNvPr id="0" name=""/>
        <dsp:cNvSpPr/>
      </dsp:nvSpPr>
      <dsp:spPr>
        <a:xfrm>
          <a:off x="1221659" y="1896833"/>
          <a:ext cx="2705982" cy="1623589"/>
        </a:xfrm>
        <a:prstGeom prst="rect">
          <a:avLst/>
        </a:prstGeom>
        <a:solidFill>
          <a:schemeClr val="accent1">
            <a:shade val="50000"/>
            <a:hueOff val="226851"/>
            <a:satOff val="32691"/>
            <a:lumOff val="253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Advanced Encryption Standard (AES)</a:t>
          </a:r>
        </a:p>
      </dsp:txBody>
      <dsp:txXfrm>
        <a:off x="1221659" y="1896833"/>
        <a:ext cx="2705982" cy="1623589"/>
      </dsp:txXfrm>
    </dsp:sp>
    <dsp:sp modelId="{8717F651-5614-40DB-9060-BC1992000757}">
      <dsp:nvSpPr>
        <dsp:cNvPr id="0" name=""/>
        <dsp:cNvSpPr/>
      </dsp:nvSpPr>
      <dsp:spPr>
        <a:xfrm>
          <a:off x="4198240" y="1896833"/>
          <a:ext cx="2705982" cy="1623589"/>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a:t>Twofish</a:t>
          </a:r>
        </a:p>
      </dsp:txBody>
      <dsp:txXfrm>
        <a:off x="4198240" y="1896833"/>
        <a:ext cx="2705982" cy="1623589"/>
      </dsp:txXfrm>
    </dsp:sp>
    <dsp:sp modelId="{808A0934-7889-4E00-A5FD-707E23B2C602}">
      <dsp:nvSpPr>
        <dsp:cNvPr id="0" name=""/>
        <dsp:cNvSpPr/>
      </dsp:nvSpPr>
      <dsp:spPr>
        <a:xfrm>
          <a:off x="1221659" y="3791021"/>
          <a:ext cx="2705982" cy="1623589"/>
        </a:xfrm>
        <a:prstGeom prst="rect">
          <a:avLst/>
        </a:prstGeom>
        <a:solidFill>
          <a:schemeClr val="tx2">
            <a:lumMod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a:t>IDEA</a:t>
          </a:r>
        </a:p>
      </dsp:txBody>
      <dsp:txXfrm>
        <a:off x="1221659" y="3791021"/>
        <a:ext cx="2705982" cy="1623589"/>
      </dsp:txXfrm>
    </dsp:sp>
    <dsp:sp modelId="{DD8AC126-C930-4E73-B8F4-39E062A15A0B}">
      <dsp:nvSpPr>
        <dsp:cNvPr id="0" name=""/>
        <dsp:cNvSpPr/>
      </dsp:nvSpPr>
      <dsp:spPr>
        <a:xfrm>
          <a:off x="4198240" y="3791021"/>
          <a:ext cx="2705982" cy="1623589"/>
        </a:xfrm>
        <a:prstGeom prst="rect">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Serpent</a:t>
          </a:r>
        </a:p>
      </dsp:txBody>
      <dsp:txXfrm>
        <a:off x="4198240" y="3791021"/>
        <a:ext cx="2705982" cy="16235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671742-24D6-48B9-9683-90B8B0B4CB9E}">
      <dsp:nvSpPr>
        <dsp:cNvPr id="0" name=""/>
        <dsp:cNvSpPr/>
      </dsp:nvSpPr>
      <dsp:spPr>
        <a:xfrm>
          <a:off x="4497" y="13491"/>
          <a:ext cx="2704375" cy="1002726"/>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MY" sz="2000" kern="1200" dirty="0"/>
            <a:t>Wi-fi</a:t>
          </a:r>
        </a:p>
      </dsp:txBody>
      <dsp:txXfrm>
        <a:off x="4497" y="13491"/>
        <a:ext cx="2704375" cy="1002726"/>
      </dsp:txXfrm>
    </dsp:sp>
    <dsp:sp modelId="{F28B67BB-2AAD-416F-86F8-9DE5804325B5}">
      <dsp:nvSpPr>
        <dsp:cNvPr id="0" name=""/>
        <dsp:cNvSpPr/>
      </dsp:nvSpPr>
      <dsp:spPr>
        <a:xfrm>
          <a:off x="4497" y="1016217"/>
          <a:ext cx="2704375" cy="87840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MY" sz="2000" kern="1200" dirty="0"/>
            <a:t>Used as part of WPA2</a:t>
          </a:r>
        </a:p>
      </dsp:txBody>
      <dsp:txXfrm>
        <a:off x="4497" y="1016217"/>
        <a:ext cx="2704375" cy="878400"/>
      </dsp:txXfrm>
    </dsp:sp>
    <dsp:sp modelId="{8A607BF5-0350-475D-9E25-94B964F7CDE2}">
      <dsp:nvSpPr>
        <dsp:cNvPr id="0" name=""/>
        <dsp:cNvSpPr/>
      </dsp:nvSpPr>
      <dsp:spPr>
        <a:xfrm>
          <a:off x="3087485" y="13491"/>
          <a:ext cx="2704375" cy="1002726"/>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MY" sz="2000" kern="1200" dirty="0"/>
            <a:t>Libraries in Software Development Languages</a:t>
          </a:r>
        </a:p>
      </dsp:txBody>
      <dsp:txXfrm>
        <a:off x="3087485" y="13491"/>
        <a:ext cx="2704375" cy="1002726"/>
      </dsp:txXfrm>
    </dsp:sp>
    <dsp:sp modelId="{5D7C7ACF-C48B-4E8D-9F16-72D6E8E670B7}">
      <dsp:nvSpPr>
        <dsp:cNvPr id="0" name=""/>
        <dsp:cNvSpPr/>
      </dsp:nvSpPr>
      <dsp:spPr>
        <a:xfrm>
          <a:off x="3087485" y="1016217"/>
          <a:ext cx="2704375" cy="87840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MY" sz="2000" kern="1200" dirty="0"/>
            <a:t>Java</a:t>
          </a:r>
        </a:p>
        <a:p>
          <a:pPr marL="228600" lvl="1" indent="-228600" algn="l" defTabSz="889000">
            <a:lnSpc>
              <a:spcPct val="90000"/>
            </a:lnSpc>
            <a:spcBef>
              <a:spcPct val="0"/>
            </a:spcBef>
            <a:spcAft>
              <a:spcPct val="15000"/>
            </a:spcAft>
            <a:buChar char="•"/>
          </a:pPr>
          <a:r>
            <a:rPr lang="en-MY" sz="2000" kern="1200" dirty="0"/>
            <a:t>C++</a:t>
          </a:r>
        </a:p>
      </dsp:txBody>
      <dsp:txXfrm>
        <a:off x="3087485" y="1016217"/>
        <a:ext cx="2704375" cy="878400"/>
      </dsp:txXfrm>
    </dsp:sp>
    <dsp:sp modelId="{E88FE765-0CA4-444D-94D7-28B7AAA797F3}">
      <dsp:nvSpPr>
        <dsp:cNvPr id="0" name=""/>
        <dsp:cNvSpPr/>
      </dsp:nvSpPr>
      <dsp:spPr>
        <a:xfrm>
          <a:off x="6170474" y="13491"/>
          <a:ext cx="2704375" cy="1002726"/>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MY" sz="2000" kern="1200" dirty="0"/>
            <a:t>Communication Apps</a:t>
          </a:r>
        </a:p>
      </dsp:txBody>
      <dsp:txXfrm>
        <a:off x="6170474" y="13491"/>
        <a:ext cx="2704375" cy="1002726"/>
      </dsp:txXfrm>
    </dsp:sp>
    <dsp:sp modelId="{A29F0BA8-00D6-4469-9E5A-A26F976BA4B6}">
      <dsp:nvSpPr>
        <dsp:cNvPr id="0" name=""/>
        <dsp:cNvSpPr/>
      </dsp:nvSpPr>
      <dsp:spPr>
        <a:xfrm>
          <a:off x="6170474" y="1016217"/>
          <a:ext cx="2704375" cy="878400"/>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MY" sz="2000" kern="1200" dirty="0"/>
            <a:t>WhatsApp</a:t>
          </a:r>
        </a:p>
        <a:p>
          <a:pPr marL="228600" lvl="1" indent="-228600" algn="l" defTabSz="889000">
            <a:lnSpc>
              <a:spcPct val="90000"/>
            </a:lnSpc>
            <a:spcBef>
              <a:spcPct val="0"/>
            </a:spcBef>
            <a:spcAft>
              <a:spcPct val="15000"/>
            </a:spcAft>
            <a:buChar char="•"/>
          </a:pPr>
          <a:r>
            <a:rPr lang="en-MY" sz="2000" kern="1200" dirty="0"/>
            <a:t>Facebook Messenger</a:t>
          </a:r>
        </a:p>
      </dsp:txBody>
      <dsp:txXfrm>
        <a:off x="6170474" y="1016217"/>
        <a:ext cx="2704375" cy="878400"/>
      </dsp:txXfrm>
    </dsp:sp>
    <dsp:sp modelId="{C554D35A-DEDA-42A2-884E-AB3A4D6F89EE}">
      <dsp:nvSpPr>
        <dsp:cNvPr id="0" name=""/>
        <dsp:cNvSpPr/>
      </dsp:nvSpPr>
      <dsp:spPr>
        <a:xfrm>
          <a:off x="9253462" y="13491"/>
          <a:ext cx="2704375" cy="1002726"/>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MY" sz="2000" kern="1200" dirty="0"/>
            <a:t>Games</a:t>
          </a:r>
        </a:p>
      </dsp:txBody>
      <dsp:txXfrm>
        <a:off x="9253462" y="13491"/>
        <a:ext cx="2704375" cy="1002726"/>
      </dsp:txXfrm>
    </dsp:sp>
    <dsp:sp modelId="{CF5BD751-355A-4D36-9C55-E14B0D135F28}">
      <dsp:nvSpPr>
        <dsp:cNvPr id="0" name=""/>
        <dsp:cNvSpPr/>
      </dsp:nvSpPr>
      <dsp:spPr>
        <a:xfrm>
          <a:off x="9253462" y="1016217"/>
          <a:ext cx="2704375" cy="878400"/>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MY" sz="2000" kern="1200" dirty="0"/>
            <a:t>Grant theft auto</a:t>
          </a:r>
        </a:p>
      </dsp:txBody>
      <dsp:txXfrm>
        <a:off x="9253462" y="1016217"/>
        <a:ext cx="2704375" cy="8784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9E3689-A8FA-438E-8E0F-9F8D0CACEE93}">
      <dsp:nvSpPr>
        <dsp:cNvPr id="0" name=""/>
        <dsp:cNvSpPr/>
      </dsp:nvSpPr>
      <dsp:spPr>
        <a:xfrm>
          <a:off x="4461" y="11581"/>
          <a:ext cx="2682647" cy="8352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MY" sz="2000" kern="1200" dirty="0"/>
            <a:t>Password Manager</a:t>
          </a:r>
        </a:p>
      </dsp:txBody>
      <dsp:txXfrm>
        <a:off x="4461" y="11581"/>
        <a:ext cx="2682647" cy="835200"/>
      </dsp:txXfrm>
    </dsp:sp>
    <dsp:sp modelId="{4475E03D-E134-434D-8779-3A00C63BC180}">
      <dsp:nvSpPr>
        <dsp:cNvPr id="0" name=""/>
        <dsp:cNvSpPr/>
      </dsp:nvSpPr>
      <dsp:spPr>
        <a:xfrm>
          <a:off x="4461" y="846782"/>
          <a:ext cx="2682647" cy="127368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MY" sz="2000" kern="1200" dirty="0" err="1"/>
            <a:t>LastpPass</a:t>
          </a:r>
          <a:endParaRPr lang="en-MY" sz="2000" kern="1200" dirty="0"/>
        </a:p>
        <a:p>
          <a:pPr marL="228600" lvl="1" indent="-228600" algn="l" defTabSz="889000">
            <a:lnSpc>
              <a:spcPct val="90000"/>
            </a:lnSpc>
            <a:spcBef>
              <a:spcPct val="0"/>
            </a:spcBef>
            <a:spcAft>
              <a:spcPct val="15000"/>
            </a:spcAft>
            <a:buChar char="•"/>
          </a:pPr>
          <a:r>
            <a:rPr lang="en-MY" sz="2000" kern="1200" dirty="0"/>
            <a:t>1Password</a:t>
          </a:r>
        </a:p>
      </dsp:txBody>
      <dsp:txXfrm>
        <a:off x="4461" y="846782"/>
        <a:ext cx="2682647" cy="1273680"/>
      </dsp:txXfrm>
    </dsp:sp>
    <dsp:sp modelId="{C2B6849C-C808-4729-A212-12BA7BE87560}">
      <dsp:nvSpPr>
        <dsp:cNvPr id="0" name=""/>
        <dsp:cNvSpPr/>
      </dsp:nvSpPr>
      <dsp:spPr>
        <a:xfrm>
          <a:off x="3062679" y="11581"/>
          <a:ext cx="2682647" cy="835200"/>
        </a:xfrm>
        <a:prstGeom prst="rect">
          <a:avLst/>
        </a:prstGeom>
        <a:solidFill>
          <a:schemeClr val="accent3">
            <a:hueOff val="4756545"/>
            <a:satOff val="-10281"/>
            <a:lumOff val="-326"/>
            <a:alphaOff val="0"/>
          </a:schemeClr>
        </a:solidFill>
        <a:ln w="12700" cap="flat" cmpd="sng" algn="ctr">
          <a:solidFill>
            <a:schemeClr val="accent3">
              <a:hueOff val="4756545"/>
              <a:satOff val="-10281"/>
              <a:lumOff val="-3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MY" sz="2000" kern="1200" dirty="0"/>
            <a:t>Disk/Partition Encryption</a:t>
          </a:r>
        </a:p>
      </dsp:txBody>
      <dsp:txXfrm>
        <a:off x="3062679" y="11581"/>
        <a:ext cx="2682647" cy="835200"/>
      </dsp:txXfrm>
    </dsp:sp>
    <dsp:sp modelId="{EE73D662-1FA5-42C0-BD4A-8DEF514BA6B1}">
      <dsp:nvSpPr>
        <dsp:cNvPr id="0" name=""/>
        <dsp:cNvSpPr/>
      </dsp:nvSpPr>
      <dsp:spPr>
        <a:xfrm>
          <a:off x="3062679" y="846782"/>
          <a:ext cx="2682647" cy="1273680"/>
        </a:xfrm>
        <a:prstGeom prst="rect">
          <a:avLst/>
        </a:prstGeom>
        <a:solidFill>
          <a:schemeClr val="accent3">
            <a:tint val="40000"/>
            <a:alpha val="90000"/>
            <a:hueOff val="4817021"/>
            <a:satOff val="-14435"/>
            <a:lumOff val="-931"/>
            <a:alphaOff val="0"/>
          </a:schemeClr>
        </a:solidFill>
        <a:ln w="12700" cap="flat" cmpd="sng" algn="ctr">
          <a:solidFill>
            <a:schemeClr val="accent3">
              <a:tint val="40000"/>
              <a:alpha val="90000"/>
              <a:hueOff val="4817021"/>
              <a:satOff val="-14435"/>
              <a:lumOff val="-93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MY" sz="2000" kern="1200" dirty="0"/>
            <a:t>BitLocker</a:t>
          </a:r>
        </a:p>
        <a:p>
          <a:pPr marL="228600" lvl="1" indent="-228600" algn="l" defTabSz="889000">
            <a:lnSpc>
              <a:spcPct val="90000"/>
            </a:lnSpc>
            <a:spcBef>
              <a:spcPct val="0"/>
            </a:spcBef>
            <a:spcAft>
              <a:spcPct val="15000"/>
            </a:spcAft>
            <a:buChar char="•"/>
          </a:pPr>
          <a:r>
            <a:rPr lang="en-MY" sz="2000" kern="1200" dirty="0" err="1"/>
            <a:t>FileVault</a:t>
          </a:r>
          <a:endParaRPr lang="en-MY" sz="2000" kern="1200" dirty="0"/>
        </a:p>
        <a:p>
          <a:pPr marL="228600" lvl="1" indent="-228600" algn="l" defTabSz="889000">
            <a:lnSpc>
              <a:spcPct val="90000"/>
            </a:lnSpc>
            <a:spcBef>
              <a:spcPct val="0"/>
            </a:spcBef>
            <a:spcAft>
              <a:spcPct val="15000"/>
            </a:spcAft>
            <a:buChar char="•"/>
          </a:pPr>
          <a:r>
            <a:rPr lang="en-MY" sz="2000" kern="1200" dirty="0" err="1"/>
            <a:t>CipherShed</a:t>
          </a:r>
          <a:endParaRPr lang="en-MY" sz="2000" kern="1200" dirty="0"/>
        </a:p>
      </dsp:txBody>
      <dsp:txXfrm>
        <a:off x="3062679" y="846782"/>
        <a:ext cx="2682647" cy="1273680"/>
      </dsp:txXfrm>
    </dsp:sp>
    <dsp:sp modelId="{A1953B51-9301-4D06-BCB2-EF4955F4B084}">
      <dsp:nvSpPr>
        <dsp:cNvPr id="0" name=""/>
        <dsp:cNvSpPr/>
      </dsp:nvSpPr>
      <dsp:spPr>
        <a:xfrm>
          <a:off x="6120897" y="11581"/>
          <a:ext cx="2682647" cy="835200"/>
        </a:xfrm>
        <a:prstGeom prst="rect">
          <a:avLst/>
        </a:prstGeom>
        <a:solidFill>
          <a:schemeClr val="accent3">
            <a:hueOff val="9513091"/>
            <a:satOff val="-20561"/>
            <a:lumOff val="-652"/>
            <a:alphaOff val="0"/>
          </a:schemeClr>
        </a:solidFill>
        <a:ln w="12700" cap="flat" cmpd="sng" algn="ctr">
          <a:solidFill>
            <a:schemeClr val="accent3">
              <a:hueOff val="9513091"/>
              <a:satOff val="-20561"/>
              <a:lumOff val="-6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MY" sz="2000" kern="1200" dirty="0"/>
            <a:t>Archive and Compression Tools</a:t>
          </a:r>
        </a:p>
      </dsp:txBody>
      <dsp:txXfrm>
        <a:off x="6120897" y="11581"/>
        <a:ext cx="2682647" cy="835200"/>
      </dsp:txXfrm>
    </dsp:sp>
    <dsp:sp modelId="{988D41E2-84FE-4FC6-97EE-AB655BC7A211}">
      <dsp:nvSpPr>
        <dsp:cNvPr id="0" name=""/>
        <dsp:cNvSpPr/>
      </dsp:nvSpPr>
      <dsp:spPr>
        <a:xfrm>
          <a:off x="6120897" y="846782"/>
          <a:ext cx="2682647" cy="1273680"/>
        </a:xfrm>
        <a:prstGeom prst="rect">
          <a:avLst/>
        </a:prstGeom>
        <a:solidFill>
          <a:schemeClr val="accent3">
            <a:tint val="40000"/>
            <a:alpha val="90000"/>
            <a:hueOff val="9634043"/>
            <a:satOff val="-28871"/>
            <a:lumOff val="-1861"/>
            <a:alphaOff val="0"/>
          </a:schemeClr>
        </a:solidFill>
        <a:ln w="12700" cap="flat" cmpd="sng" algn="ctr">
          <a:solidFill>
            <a:schemeClr val="accent3">
              <a:tint val="40000"/>
              <a:alpha val="90000"/>
              <a:hueOff val="9634043"/>
              <a:satOff val="-28871"/>
              <a:lumOff val="-18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MY" sz="2000" kern="1200" dirty="0"/>
            <a:t>WinZip</a:t>
          </a:r>
        </a:p>
        <a:p>
          <a:pPr marL="228600" lvl="1" indent="-228600" algn="l" defTabSz="889000">
            <a:lnSpc>
              <a:spcPct val="90000"/>
            </a:lnSpc>
            <a:spcBef>
              <a:spcPct val="0"/>
            </a:spcBef>
            <a:spcAft>
              <a:spcPct val="15000"/>
            </a:spcAft>
            <a:buChar char="•"/>
          </a:pPr>
          <a:r>
            <a:rPr lang="en-MY" sz="2000" kern="1200" dirty="0"/>
            <a:t>7 Zip</a:t>
          </a:r>
        </a:p>
        <a:p>
          <a:pPr marL="228600" lvl="1" indent="-228600" algn="l" defTabSz="889000">
            <a:lnSpc>
              <a:spcPct val="90000"/>
            </a:lnSpc>
            <a:spcBef>
              <a:spcPct val="0"/>
            </a:spcBef>
            <a:spcAft>
              <a:spcPct val="15000"/>
            </a:spcAft>
            <a:buChar char="•"/>
          </a:pPr>
          <a:r>
            <a:rPr lang="en-MY" sz="2000" kern="1200" dirty="0"/>
            <a:t>RAR</a:t>
          </a:r>
        </a:p>
      </dsp:txBody>
      <dsp:txXfrm>
        <a:off x="6120897" y="846782"/>
        <a:ext cx="2682647" cy="1273680"/>
      </dsp:txXfrm>
    </dsp:sp>
    <dsp:sp modelId="{179CCD9A-94AF-4B74-957F-79F94CAED18D}">
      <dsp:nvSpPr>
        <dsp:cNvPr id="0" name=""/>
        <dsp:cNvSpPr/>
      </dsp:nvSpPr>
      <dsp:spPr>
        <a:xfrm>
          <a:off x="9179116" y="11581"/>
          <a:ext cx="2682647" cy="835200"/>
        </a:xfrm>
        <a:prstGeom prst="rect">
          <a:avLst/>
        </a:prstGeom>
        <a:solidFill>
          <a:schemeClr val="accent3">
            <a:hueOff val="14269635"/>
            <a:satOff val="-30842"/>
            <a:lumOff val="-978"/>
            <a:alphaOff val="0"/>
          </a:schemeClr>
        </a:solidFill>
        <a:ln w="12700" cap="flat" cmpd="sng" algn="ctr">
          <a:solidFill>
            <a:schemeClr val="accent3">
              <a:hueOff val="14269635"/>
              <a:satOff val="-30842"/>
              <a:lumOff val="-97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MY" sz="2000" kern="1200" dirty="0"/>
            <a:t>Cloud</a:t>
          </a:r>
        </a:p>
      </dsp:txBody>
      <dsp:txXfrm>
        <a:off x="9179116" y="11581"/>
        <a:ext cx="2682647" cy="835200"/>
      </dsp:txXfrm>
    </dsp:sp>
    <dsp:sp modelId="{3484A61A-1C8C-4050-9812-D4B7A26A0C92}">
      <dsp:nvSpPr>
        <dsp:cNvPr id="0" name=""/>
        <dsp:cNvSpPr/>
      </dsp:nvSpPr>
      <dsp:spPr>
        <a:xfrm>
          <a:off x="9179116" y="846782"/>
          <a:ext cx="2682647" cy="1273680"/>
        </a:xfrm>
        <a:prstGeom prst="rect">
          <a:avLst/>
        </a:prstGeom>
        <a:solidFill>
          <a:schemeClr val="accent3">
            <a:tint val="40000"/>
            <a:alpha val="90000"/>
            <a:hueOff val="14451064"/>
            <a:satOff val="-43306"/>
            <a:lumOff val="-2792"/>
            <a:alphaOff val="0"/>
          </a:schemeClr>
        </a:solidFill>
        <a:ln w="12700" cap="flat" cmpd="sng" algn="ctr">
          <a:solidFill>
            <a:schemeClr val="accent3">
              <a:tint val="40000"/>
              <a:alpha val="90000"/>
              <a:hueOff val="14451064"/>
              <a:satOff val="-43306"/>
              <a:lumOff val="-27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MY" sz="2000" kern="1200" dirty="0"/>
            <a:t>AWS</a:t>
          </a:r>
        </a:p>
        <a:p>
          <a:pPr marL="228600" lvl="1" indent="-228600" algn="l" defTabSz="889000">
            <a:lnSpc>
              <a:spcPct val="90000"/>
            </a:lnSpc>
            <a:spcBef>
              <a:spcPct val="0"/>
            </a:spcBef>
            <a:spcAft>
              <a:spcPct val="15000"/>
            </a:spcAft>
            <a:buChar char="•"/>
          </a:pPr>
          <a:r>
            <a:rPr lang="en-MY" sz="2000" kern="1200" dirty="0"/>
            <a:t>Azure</a:t>
          </a:r>
        </a:p>
        <a:p>
          <a:pPr marL="228600" lvl="1" indent="-228600" algn="l" defTabSz="889000">
            <a:lnSpc>
              <a:spcPct val="90000"/>
            </a:lnSpc>
            <a:spcBef>
              <a:spcPct val="0"/>
            </a:spcBef>
            <a:spcAft>
              <a:spcPct val="15000"/>
            </a:spcAft>
            <a:buChar char="•"/>
          </a:pPr>
          <a:r>
            <a:rPr lang="en-MY" sz="2000" kern="1200" dirty="0" err="1"/>
            <a:t>Goodle</a:t>
          </a:r>
          <a:r>
            <a:rPr lang="en-MY" sz="2000" kern="1200" dirty="0"/>
            <a:t> Cloud</a:t>
          </a:r>
        </a:p>
      </dsp:txBody>
      <dsp:txXfrm>
        <a:off x="9179116" y="846782"/>
        <a:ext cx="2682647" cy="12736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33372F-0C9B-48AC-BE95-688D74AB4F05}">
      <dsp:nvSpPr>
        <dsp:cNvPr id="0" name=""/>
        <dsp:cNvSpPr/>
      </dsp:nvSpPr>
      <dsp:spPr>
        <a:xfrm rot="16200000">
          <a:off x="-2033154" y="2039135"/>
          <a:ext cx="6176863" cy="2098593"/>
        </a:xfrm>
        <a:prstGeom prst="flowChartManualOperati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2301" bIns="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Bahnschrift" panose="020B0502040204020203" pitchFamily="34" charset="0"/>
            </a:rPr>
            <a:t>Block Cipher Mode of Operation</a:t>
          </a:r>
        </a:p>
      </dsp:txBody>
      <dsp:txXfrm rot="5400000">
        <a:off x="5981" y="1235373"/>
        <a:ext cx="2098593" cy="3706117"/>
      </dsp:txXfrm>
    </dsp:sp>
    <dsp:sp modelId="{2C30F604-4AA0-4A9F-92C8-6F8DEE89AE9C}">
      <dsp:nvSpPr>
        <dsp:cNvPr id="0" name=""/>
        <dsp:cNvSpPr/>
      </dsp:nvSpPr>
      <dsp:spPr>
        <a:xfrm rot="16200000">
          <a:off x="222833" y="2039135"/>
          <a:ext cx="6176863" cy="2098593"/>
        </a:xfrm>
        <a:prstGeom prst="flowChartManualOperation">
          <a:avLst/>
        </a:prstGeom>
        <a:solidFill>
          <a:schemeClr val="accent2">
            <a:hueOff val="-1020181"/>
            <a:satOff val="10554"/>
            <a:lumOff val="6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2301" bIns="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Bahnschrift" panose="020B0502040204020203" pitchFamily="34" charset="0"/>
            </a:rPr>
            <a:t>Feistel</a:t>
          </a:r>
        </a:p>
        <a:p>
          <a:pPr marL="0" lvl="0" indent="0" algn="ctr" defTabSz="1066800">
            <a:lnSpc>
              <a:spcPct val="90000"/>
            </a:lnSpc>
            <a:spcBef>
              <a:spcPct val="0"/>
            </a:spcBef>
            <a:spcAft>
              <a:spcPct val="35000"/>
            </a:spcAft>
            <a:buNone/>
          </a:pPr>
          <a:r>
            <a:rPr lang="en-US" sz="2400" kern="1200" dirty="0">
              <a:latin typeface="Bahnschrift" panose="020B0502040204020203" pitchFamily="34" charset="0"/>
            </a:rPr>
            <a:t>Cipher</a:t>
          </a:r>
        </a:p>
        <a:p>
          <a:pPr marL="0" lvl="0" indent="0" algn="ctr" defTabSz="1066800">
            <a:lnSpc>
              <a:spcPct val="90000"/>
            </a:lnSpc>
            <a:spcBef>
              <a:spcPct val="0"/>
            </a:spcBef>
            <a:spcAft>
              <a:spcPct val="35000"/>
            </a:spcAft>
            <a:buNone/>
          </a:pPr>
          <a:r>
            <a:rPr lang="en-US" sz="2400" kern="1200" dirty="0">
              <a:latin typeface="Bahnschrift" panose="020B0502040204020203" pitchFamily="34" charset="0"/>
            </a:rPr>
            <a:t>/ Structure</a:t>
          </a:r>
        </a:p>
      </dsp:txBody>
      <dsp:txXfrm rot="5400000">
        <a:off x="2261968" y="1235373"/>
        <a:ext cx="2098593" cy="3706117"/>
      </dsp:txXfrm>
    </dsp:sp>
    <dsp:sp modelId="{BA850EF5-75D0-4872-8932-62ECE8D218EB}">
      <dsp:nvSpPr>
        <dsp:cNvPr id="0" name=""/>
        <dsp:cNvSpPr/>
      </dsp:nvSpPr>
      <dsp:spPr>
        <a:xfrm rot="16200000">
          <a:off x="2478822" y="2039135"/>
          <a:ext cx="6176863" cy="2098593"/>
        </a:xfrm>
        <a:prstGeom prst="flowChartManualOperation">
          <a:avLst/>
        </a:prstGeom>
        <a:solidFill>
          <a:schemeClr val="accent2">
            <a:hueOff val="-2040362"/>
            <a:satOff val="21107"/>
            <a:lumOff val="13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2301" bIns="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Bahnschrift" panose="020B0502040204020203" pitchFamily="34" charset="0"/>
            </a:rPr>
            <a:t>DES</a:t>
          </a:r>
          <a:endParaRPr lang="en-MY" sz="2400" kern="1200" dirty="0"/>
        </a:p>
      </dsp:txBody>
      <dsp:txXfrm rot="5400000">
        <a:off x="4517957" y="1235373"/>
        <a:ext cx="2098593" cy="3706117"/>
      </dsp:txXfrm>
    </dsp:sp>
    <dsp:sp modelId="{9E50F521-1A6E-4DDB-8A36-0C64239950B7}">
      <dsp:nvSpPr>
        <dsp:cNvPr id="0" name=""/>
        <dsp:cNvSpPr/>
      </dsp:nvSpPr>
      <dsp:spPr>
        <a:xfrm rot="16200000">
          <a:off x="4734810" y="2039135"/>
          <a:ext cx="6176863" cy="2098593"/>
        </a:xfrm>
        <a:prstGeom prst="flowChartManualOperation">
          <a:avLst/>
        </a:prstGeom>
        <a:solidFill>
          <a:schemeClr val="accent2">
            <a:hueOff val="-3060542"/>
            <a:satOff val="31661"/>
            <a:lumOff val="205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2301" bIns="0" numCol="1" spcCol="1270" anchor="ctr" anchorCtr="0">
          <a:noAutofit/>
        </a:bodyPr>
        <a:lstStyle/>
        <a:p>
          <a:pPr marL="0" lvl="0" indent="0" algn="ctr" defTabSz="1066800">
            <a:lnSpc>
              <a:spcPct val="90000"/>
            </a:lnSpc>
            <a:spcBef>
              <a:spcPct val="0"/>
            </a:spcBef>
            <a:spcAft>
              <a:spcPct val="35000"/>
            </a:spcAft>
            <a:buClr>
              <a:srgbClr val="56C5FF"/>
            </a:buClr>
            <a:buNone/>
          </a:pPr>
          <a:r>
            <a:rPr lang="en-US" sz="2400" kern="1200" dirty="0">
              <a:latin typeface="Bahnschrift" panose="020B0502040204020203" pitchFamily="34" charset="0"/>
            </a:rPr>
            <a:t>AES</a:t>
          </a:r>
        </a:p>
      </dsp:txBody>
      <dsp:txXfrm rot="5400000">
        <a:off x="6773945" y="1235373"/>
        <a:ext cx="2098593" cy="3706117"/>
      </dsp:txXfrm>
    </dsp:sp>
    <dsp:sp modelId="{1FE450DE-A627-4D0B-A988-D8680E6237ED}">
      <dsp:nvSpPr>
        <dsp:cNvPr id="0" name=""/>
        <dsp:cNvSpPr/>
      </dsp:nvSpPr>
      <dsp:spPr>
        <a:xfrm rot="16200000">
          <a:off x="6990798" y="2039135"/>
          <a:ext cx="6176863" cy="2098593"/>
        </a:xfrm>
        <a:prstGeom prst="flowChartManualOperation">
          <a:avLst/>
        </a:prstGeom>
        <a:solidFill>
          <a:schemeClr val="accent2">
            <a:hueOff val="-4080723"/>
            <a:satOff val="42214"/>
            <a:lumOff val="27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2301" bIns="0" numCol="1" spcCol="1270" anchor="ctr" anchorCtr="0">
          <a:noAutofit/>
        </a:bodyPr>
        <a:lstStyle/>
        <a:p>
          <a:pPr marL="0" lvl="0" indent="0" algn="ctr" defTabSz="1066800">
            <a:lnSpc>
              <a:spcPct val="90000"/>
            </a:lnSpc>
            <a:spcBef>
              <a:spcPct val="0"/>
            </a:spcBef>
            <a:spcAft>
              <a:spcPct val="35000"/>
            </a:spcAft>
            <a:buClr>
              <a:srgbClr val="56C5FF"/>
            </a:buClr>
            <a:buNone/>
          </a:pPr>
          <a:r>
            <a:rPr lang="en-US" sz="2400" kern="1200" dirty="0">
              <a:latin typeface="Bahnschrift" panose="020B0502040204020203" pitchFamily="34" charset="0"/>
            </a:rPr>
            <a:t>Key Management</a:t>
          </a:r>
        </a:p>
      </dsp:txBody>
      <dsp:txXfrm rot="5400000">
        <a:off x="9029933" y="1235373"/>
        <a:ext cx="2098593" cy="370611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0D8A88-7DD7-4698-9E9D-6E0AFEEC9EFF}"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B5AFB7-2ABE-417B-8510-D05D067B6E93}" type="slidenum">
              <a:rPr lang="en-US" smtClean="0"/>
              <a:t>‹#›</a:t>
            </a:fld>
            <a:endParaRPr lang="en-US"/>
          </a:p>
        </p:txBody>
      </p:sp>
    </p:spTree>
    <p:extLst>
      <p:ext uri="{BB962C8B-B14F-4D97-AF65-F5344CB8AC3E}">
        <p14:creationId xmlns:p14="http://schemas.microsoft.com/office/powerpoint/2010/main" val="2014929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n.wikipedia.org/wiki/Codebook"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en.wikipedia.org/wiki/Block_cipher_mode_of_operation#cite_note-19"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en.wikipedia.org/wiki/Stream_cipher"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1</a:t>
            </a:fld>
            <a:endParaRPr lang="en-US"/>
          </a:p>
        </p:txBody>
      </p:sp>
    </p:spTree>
    <p:extLst>
      <p:ext uri="{BB962C8B-B14F-4D97-AF65-F5344CB8AC3E}">
        <p14:creationId xmlns:p14="http://schemas.microsoft.com/office/powerpoint/2010/main" val="1078421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MY" sz="1200" b="0" i="0" u="none" strike="noStrike" kern="1200" cap="none" spc="0" normalizeH="0" baseline="0" noProof="0" smtClean="0">
                <a:ln>
                  <a:noFill/>
                </a:ln>
                <a:solidFill>
                  <a:srgbClr val="000000"/>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MY" sz="1200" b="0" i="0" u="none" strike="noStrike" kern="1200" cap="none" spc="0" normalizeH="0" baseline="0" noProof="0">
              <a:ln>
                <a:noFill/>
              </a:ln>
              <a:solidFill>
                <a:srgbClr val="000000"/>
              </a:solidFill>
              <a:effectLst/>
              <a:uLnTx/>
              <a:uFillTx/>
              <a:latin typeface="Corbel"/>
              <a:ea typeface="+mn-ea"/>
              <a:cs typeface="+mn-cs"/>
            </a:endParaRPr>
          </a:p>
        </p:txBody>
      </p:sp>
    </p:spTree>
    <p:extLst>
      <p:ext uri="{BB962C8B-B14F-4D97-AF65-F5344CB8AC3E}">
        <p14:creationId xmlns:p14="http://schemas.microsoft.com/office/powerpoint/2010/main" val="4131332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MY" sz="1200" b="0" i="0" u="none" strike="noStrike" kern="1200" cap="none" spc="0" normalizeH="0" baseline="0" noProof="0" smtClean="0">
                <a:ln>
                  <a:noFill/>
                </a:ln>
                <a:solidFill>
                  <a:srgbClr val="000000"/>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MY" sz="1200" b="0" i="0" u="none" strike="noStrike" kern="1200" cap="none" spc="0" normalizeH="0" baseline="0" noProof="0">
              <a:ln>
                <a:noFill/>
              </a:ln>
              <a:solidFill>
                <a:srgbClr val="000000"/>
              </a:solidFill>
              <a:effectLst/>
              <a:uLnTx/>
              <a:uFillTx/>
              <a:latin typeface="Corbel"/>
              <a:ea typeface="+mn-ea"/>
              <a:cs typeface="+mn-cs"/>
            </a:endParaRPr>
          </a:p>
        </p:txBody>
      </p:sp>
    </p:spTree>
    <p:extLst>
      <p:ext uri="{BB962C8B-B14F-4D97-AF65-F5344CB8AC3E}">
        <p14:creationId xmlns:p14="http://schemas.microsoft.com/office/powerpoint/2010/main" val="2292483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6568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1B46FDF-2A17-4513-A539-0D5F4515769A}" type="slidenum">
              <a:rPr kumimoji="0" lang="en-US" altLang="en-US" sz="12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877628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98B8A7-C3A7-6040-83AF-DBE4900DEC22}"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7651" name="Rectangle 1026"/>
          <p:cNvSpPr>
            <a:spLocks noGrp="1" noRot="1" noChangeAspect="1" noChangeArrowheads="1" noTextEdit="1"/>
          </p:cNvSpPr>
          <p:nvPr>
            <p:ph type="sldImg"/>
          </p:nvPr>
        </p:nvSpPr>
        <p:spPr>
          <a:ln/>
        </p:spPr>
      </p:sp>
      <p:sp>
        <p:nvSpPr>
          <p:cNvPr id="27652" name="Rectangle 1027"/>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Cryptographic systems are characterized along three independent dimensions: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1. The type of operations used for transforming plaintext to ciphertext.  All</a:t>
            </a:r>
          </a:p>
          <a:p>
            <a:r>
              <a:rPr lang="en-US" sz="1200" kern="1200" baseline="0" dirty="0">
                <a:solidFill>
                  <a:schemeClr val="tx1"/>
                </a:solidFill>
                <a:latin typeface="Arial" charset="0"/>
                <a:ea typeface="ＭＳ Ｐゴシック" pitchFamily="-107" charset="-128"/>
                <a:cs typeface="ＭＳ Ｐゴシック" pitchFamily="-107" charset="-128"/>
              </a:rPr>
              <a:t>encryption algorithms are based on two general principles: substitution, in</a:t>
            </a:r>
          </a:p>
          <a:p>
            <a:r>
              <a:rPr lang="en-US" sz="1200" kern="1200" baseline="0" dirty="0">
                <a:solidFill>
                  <a:schemeClr val="tx1"/>
                </a:solidFill>
                <a:latin typeface="Arial" charset="0"/>
                <a:ea typeface="ＭＳ Ｐゴシック" pitchFamily="-107" charset="-128"/>
                <a:cs typeface="ＭＳ Ｐゴシック" pitchFamily="-107" charset="-128"/>
              </a:rPr>
              <a:t>which each element in the plaintext (bit, letter, group of bits or letters) is</a:t>
            </a:r>
          </a:p>
          <a:p>
            <a:r>
              <a:rPr lang="en-US" sz="1200" kern="1200" baseline="0" dirty="0">
                <a:solidFill>
                  <a:schemeClr val="tx1"/>
                </a:solidFill>
                <a:latin typeface="Arial" charset="0"/>
                <a:ea typeface="ＭＳ Ｐゴシック" pitchFamily="-107" charset="-128"/>
                <a:cs typeface="ＭＳ Ｐゴシック" pitchFamily="-107" charset="-128"/>
              </a:rPr>
              <a:t>mapped into another element, and transposition, in which elements in the</a:t>
            </a:r>
          </a:p>
          <a:p>
            <a:r>
              <a:rPr lang="en-US" sz="1200" kern="1200" baseline="0" dirty="0">
                <a:solidFill>
                  <a:schemeClr val="tx1"/>
                </a:solidFill>
                <a:latin typeface="Arial" charset="0"/>
                <a:ea typeface="ＭＳ Ｐゴシック" pitchFamily="-107" charset="-128"/>
                <a:cs typeface="ＭＳ Ｐゴシック" pitchFamily="-107" charset="-128"/>
              </a:rPr>
              <a:t>plaintext are rearranged. The fundamental requirement is that no information</a:t>
            </a:r>
          </a:p>
          <a:p>
            <a:r>
              <a:rPr lang="en-US" sz="1200" kern="1200" baseline="0" dirty="0">
                <a:solidFill>
                  <a:schemeClr val="tx1"/>
                </a:solidFill>
                <a:latin typeface="Arial" charset="0"/>
                <a:ea typeface="ＭＳ Ｐゴシック" pitchFamily="-107" charset="-128"/>
                <a:cs typeface="ＭＳ Ｐゴシック" pitchFamily="-107" charset="-128"/>
              </a:rPr>
              <a:t>be lost (i.e., that all operations are reversible). Most systems, referred to as</a:t>
            </a:r>
          </a:p>
          <a:p>
            <a:r>
              <a:rPr lang="en-US" sz="1200" kern="1200" baseline="0" dirty="0">
                <a:solidFill>
                  <a:schemeClr val="tx1"/>
                </a:solidFill>
                <a:latin typeface="Arial" charset="0"/>
                <a:ea typeface="ＭＳ Ｐゴシック" pitchFamily="-107" charset="-128"/>
                <a:cs typeface="ＭＳ Ｐゴシック" pitchFamily="-107" charset="-128"/>
              </a:rPr>
              <a:t>product systems , involve multiple stages of substitutions and transpositions.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2. The number of keys used.  If both sender and receiver use the same key, the</a:t>
            </a:r>
          </a:p>
          <a:p>
            <a:r>
              <a:rPr lang="en-US" sz="1200" kern="1200" baseline="0" dirty="0">
                <a:solidFill>
                  <a:schemeClr val="tx1"/>
                </a:solidFill>
                <a:latin typeface="Arial" charset="0"/>
                <a:ea typeface="ＭＳ Ｐゴシック" pitchFamily="-107" charset="-128"/>
                <a:cs typeface="ＭＳ Ｐゴシック" pitchFamily="-107" charset="-128"/>
              </a:rPr>
              <a:t>system is referred to as symmetric, single-key, secret-key, or conventional</a:t>
            </a:r>
          </a:p>
          <a:p>
            <a:r>
              <a:rPr lang="en-US" sz="1200" kern="1200" baseline="0" dirty="0">
                <a:solidFill>
                  <a:schemeClr val="tx1"/>
                </a:solidFill>
                <a:latin typeface="Arial" charset="0"/>
                <a:ea typeface="ＭＳ Ｐゴシック" pitchFamily="-107" charset="-128"/>
                <a:cs typeface="ＭＳ Ｐゴシック" pitchFamily="-107" charset="-128"/>
              </a:rPr>
              <a:t>encryption. If the sender and receiver use different keys, the system is referred</a:t>
            </a:r>
          </a:p>
          <a:p>
            <a:r>
              <a:rPr lang="en-US" sz="1200" kern="1200" baseline="0" dirty="0">
                <a:solidFill>
                  <a:schemeClr val="tx1"/>
                </a:solidFill>
                <a:latin typeface="Arial" charset="0"/>
                <a:ea typeface="ＭＳ Ｐゴシック" pitchFamily="-107" charset="-128"/>
                <a:cs typeface="ＭＳ Ｐゴシック" pitchFamily="-107" charset="-128"/>
              </a:rPr>
              <a:t>to as asymmetric, two-key, or public-key encryption.</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3. The way in which the plaintext is processed.  A block cipher  processes the</a:t>
            </a:r>
          </a:p>
          <a:p>
            <a:r>
              <a:rPr lang="en-US" sz="1200" kern="1200" baseline="0" dirty="0">
                <a:solidFill>
                  <a:schemeClr val="tx1"/>
                </a:solidFill>
                <a:latin typeface="Arial" charset="0"/>
                <a:ea typeface="ＭＳ Ｐゴシック" pitchFamily="-107" charset="-128"/>
                <a:cs typeface="ＭＳ Ｐゴシック" pitchFamily="-107" charset="-128"/>
              </a:rPr>
              <a:t>input one block of elements at a time, producing an output block for each</a:t>
            </a:r>
          </a:p>
          <a:p>
            <a:r>
              <a:rPr lang="en-US" sz="1200" kern="1200" baseline="0" dirty="0">
                <a:solidFill>
                  <a:schemeClr val="tx1"/>
                </a:solidFill>
                <a:latin typeface="Arial" charset="0"/>
                <a:ea typeface="ＭＳ Ｐゴシック" pitchFamily="-107" charset="-128"/>
                <a:cs typeface="ＭＳ Ｐゴシック" pitchFamily="-107" charset="-128"/>
              </a:rPr>
              <a:t>input block. A stream cipher  processes the input elements continuously,</a:t>
            </a:r>
          </a:p>
          <a:p>
            <a:r>
              <a:rPr lang="en-US" sz="1200" kern="1200" baseline="0" dirty="0">
                <a:solidFill>
                  <a:schemeClr val="tx1"/>
                </a:solidFill>
                <a:latin typeface="Arial" charset="0"/>
                <a:ea typeface="ＭＳ Ｐゴシック" pitchFamily="-107" charset="-128"/>
                <a:cs typeface="ＭＳ Ｐゴシック" pitchFamily="-107" charset="-128"/>
              </a:rPr>
              <a:t>producing output one element at a time, as it goes along.</a:t>
            </a:r>
            <a:endParaRPr lang="en-US" dirty="0">
              <a:latin typeface="Times-Roman"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1210432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8</a:t>
            </a:fld>
            <a:endParaRPr lang="en-US"/>
          </a:p>
        </p:txBody>
      </p:sp>
    </p:spTree>
    <p:extLst>
      <p:ext uri="{BB962C8B-B14F-4D97-AF65-F5344CB8AC3E}">
        <p14:creationId xmlns:p14="http://schemas.microsoft.com/office/powerpoint/2010/main" val="1518719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3512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D76A4C-7C06-834E-A777-99702F99E5D8}"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A symmetric encryption scheme has five ingredients (Figure 2.1):</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Plaintext:  This is the original intelligible message or data that is fed into the</a:t>
            </a:r>
          </a:p>
          <a:p>
            <a:r>
              <a:rPr lang="en-US" sz="1200" kern="1200" baseline="0" dirty="0">
                <a:solidFill>
                  <a:schemeClr val="tx1"/>
                </a:solidFill>
                <a:latin typeface="Arial" charset="0"/>
                <a:ea typeface="ＭＳ Ｐゴシック" pitchFamily="-107" charset="-128"/>
                <a:cs typeface="ＭＳ Ｐゴシック" pitchFamily="-107" charset="-128"/>
              </a:rPr>
              <a:t>algorithm as input.</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Encryption algorithm: The encryption algorithm performs various substitutions</a:t>
            </a:r>
          </a:p>
          <a:p>
            <a:r>
              <a:rPr lang="en-US" sz="1200" kern="1200" baseline="0" dirty="0">
                <a:solidFill>
                  <a:schemeClr val="tx1"/>
                </a:solidFill>
                <a:latin typeface="Arial" charset="0"/>
                <a:ea typeface="ＭＳ Ｐゴシック" pitchFamily="-107" charset="-128"/>
                <a:cs typeface="ＭＳ Ｐゴシック" pitchFamily="-107" charset="-128"/>
              </a:rPr>
              <a:t>and transformations on the plaintext.</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Secret key: The secret key is also input to the encryption algorithm. The key</a:t>
            </a:r>
          </a:p>
          <a:p>
            <a:r>
              <a:rPr lang="en-US" sz="1200" kern="1200" baseline="0" dirty="0">
                <a:solidFill>
                  <a:schemeClr val="tx1"/>
                </a:solidFill>
                <a:latin typeface="Arial" charset="0"/>
                <a:ea typeface="ＭＳ Ｐゴシック" pitchFamily="-107" charset="-128"/>
                <a:cs typeface="ＭＳ Ｐゴシック" pitchFamily="-107" charset="-128"/>
              </a:rPr>
              <a:t>is a value independent of the plaintext and of the algorithm. The algorithm</a:t>
            </a:r>
          </a:p>
          <a:p>
            <a:r>
              <a:rPr lang="en-US" sz="1200" kern="1200" baseline="0" dirty="0">
                <a:solidFill>
                  <a:schemeClr val="tx1"/>
                </a:solidFill>
                <a:latin typeface="Arial" charset="0"/>
                <a:ea typeface="ＭＳ Ｐゴシック" pitchFamily="-107" charset="-128"/>
                <a:cs typeface="ＭＳ Ｐゴシック" pitchFamily="-107" charset="-128"/>
              </a:rPr>
              <a:t>will produce a different output depending on the specific key being used at the</a:t>
            </a:r>
          </a:p>
          <a:p>
            <a:r>
              <a:rPr lang="en-US" sz="1200" kern="1200" baseline="0" dirty="0">
                <a:solidFill>
                  <a:schemeClr val="tx1"/>
                </a:solidFill>
                <a:latin typeface="Arial" charset="0"/>
                <a:ea typeface="ＭＳ Ｐゴシック" pitchFamily="-107" charset="-128"/>
                <a:cs typeface="ＭＳ Ｐゴシック" pitchFamily="-107" charset="-128"/>
              </a:rPr>
              <a:t>time. The exact substitutions and transformations performed by the algorithm</a:t>
            </a:r>
          </a:p>
          <a:p>
            <a:r>
              <a:rPr lang="en-US" sz="1200" kern="1200" baseline="0" dirty="0">
                <a:solidFill>
                  <a:schemeClr val="tx1"/>
                </a:solidFill>
                <a:latin typeface="Arial" charset="0"/>
                <a:ea typeface="ＭＳ Ｐゴシック" pitchFamily="-107" charset="-128"/>
                <a:cs typeface="ＭＳ Ｐゴシック" pitchFamily="-107" charset="-128"/>
              </a:rPr>
              <a:t>depend on the key.</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Ciphertext: This is the scrambled message produced as output. It depends on</a:t>
            </a:r>
          </a:p>
          <a:p>
            <a:r>
              <a:rPr lang="en-US" sz="1200" kern="1200" baseline="0" dirty="0">
                <a:solidFill>
                  <a:schemeClr val="tx1"/>
                </a:solidFill>
                <a:latin typeface="Arial" charset="0"/>
                <a:ea typeface="ＭＳ Ｐゴシック" pitchFamily="-107" charset="-128"/>
                <a:cs typeface="ＭＳ Ｐゴシック" pitchFamily="-107" charset="-128"/>
              </a:rPr>
              <a:t>the plaintext and the secret key. For a given message, two different keys will</a:t>
            </a:r>
          </a:p>
          <a:p>
            <a:r>
              <a:rPr lang="en-US" sz="1200" kern="1200" baseline="0" dirty="0">
                <a:solidFill>
                  <a:schemeClr val="tx1"/>
                </a:solidFill>
                <a:latin typeface="Arial" charset="0"/>
                <a:ea typeface="ＭＳ Ｐゴシック" pitchFamily="-107" charset="-128"/>
                <a:cs typeface="ＭＳ Ｐゴシック" pitchFamily="-107" charset="-128"/>
              </a:rPr>
              <a:t>produce two different ciphertexts. The ciphertext is an apparently random</a:t>
            </a:r>
          </a:p>
          <a:p>
            <a:r>
              <a:rPr lang="en-US" sz="1200" kern="1200" baseline="0" dirty="0">
                <a:solidFill>
                  <a:schemeClr val="tx1"/>
                </a:solidFill>
                <a:latin typeface="Arial" charset="0"/>
                <a:ea typeface="ＭＳ Ｐゴシック" pitchFamily="-107" charset="-128"/>
                <a:cs typeface="ＭＳ Ｐゴシック" pitchFamily="-107" charset="-128"/>
              </a:rPr>
              <a:t>stream of data and, as it stands, is unintelligible.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Decryption algorithm: This is essentially the encryption algorithm run in</a:t>
            </a:r>
          </a:p>
          <a:p>
            <a:r>
              <a:rPr lang="en-US" sz="1200" kern="1200" baseline="0" dirty="0">
                <a:solidFill>
                  <a:schemeClr val="tx1"/>
                </a:solidFill>
                <a:latin typeface="Arial" charset="0"/>
                <a:ea typeface="ＭＳ Ｐゴシック" pitchFamily="-107" charset="-128"/>
                <a:cs typeface="ＭＳ Ｐゴシック" pitchFamily="-107" charset="-128"/>
              </a:rPr>
              <a:t>reverse. It takes the ciphertext and the secret key and produces the original</a:t>
            </a:r>
          </a:p>
          <a:p>
            <a:r>
              <a:rPr lang="en-US" sz="1200" kern="1200" baseline="0" dirty="0">
                <a:solidFill>
                  <a:schemeClr val="tx1"/>
                </a:solidFill>
                <a:latin typeface="Arial" charset="0"/>
                <a:ea typeface="ＭＳ Ｐゴシック" pitchFamily="-107" charset="-128"/>
                <a:cs typeface="ＭＳ Ｐゴシック" pitchFamily="-107" charset="-128"/>
              </a:rPr>
              <a:t>plaintext.</a:t>
            </a:r>
            <a:endParaRPr lang="en-AU" dirty="0">
              <a:latin typeface="Arial"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278284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29506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C4D792-DC70-B74B-B529-0D0086BB6A94}"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A stream cipher  is one that encrypts a digital data stream one bit or one byte at</a:t>
            </a:r>
          </a:p>
          <a:p>
            <a:r>
              <a:rPr lang="en-US" sz="1200" kern="1200" baseline="0" dirty="0">
                <a:solidFill>
                  <a:schemeClr val="tx1"/>
                </a:solidFill>
                <a:latin typeface="Arial" charset="0"/>
                <a:ea typeface="ＭＳ Ｐゴシック" pitchFamily="-107" charset="-128"/>
                <a:cs typeface="ＭＳ Ｐゴシック" pitchFamily="-107" charset="-128"/>
              </a:rPr>
              <a:t>a time. </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Examples of classical stream ciphers are the autokeyed Vigenère cipher</a:t>
            </a:r>
          </a:p>
          <a:p>
            <a:r>
              <a:rPr lang="en-US" sz="1200" kern="1200" baseline="0" dirty="0">
                <a:solidFill>
                  <a:schemeClr val="tx1"/>
                </a:solidFill>
                <a:latin typeface="Arial" charset="0"/>
                <a:ea typeface="ＭＳ Ｐゴシック" pitchFamily="-107" charset="-128"/>
                <a:cs typeface="ＭＳ Ｐゴシック" pitchFamily="-107" charset="-128"/>
              </a:rPr>
              <a:t>and the Vernam cipher. In the ideal case, a one-time pad version of the Vernam</a:t>
            </a:r>
          </a:p>
          <a:p>
            <a:r>
              <a:rPr lang="en-US" sz="1200" b="0" kern="1200" baseline="0" dirty="0">
                <a:solidFill>
                  <a:schemeClr val="tx1"/>
                </a:solidFill>
                <a:latin typeface="Arial" charset="0"/>
                <a:ea typeface="ＭＳ Ｐゴシック" pitchFamily="-107" charset="-128"/>
                <a:cs typeface="ＭＳ Ｐゴシック" pitchFamily="-107" charset="-128"/>
              </a:rPr>
              <a:t>cipher would be used (Figure 2.7), in which the keystream (ki ) is as long as the</a:t>
            </a:r>
          </a:p>
          <a:p>
            <a:r>
              <a:rPr lang="en-US" sz="1200" b="0" kern="1200" baseline="0" dirty="0">
                <a:solidFill>
                  <a:schemeClr val="tx1"/>
                </a:solidFill>
                <a:latin typeface="Arial" charset="0"/>
                <a:ea typeface="ＭＳ Ｐゴシック" pitchFamily="-107" charset="-128"/>
                <a:cs typeface="ＭＳ Ｐゴシック" pitchFamily="-107" charset="-128"/>
              </a:rPr>
              <a:t>plaintext bit stream (pi ). If the cryptographic keystream is random, then this cipher</a:t>
            </a:r>
          </a:p>
          <a:p>
            <a:r>
              <a:rPr lang="en-US" sz="1200" b="0" kern="1200" baseline="0" dirty="0">
                <a:solidFill>
                  <a:schemeClr val="tx1"/>
                </a:solidFill>
                <a:latin typeface="Arial" charset="0"/>
                <a:ea typeface="ＭＳ Ｐゴシック" pitchFamily="-107" charset="-128"/>
                <a:cs typeface="ＭＳ Ｐゴシック" pitchFamily="-107" charset="-128"/>
              </a:rPr>
              <a:t>is unbreakable by any means other than acquiring the keystream. However, the</a:t>
            </a:r>
          </a:p>
          <a:p>
            <a:r>
              <a:rPr lang="en-US" sz="1200" b="0" kern="1200" baseline="0" dirty="0">
                <a:solidFill>
                  <a:schemeClr val="tx1"/>
                </a:solidFill>
                <a:latin typeface="Arial" charset="0"/>
                <a:ea typeface="ＭＳ Ｐゴシック" pitchFamily="-107" charset="-128"/>
                <a:cs typeface="ＭＳ Ｐゴシック" pitchFamily="-107" charset="-128"/>
              </a:rPr>
              <a:t>keystream must be provided to both users in advance via some independent and</a:t>
            </a:r>
          </a:p>
          <a:p>
            <a:r>
              <a:rPr lang="en-US" sz="1200" b="0" kern="1200" baseline="0" dirty="0">
                <a:solidFill>
                  <a:schemeClr val="tx1"/>
                </a:solidFill>
                <a:latin typeface="Arial" charset="0"/>
                <a:ea typeface="ＭＳ Ｐゴシック" pitchFamily="-107" charset="-128"/>
                <a:cs typeface="ＭＳ Ｐゴシック" pitchFamily="-107" charset="-128"/>
              </a:rPr>
              <a:t>secure channel. This introduces insurmountable logistical problems if the intended</a:t>
            </a:r>
          </a:p>
          <a:p>
            <a:r>
              <a:rPr lang="en-US" sz="1200" b="0" kern="1200" baseline="0" dirty="0">
                <a:solidFill>
                  <a:schemeClr val="tx1"/>
                </a:solidFill>
                <a:latin typeface="Arial" charset="0"/>
                <a:ea typeface="ＭＳ Ｐゴシック" pitchFamily="-107" charset="-128"/>
                <a:cs typeface="ＭＳ Ｐゴシック" pitchFamily="-107" charset="-128"/>
              </a:rPr>
              <a:t>data traffic is very large.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Accordingly, for practical reasons, the bit-stream generator must be</a:t>
            </a:r>
          </a:p>
          <a:p>
            <a:r>
              <a:rPr lang="en-US" sz="1200" kern="1200" baseline="0" dirty="0">
                <a:solidFill>
                  <a:schemeClr val="tx1"/>
                </a:solidFill>
                <a:latin typeface="Arial" charset="0"/>
                <a:ea typeface="ＭＳ Ｐゴシック" pitchFamily="-107" charset="-128"/>
                <a:cs typeface="ＭＳ Ｐゴシック" pitchFamily="-107" charset="-128"/>
              </a:rPr>
              <a:t>implemented as an algorithmic procedure, so that the cryptographic bit stream</a:t>
            </a:r>
          </a:p>
          <a:p>
            <a:r>
              <a:rPr lang="en-US" sz="1200" kern="1200" baseline="0" dirty="0">
                <a:solidFill>
                  <a:schemeClr val="tx1"/>
                </a:solidFill>
                <a:latin typeface="Arial" charset="0"/>
                <a:ea typeface="ＭＳ Ｐゴシック" pitchFamily="-107" charset="-128"/>
                <a:cs typeface="ＭＳ Ｐゴシック" pitchFamily="-107" charset="-128"/>
              </a:rPr>
              <a:t>can be produced by both users. In this approach (Figure 3.1a), the bit-stream</a:t>
            </a:r>
          </a:p>
          <a:p>
            <a:r>
              <a:rPr lang="en-US" sz="1200" kern="1200" baseline="0" dirty="0">
                <a:solidFill>
                  <a:schemeClr val="tx1"/>
                </a:solidFill>
                <a:latin typeface="Arial" charset="0"/>
                <a:ea typeface="ＭＳ Ｐゴシック" pitchFamily="-107" charset="-128"/>
                <a:cs typeface="ＭＳ Ｐゴシック" pitchFamily="-107" charset="-128"/>
              </a:rPr>
              <a:t>generator is a key-controlled algorithm and must produce a bit stream that is</a:t>
            </a:r>
          </a:p>
          <a:p>
            <a:r>
              <a:rPr lang="en-US" sz="1200" kern="1200" baseline="0" dirty="0">
                <a:solidFill>
                  <a:schemeClr val="tx1"/>
                </a:solidFill>
                <a:latin typeface="Arial" charset="0"/>
                <a:ea typeface="ＭＳ Ｐゴシック" pitchFamily="-107" charset="-128"/>
                <a:cs typeface="ＭＳ Ｐゴシック" pitchFamily="-107" charset="-128"/>
              </a:rPr>
              <a:t>cryptographically strong. That is, it must be computationally impractical to</a:t>
            </a:r>
          </a:p>
          <a:p>
            <a:r>
              <a:rPr lang="en-US" sz="1200" kern="1200" baseline="0" dirty="0">
                <a:solidFill>
                  <a:schemeClr val="tx1"/>
                </a:solidFill>
                <a:latin typeface="Arial" charset="0"/>
                <a:ea typeface="ＭＳ Ｐゴシック" pitchFamily="-107" charset="-128"/>
                <a:cs typeface="ＭＳ Ｐゴシック" pitchFamily="-107" charset="-128"/>
              </a:rPr>
              <a:t>predict future portions of the bit stream based on previous portions of the bit</a:t>
            </a:r>
          </a:p>
          <a:p>
            <a:r>
              <a:rPr lang="en-US" sz="1200" kern="1200" baseline="0" dirty="0">
                <a:solidFill>
                  <a:schemeClr val="tx1"/>
                </a:solidFill>
                <a:latin typeface="Arial" charset="0"/>
                <a:ea typeface="ＭＳ Ｐゴシック" pitchFamily="-107" charset="-128"/>
                <a:cs typeface="ＭＳ Ｐゴシック" pitchFamily="-107" charset="-128"/>
              </a:rPr>
              <a:t>stream. The two users need only share the generating key, and each can produce</a:t>
            </a:r>
          </a:p>
          <a:p>
            <a:r>
              <a:rPr lang="en-US" sz="1200" kern="1200" baseline="0" dirty="0">
                <a:solidFill>
                  <a:schemeClr val="tx1"/>
                </a:solidFill>
                <a:latin typeface="Arial" charset="0"/>
                <a:ea typeface="ＭＳ Ｐゴシック" pitchFamily="-107" charset="-128"/>
                <a:cs typeface="ＭＳ Ｐゴシック" pitchFamily="-107" charset="-128"/>
              </a:rPr>
              <a:t>the keystream.</a:t>
            </a:r>
            <a:endParaRPr lang="en-AU" dirty="0">
              <a:latin typeface="Arial"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1803962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58CDF2-4B20-9A47-B637-6DB54462D8BD}"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A block cipher  is one in which a block of plaintext is treated as a whole</a:t>
            </a:r>
          </a:p>
          <a:p>
            <a:r>
              <a:rPr lang="en-US" sz="1200" kern="1200" baseline="0" dirty="0">
                <a:solidFill>
                  <a:schemeClr val="tx1"/>
                </a:solidFill>
                <a:latin typeface="Arial" charset="0"/>
                <a:ea typeface="ＭＳ Ｐゴシック" pitchFamily="-107" charset="-128"/>
                <a:cs typeface="ＭＳ Ｐゴシック" pitchFamily="-107" charset="-128"/>
              </a:rPr>
              <a:t>and used to produce a ciphertext block of equal length. </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Typically, a block size of</a:t>
            </a:r>
          </a:p>
          <a:p>
            <a:r>
              <a:rPr lang="en-US" sz="1200" kern="1200" baseline="0" dirty="0">
                <a:solidFill>
                  <a:schemeClr val="tx1"/>
                </a:solidFill>
                <a:latin typeface="Arial" charset="0"/>
                <a:ea typeface="ＭＳ Ｐゴシック" pitchFamily="-107" charset="-128"/>
                <a:cs typeface="ＭＳ Ｐゴシック" pitchFamily="-107" charset="-128"/>
              </a:rPr>
              <a:t>64 or 128 bits is used. As with a stream cipher, the two users share a symmetric</a:t>
            </a:r>
          </a:p>
          <a:p>
            <a:r>
              <a:rPr lang="en-US" sz="1200" kern="1200" baseline="0" dirty="0">
                <a:solidFill>
                  <a:schemeClr val="tx1"/>
                </a:solidFill>
                <a:latin typeface="Arial" charset="0"/>
                <a:ea typeface="ＭＳ Ｐゴシック" pitchFamily="-107" charset="-128"/>
                <a:cs typeface="ＭＳ Ｐゴシック" pitchFamily="-107" charset="-128"/>
              </a:rPr>
              <a:t>encryption key. </a:t>
            </a:r>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3415113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58CDF2-4B20-9A47-B637-6DB54462D8BD}"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Far more effort has gone into analyzing block ciphers. In general, they seem</a:t>
            </a:r>
          </a:p>
          <a:p>
            <a:r>
              <a:rPr lang="en-US" sz="1200" kern="1200" baseline="0" dirty="0">
                <a:solidFill>
                  <a:schemeClr val="tx1"/>
                </a:solidFill>
                <a:latin typeface="Arial" charset="0"/>
                <a:ea typeface="ＭＳ Ｐゴシック" pitchFamily="-107" charset="-128"/>
                <a:cs typeface="ＭＳ Ｐゴシック" pitchFamily="-107" charset="-128"/>
              </a:rPr>
              <a:t>applicable to a broader range of applications than stream ciphers. The vast majority</a:t>
            </a:r>
          </a:p>
          <a:p>
            <a:r>
              <a:rPr lang="en-US" sz="1200" kern="1200" baseline="0" dirty="0">
                <a:solidFill>
                  <a:schemeClr val="tx1"/>
                </a:solidFill>
                <a:latin typeface="Arial" charset="0"/>
                <a:ea typeface="ＭＳ Ｐゴシック" pitchFamily="-107" charset="-128"/>
                <a:cs typeface="ＭＳ Ｐゴシック" pitchFamily="-107" charset="-128"/>
              </a:rPr>
              <a:t>of network-based symmetric cryptographic applications make use of block</a:t>
            </a:r>
          </a:p>
          <a:p>
            <a:r>
              <a:rPr lang="en-US" sz="1200" kern="1200" baseline="0" dirty="0">
                <a:solidFill>
                  <a:schemeClr val="tx1"/>
                </a:solidFill>
                <a:latin typeface="Arial" charset="0"/>
                <a:ea typeface="ＭＳ Ｐゴシック" pitchFamily="-107" charset="-128"/>
                <a:cs typeface="ＭＳ Ｐゴシック" pitchFamily="-107" charset="-128"/>
              </a:rPr>
              <a:t>ciphers. Accordingly, the concern in this chapter, and in our discussions throughout</a:t>
            </a:r>
          </a:p>
          <a:p>
            <a:r>
              <a:rPr lang="en-US" sz="1200" kern="1200" baseline="0" dirty="0">
                <a:solidFill>
                  <a:schemeClr val="tx1"/>
                </a:solidFill>
                <a:latin typeface="Arial" charset="0"/>
                <a:ea typeface="ＭＳ Ｐゴシック" pitchFamily="-107" charset="-128"/>
                <a:cs typeface="ＭＳ Ｐゴシック" pitchFamily="-107" charset="-128"/>
              </a:rPr>
              <a:t>the book of symmetric encryption, will primarily focus on block ciphers.</a:t>
            </a:r>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2284164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58CDF2-4B20-9A47-B637-6DB54462D8BD}"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b="0" i="0" dirty="0">
                <a:solidFill>
                  <a:srgbClr val="202122"/>
                </a:solidFill>
                <a:effectLst/>
                <a:latin typeface="Arial" panose="020B0604020202020204" pitchFamily="34" charset="0"/>
              </a:rPr>
              <a:t>The simplest of the encryption modes is the </a:t>
            </a:r>
            <a:r>
              <a:rPr lang="en-US" b="1" i="0" dirty="0">
                <a:solidFill>
                  <a:srgbClr val="202122"/>
                </a:solidFill>
                <a:effectLst/>
                <a:latin typeface="Arial" panose="020B0604020202020204" pitchFamily="34" charset="0"/>
              </a:rPr>
              <a:t>electronic codebook</a:t>
            </a:r>
            <a:r>
              <a:rPr lang="en-US" b="0" i="0" dirty="0">
                <a:solidFill>
                  <a:srgbClr val="202122"/>
                </a:solidFill>
                <a:effectLst/>
                <a:latin typeface="Arial" panose="020B0604020202020204" pitchFamily="34" charset="0"/>
              </a:rPr>
              <a:t> (ECB) mode (named after conventional physical </a:t>
            </a:r>
            <a:r>
              <a:rPr lang="en-US" b="0" i="0" u="none" strike="noStrike" dirty="0">
                <a:solidFill>
                  <a:srgbClr val="0645AD"/>
                </a:solidFill>
                <a:effectLst/>
                <a:latin typeface="Arial" panose="020B0604020202020204" pitchFamily="34" charset="0"/>
                <a:hlinkClick r:id="rId3" tooltip="Codebook"/>
              </a:rPr>
              <a:t>codebooks</a:t>
            </a:r>
            <a:r>
              <a:rPr lang="en-US" b="0" i="0" u="none" strike="noStrike" baseline="30000" dirty="0">
                <a:solidFill>
                  <a:srgbClr val="0645AD"/>
                </a:solidFill>
                <a:effectLst/>
                <a:latin typeface="Arial" panose="020B0604020202020204" pitchFamily="34" charset="0"/>
                <a:hlinkClick r:id="rId4"/>
              </a:rPr>
              <a:t>[19]</a:t>
            </a:r>
            <a:r>
              <a:rPr lang="en-US" b="0" i="0" dirty="0">
                <a:solidFill>
                  <a:srgbClr val="202122"/>
                </a:solidFill>
                <a:effectLst/>
                <a:latin typeface="Arial" panose="020B0604020202020204" pitchFamily="34" charset="0"/>
              </a:rPr>
              <a:t>). The message is divided into blocks, and each block is encrypted separately.</a:t>
            </a:r>
          </a:p>
          <a:p>
            <a:r>
              <a:rPr lang="en-US" dirty="0">
                <a:latin typeface="Arial" pitchFamily="-1" charset="0"/>
                <a:ea typeface="Arial" pitchFamily="-1" charset="0"/>
                <a:cs typeface="Arial" pitchFamily="-1" charset="0"/>
              </a:rPr>
              <a:t>The disadvantage of this method is a lack of diffusion. Because ECB encrypts identical plaintext blocks into identical ciphertext blocks, it does not hide data patterns well. ECB is not recommended for use in cryptographic protocols</a:t>
            </a:r>
          </a:p>
          <a:p>
            <a:endParaRPr lang="en-US" dirty="0">
              <a:latin typeface="Arial" pitchFamily="-1" charset="0"/>
              <a:ea typeface="Arial" pitchFamily="-1" charset="0"/>
              <a:cs typeface="Arial" pitchFamily="-1" charset="0"/>
            </a:endParaRPr>
          </a:p>
          <a:p>
            <a:r>
              <a:rPr lang="en-US" b="1" dirty="0"/>
              <a:t>Electronic Codebook (ECB) Mode</a:t>
            </a:r>
          </a:p>
          <a:p>
            <a:r>
              <a:rPr lang="en-US" b="1" dirty="0"/>
              <a:t>Description:</a:t>
            </a:r>
            <a:endParaRPr lang="en-US" dirty="0"/>
          </a:p>
          <a:p>
            <a:pPr>
              <a:buFont typeface="Arial" panose="020B0604020202020204" pitchFamily="34" charset="0"/>
              <a:buChar char="•"/>
            </a:pPr>
            <a:r>
              <a:rPr lang="en-US" dirty="0"/>
              <a:t>ECB is the simplest mode of operation for block ciphers.</a:t>
            </a:r>
          </a:p>
          <a:p>
            <a:pPr>
              <a:buFont typeface="Arial" panose="020B0604020202020204" pitchFamily="34" charset="0"/>
              <a:buChar char="•"/>
            </a:pPr>
            <a:r>
              <a:rPr lang="en-US" dirty="0"/>
              <a:t>It encrypts each block of data independently.</a:t>
            </a:r>
          </a:p>
          <a:p>
            <a:pPr>
              <a:buFont typeface="Arial" panose="020B0604020202020204" pitchFamily="34" charset="0"/>
              <a:buChar char="•"/>
            </a:pPr>
            <a:r>
              <a:rPr lang="en-US" dirty="0"/>
              <a:t>Each block of plaintext is encrypted with the same key to produce a block of ciphertext.</a:t>
            </a:r>
          </a:p>
          <a:p>
            <a:r>
              <a:rPr lang="en-US" b="1" dirty="0"/>
              <a:t>Advantages:</a:t>
            </a:r>
            <a:endParaRPr lang="en-US" dirty="0"/>
          </a:p>
          <a:p>
            <a:pPr>
              <a:buFont typeface="Arial" panose="020B0604020202020204" pitchFamily="34" charset="0"/>
              <a:buChar char="•"/>
            </a:pPr>
            <a:r>
              <a:rPr lang="en-US" dirty="0"/>
              <a:t>Simple and fast.</a:t>
            </a:r>
          </a:p>
          <a:p>
            <a:pPr>
              <a:buFont typeface="Arial" panose="020B0604020202020204" pitchFamily="34" charset="0"/>
              <a:buChar char="•"/>
            </a:pPr>
            <a:r>
              <a:rPr lang="en-US" dirty="0"/>
              <a:t>Parallel processing of blocks is possible.</a:t>
            </a:r>
          </a:p>
          <a:p>
            <a:r>
              <a:rPr lang="en-US" b="1" dirty="0"/>
              <a:t>Disadvantages:</a:t>
            </a:r>
            <a:endParaRPr lang="en-US" dirty="0"/>
          </a:p>
          <a:p>
            <a:pPr>
              <a:buFont typeface="Arial" panose="020B0604020202020204" pitchFamily="34" charset="0"/>
              <a:buChar char="•"/>
            </a:pPr>
            <a:r>
              <a:rPr lang="en-US" dirty="0"/>
              <a:t>Identical plaintext blocks result in identical ciphertext blocks, making patterns visible and compromising security.</a:t>
            </a:r>
          </a:p>
          <a:p>
            <a:pPr>
              <a:buFont typeface="Arial" panose="020B0604020202020204" pitchFamily="34" charset="0"/>
              <a:buChar char="•"/>
            </a:pPr>
            <a:r>
              <a:rPr lang="en-US" dirty="0"/>
              <a:t>Not suitable for encrypting large data sets.</a:t>
            </a:r>
          </a:p>
          <a:p>
            <a:r>
              <a:rPr lang="en-US" b="1" dirty="0"/>
              <a:t>Applications:</a:t>
            </a:r>
            <a:endParaRPr lang="en-US" dirty="0"/>
          </a:p>
          <a:p>
            <a:pPr>
              <a:buFont typeface="Arial" panose="020B0604020202020204" pitchFamily="34" charset="0"/>
              <a:buChar char="•"/>
            </a:pPr>
            <a:r>
              <a:rPr lang="en-US" dirty="0"/>
              <a:t>Suitable for small amounts of data where patterns are not an issue, such as encrypting a small number of fixed-length fields in a database.</a:t>
            </a:r>
          </a:p>
          <a:p>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3311762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58CDF2-4B20-9A47-B637-6DB54462D8BD}"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Ehrsam, Meyer, Smith and Tuchman invented the cipher block chaining (CBC) mode of operation in 1976.[23] In CBC mode, each block of plaintext is XORed with the previous ciphertext block before being encrypted. This way, each ciphertext block depends on all plaintext blocks processed up to that point. To make each message unique, an initialization vector must be used in the first block</a:t>
            </a:r>
          </a:p>
          <a:p>
            <a:endParaRPr lang="en-US" sz="1200" kern="1200" baseline="0" dirty="0">
              <a:solidFill>
                <a:schemeClr val="tx1"/>
              </a:solidFill>
              <a:latin typeface="Arial" charset="0"/>
              <a:ea typeface="ＭＳ Ｐゴシック" pitchFamily="-107" charset="-128"/>
              <a:cs typeface="Arial" pitchFamily="-1" charset="0"/>
            </a:endParaRPr>
          </a:p>
          <a:p>
            <a:pPr algn="l"/>
            <a:r>
              <a:rPr lang="en-US" dirty="0"/>
              <a:t>The top section, from left to right, shows how three separate messages are chained together and encrypted. The bottom section, from left to right, shows how those separate messages are </a:t>
            </a:r>
            <a:r>
              <a:rPr lang="en-US" dirty="0" err="1"/>
              <a:t>decrypted.</a:t>
            </a:r>
            <a:r>
              <a:rPr lang="en-US" b="0" i="0" dirty="0" err="1">
                <a:solidFill>
                  <a:srgbClr val="4F4F4F"/>
                </a:solidFill>
                <a:effectLst/>
                <a:latin typeface="Arial" panose="020B0604020202020204" pitchFamily="34" charset="0"/>
              </a:rPr>
              <a:t>So</a:t>
            </a:r>
            <a:r>
              <a:rPr lang="en-US" b="0" i="0" dirty="0">
                <a:solidFill>
                  <a:srgbClr val="4F4F4F"/>
                </a:solidFill>
                <a:effectLst/>
                <a:latin typeface="Arial" panose="020B0604020202020204" pitchFamily="34" charset="0"/>
              </a:rPr>
              <a:t>, basically, CBC mode takes ECB mode and kicks it up a notch in terms of complexity and confidentiality by adding data from previous bocks. However, it’s not used all that often anymore. Why? A couple of important reasons:</a:t>
            </a:r>
          </a:p>
          <a:p>
            <a:pPr algn="l">
              <a:buFont typeface="+mj-lt"/>
              <a:buAutoNum type="arabicPeriod"/>
            </a:pPr>
            <a:r>
              <a:rPr lang="en-US" b="1" i="0" dirty="0">
                <a:solidFill>
                  <a:srgbClr val="4F4F4F"/>
                </a:solidFill>
                <a:effectLst/>
                <a:latin typeface="Arial" panose="020B0604020202020204" pitchFamily="34" charset="0"/>
              </a:rPr>
              <a:t>This operation mode is slow.</a:t>
            </a:r>
            <a:r>
              <a:rPr lang="en-US" b="0" i="0" dirty="0">
                <a:solidFill>
                  <a:srgbClr val="4F4F4F"/>
                </a:solidFill>
                <a:effectLst/>
                <a:latin typeface="Arial" panose="020B0604020202020204" pitchFamily="34" charset="0"/>
              </a:rPr>
              <a:t> You can’t encrypt or decrypt two or more messages simultaneously because each message includes data from the previous block. While this may not be an issue for small files, it can prove a big challenge for encryption or decryption at scale.</a:t>
            </a:r>
          </a:p>
          <a:p>
            <a:pPr algn="l">
              <a:buFont typeface="+mj-lt"/>
              <a:buAutoNum type="arabicPeriod"/>
            </a:pPr>
            <a:r>
              <a:rPr lang="en-US" b="1" i="0" dirty="0">
                <a:solidFill>
                  <a:srgbClr val="4F4F4F"/>
                </a:solidFill>
                <a:effectLst/>
                <a:latin typeface="Arial" panose="020B0604020202020204" pitchFamily="34" charset="0"/>
              </a:rPr>
              <a:t>This mode of operation is susceptible to padding attacks and manipulation.</a:t>
            </a:r>
            <a:r>
              <a:rPr lang="en-US" b="0" i="0" dirty="0">
                <a:solidFill>
                  <a:srgbClr val="4F4F4F"/>
                </a:solidFill>
                <a:effectLst/>
                <a:latin typeface="Arial" panose="020B0604020202020204" pitchFamily="34" charset="0"/>
              </a:rPr>
              <a:t> If an attacker manages to alter the ciphertext of one block, the next block would be affected because of the data chaining.</a:t>
            </a:r>
          </a:p>
          <a:p>
            <a:endParaRPr lang="en-AU" dirty="0">
              <a:latin typeface="Arial" pitchFamily="-1" charset="0"/>
              <a:ea typeface="Arial" pitchFamily="-1" charset="0"/>
              <a:cs typeface="Arial" pitchFamily="-1" charset="0"/>
            </a:endParaRPr>
          </a:p>
          <a:p>
            <a:r>
              <a:rPr lang="en-US" b="1" dirty="0"/>
              <a:t>Explanation:</a:t>
            </a:r>
            <a:endParaRPr lang="en-US" dirty="0"/>
          </a:p>
          <a:p>
            <a:pPr>
              <a:buFont typeface="Arial" panose="020B0604020202020204" pitchFamily="34" charset="0"/>
              <a:buChar char="•"/>
            </a:pPr>
            <a:r>
              <a:rPr lang="en-US" dirty="0"/>
              <a:t>In CBC mode, each block of plaintext is XORed with the previous ciphertext block before being encrypted.</a:t>
            </a:r>
          </a:p>
          <a:p>
            <a:pPr>
              <a:buFont typeface="Arial" panose="020B0604020202020204" pitchFamily="34" charset="0"/>
              <a:buChar char="•"/>
            </a:pPr>
            <a:r>
              <a:rPr lang="en-US" dirty="0"/>
              <a:t>An initialization vector (IV) is used for the first block to ensure uniqueness.</a:t>
            </a:r>
          </a:p>
          <a:p>
            <a:r>
              <a:rPr lang="en-US" b="1" dirty="0"/>
              <a:t>Advantages:</a:t>
            </a:r>
            <a:endParaRPr lang="en-US" dirty="0"/>
          </a:p>
          <a:p>
            <a:pPr>
              <a:buFont typeface="Arial" panose="020B0604020202020204" pitchFamily="34" charset="0"/>
              <a:buChar char="•"/>
            </a:pPr>
            <a:r>
              <a:rPr lang="en-US" dirty="0"/>
              <a:t>Identical plaintext blocks result in different ciphertext blocks due to chaining.</a:t>
            </a:r>
          </a:p>
          <a:p>
            <a:pPr>
              <a:buFont typeface="Arial" panose="020B0604020202020204" pitchFamily="34" charset="0"/>
              <a:buChar char="•"/>
            </a:pPr>
            <a:r>
              <a:rPr lang="en-US" dirty="0"/>
              <a:t>More secure than ECB for large data sets.</a:t>
            </a:r>
          </a:p>
          <a:p>
            <a:r>
              <a:rPr lang="en-US" b="1" dirty="0"/>
              <a:t>Disadvantages:</a:t>
            </a:r>
            <a:endParaRPr lang="en-US" dirty="0"/>
          </a:p>
          <a:p>
            <a:pPr>
              <a:buFont typeface="Arial" panose="020B0604020202020204" pitchFamily="34" charset="0"/>
              <a:buChar char="•"/>
            </a:pPr>
            <a:r>
              <a:rPr lang="en-US" dirty="0"/>
              <a:t>Encryption cannot be parallelized, though decryption can be.</a:t>
            </a:r>
          </a:p>
          <a:p>
            <a:pPr>
              <a:buFont typeface="Arial" panose="020B0604020202020204" pitchFamily="34" charset="0"/>
              <a:buChar char="•"/>
            </a:pPr>
            <a:r>
              <a:rPr lang="en-US" dirty="0"/>
              <a:t>Requires an IV, which must be unique and random for each encryption session.</a:t>
            </a:r>
          </a:p>
          <a:p>
            <a:r>
              <a:rPr lang="en-US" b="1" dirty="0"/>
              <a:t>Applications:</a:t>
            </a:r>
            <a:endParaRPr lang="en-US" dirty="0"/>
          </a:p>
          <a:p>
            <a:pPr>
              <a:buFont typeface="Arial" panose="020B0604020202020204" pitchFamily="34" charset="0"/>
              <a:buChar char="•"/>
            </a:pPr>
            <a:r>
              <a:rPr lang="en-US" dirty="0"/>
              <a:t>Commonly used in file encryption and secure data transmission where data integrity is important.</a:t>
            </a:r>
          </a:p>
          <a:p>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4056030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58CDF2-4B20-9A47-B637-6DB54462D8BD}"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a:t>
            </a:r>
          </a:p>
          <a:p>
            <a:r>
              <a:rPr lang="en-US" b="0" i="0" dirty="0">
                <a:solidFill>
                  <a:srgbClr val="202122"/>
                </a:solidFill>
                <a:effectLst/>
                <a:latin typeface="Arial" panose="020B0604020202020204" pitchFamily="34" charset="0"/>
              </a:rPr>
              <a:t>The </a:t>
            </a:r>
            <a:r>
              <a:rPr lang="en-US" b="0" i="1" dirty="0">
                <a:solidFill>
                  <a:srgbClr val="202122"/>
                </a:solidFill>
                <a:effectLst/>
                <a:latin typeface="Arial" panose="020B0604020202020204" pitchFamily="34" charset="0"/>
              </a:rPr>
              <a:t>cipher feedback</a:t>
            </a:r>
            <a:r>
              <a:rPr lang="en-US" b="0" i="0" dirty="0">
                <a:solidFill>
                  <a:srgbClr val="202122"/>
                </a:solidFill>
                <a:effectLst/>
                <a:latin typeface="Arial" panose="020B0604020202020204" pitchFamily="34" charset="0"/>
              </a:rPr>
              <a:t> (CFB) mode, in its simplest form uses the entire output of the block cipher. In this variation, it is very similar to CBC, makes a block cipher into a self-synchronizing </a:t>
            </a:r>
            <a:r>
              <a:rPr lang="en-US" b="0" i="0" u="none" strike="noStrike" dirty="0">
                <a:solidFill>
                  <a:srgbClr val="0645AD"/>
                </a:solidFill>
                <a:effectLst/>
                <a:latin typeface="Arial" panose="020B0604020202020204" pitchFamily="34" charset="0"/>
                <a:hlinkClick r:id="rId3" tooltip="Stream cipher"/>
              </a:rPr>
              <a:t>stream cipher</a:t>
            </a:r>
            <a:r>
              <a:rPr lang="en-US" b="0" i="0" dirty="0">
                <a:solidFill>
                  <a:srgbClr val="202122"/>
                </a:solidFill>
                <a:effectLst/>
                <a:latin typeface="Arial" panose="020B0604020202020204" pitchFamily="34" charset="0"/>
              </a:rPr>
              <a:t>. CFB decryption in this variation is almost identical to CBC encryption performed in reverse:</a:t>
            </a:r>
            <a:endParaRPr lang="en-US" sz="1200" kern="1200" baseline="0" dirty="0">
              <a:solidFill>
                <a:schemeClr val="tx1"/>
              </a:solidFill>
              <a:latin typeface="Arial" charset="0"/>
              <a:ea typeface="ＭＳ Ｐゴシック" pitchFamily="-107" charset="-128"/>
              <a:cs typeface="ＭＳ Ｐゴシック" pitchFamily="-107"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pitchFamily="-107" charset="-128"/>
                <a:cs typeface="ＭＳ Ｐゴシック" pitchFamily="-107" charset="-128"/>
              </a:rPr>
              <a:t>This operational mode generates pseudorandom bits. It uses the ciphertext from the previous block in the chain (this is known as feedback, hence the fitting name) and a cryptographic key to do this.</a:t>
            </a:r>
          </a:p>
          <a:p>
            <a:r>
              <a:rPr lang="en-US" sz="1200" kern="1200" baseline="0" dirty="0">
                <a:solidFill>
                  <a:schemeClr val="tx1"/>
                </a:solidFill>
                <a:latin typeface="Arial" charset="0"/>
                <a:ea typeface="ＭＳ Ｐゴシック" pitchFamily="-107" charset="-128"/>
                <a:cs typeface="ＭＳ Ｐゴシック" pitchFamily="-107" charset="-128"/>
              </a:rPr>
              <a:t>An important point to note is that an encryption cipher function is used in both the encryption and decryption processes, rather than using an encryption function for the first and decryption function for the latter. Also, error propagation is an issue with CFB mode because an error in one block can carry over into the next (although it wouldn’t affect the block beyond that). </a:t>
            </a:r>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2811072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58CDF2-4B20-9A47-B637-6DB54462D8BD}"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The output feedback (OFB) mode makes a block cipher into a synchronous stream cipher. It generates keystream blocks, which are then XORed with the plaintext blocks to get the ciphertext. Just as with other stream ciphers, flipping a bit in the ciphertext produces a flipped bit in the plaintext at the same location. This property allows many error-correcting codes to function normally even when applied before encryption.</a:t>
            </a:r>
          </a:p>
          <a:p>
            <a:endParaRPr lang="en-US" sz="1200" kern="1200" baseline="0" dirty="0">
              <a:solidFill>
                <a:schemeClr val="tx1"/>
              </a:solidFill>
              <a:latin typeface="Arial" charset="0"/>
              <a:ea typeface="ＭＳ Ｐゴシック" pitchFamily="-107" charset="-128"/>
              <a:cs typeface="Arial" pitchFamily="-1" charset="0"/>
            </a:endParaRPr>
          </a:p>
          <a:p>
            <a:r>
              <a:rPr lang="en-US" b="1" dirty="0"/>
              <a:t>Explanation:</a:t>
            </a:r>
            <a:endParaRPr lang="en-US" dirty="0"/>
          </a:p>
          <a:p>
            <a:pPr>
              <a:buFont typeface="Arial" panose="020B0604020202020204" pitchFamily="34" charset="0"/>
              <a:buChar char="•"/>
            </a:pPr>
            <a:r>
              <a:rPr lang="en-US" dirty="0"/>
              <a:t>OFB also turns a block cipher into a stream cipher.</a:t>
            </a:r>
          </a:p>
          <a:p>
            <a:pPr>
              <a:buFont typeface="Arial" panose="020B0604020202020204" pitchFamily="34" charset="0"/>
              <a:buChar char="•"/>
            </a:pPr>
            <a:r>
              <a:rPr lang="en-US" dirty="0"/>
              <a:t>It generates keystream blocks, which are then XORed with plaintext blocks to produce ciphertext blocks.</a:t>
            </a:r>
          </a:p>
          <a:p>
            <a:r>
              <a:rPr lang="en-US" b="1" dirty="0"/>
              <a:t>Advantages:</a:t>
            </a:r>
            <a:endParaRPr lang="en-US" dirty="0"/>
          </a:p>
          <a:p>
            <a:pPr>
              <a:buFont typeface="Arial" panose="020B0604020202020204" pitchFamily="34" charset="0"/>
              <a:buChar char="•"/>
            </a:pPr>
            <a:r>
              <a:rPr lang="en-US" dirty="0"/>
              <a:t>Errors do not propagate, meaning a bit error in ciphertext only affects the corresponding bit in plaintext.</a:t>
            </a:r>
          </a:p>
          <a:p>
            <a:pPr>
              <a:buFont typeface="Arial" panose="020B0604020202020204" pitchFamily="34" charset="0"/>
              <a:buChar char="•"/>
            </a:pPr>
            <a:r>
              <a:rPr lang="en-US" dirty="0"/>
              <a:t>Encryption and decryption can be parallelized.</a:t>
            </a:r>
          </a:p>
          <a:p>
            <a:r>
              <a:rPr lang="en-US" b="1" dirty="0"/>
              <a:t>Disadvantages:</a:t>
            </a:r>
            <a:endParaRPr lang="en-US" dirty="0"/>
          </a:p>
          <a:p>
            <a:pPr>
              <a:buFont typeface="Arial" panose="020B0604020202020204" pitchFamily="34" charset="0"/>
              <a:buChar char="•"/>
            </a:pPr>
            <a:r>
              <a:rPr lang="en-US" dirty="0"/>
              <a:t>Requires an IV.</a:t>
            </a:r>
          </a:p>
          <a:p>
            <a:pPr>
              <a:buFont typeface="Arial" panose="020B0604020202020204" pitchFamily="34" charset="0"/>
              <a:buChar char="•"/>
            </a:pPr>
            <a:r>
              <a:rPr lang="en-US" dirty="0"/>
              <a:t>If the same IV is reused, it compromises security.</a:t>
            </a:r>
          </a:p>
          <a:p>
            <a:r>
              <a:rPr lang="en-US" b="1" dirty="0"/>
              <a:t>Applications:</a:t>
            </a:r>
            <a:endParaRPr lang="en-US" dirty="0"/>
          </a:p>
          <a:p>
            <a:pPr>
              <a:buFont typeface="Arial" panose="020B0604020202020204" pitchFamily="34" charset="0"/>
              <a:buChar char="•"/>
            </a:pPr>
            <a:r>
              <a:rPr lang="en-US" dirty="0"/>
              <a:t>Useful for encrypting data streams where error propagation is a concern, like in satellite communications.</a:t>
            </a:r>
          </a:p>
          <a:p>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2357166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58CDF2-4B20-9A47-B637-6DB54462D8BD}"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Like OFB, counter mode turns a block cipher into a stream cipher. It generates the next keystream block by encrypting successive values of a "counter". The counter can be any function which produces a sequence which is guaranteed not to repeat for a long time, although an actual increment-by-one counter is the simplest and most popular. today CTR mode is widely accepted and any problems are considered a weakness of the underlying block cipher, which is expected to be secure regardless of systemic bias in its input. Along with CBC, CTR mode is one of two block cipher modes recommended by Niels Ferguson and Bruce </a:t>
            </a:r>
            <a:r>
              <a:rPr lang="en-US" sz="1200" kern="1200" baseline="0" dirty="0" err="1">
                <a:solidFill>
                  <a:schemeClr val="tx1"/>
                </a:solidFill>
                <a:latin typeface="Arial" charset="0"/>
                <a:ea typeface="ＭＳ Ｐゴシック" pitchFamily="-107" charset="-128"/>
                <a:cs typeface="ＭＳ Ｐゴシック" pitchFamily="-107" charset="-128"/>
              </a:rPr>
              <a:t>Schneier</a:t>
            </a:r>
            <a:r>
              <a:rPr lang="en-US" sz="1200" kern="1200" baseline="0" dirty="0">
                <a:solidFill>
                  <a:schemeClr val="tx1"/>
                </a:solidFill>
                <a:latin typeface="Arial" charset="0"/>
                <a:ea typeface="ＭＳ Ｐゴシック" pitchFamily="-107" charset="-128"/>
                <a:cs typeface="ＭＳ Ｐゴシック" pitchFamily="-107" charset="-128"/>
              </a:rPr>
              <a:t>.</a:t>
            </a:r>
            <a:endParaRPr lang="en-US" sz="1200" kern="1200" baseline="0" dirty="0">
              <a:solidFill>
                <a:schemeClr val="tx1"/>
              </a:solidFill>
              <a:latin typeface="Arial" charset="0"/>
              <a:ea typeface="ＭＳ Ｐゴシック" pitchFamily="-107" charset="-128"/>
              <a:cs typeface="Arial" pitchFamily="-1" charset="0"/>
            </a:endParaRPr>
          </a:p>
          <a:p>
            <a:pPr algn="l"/>
            <a:r>
              <a:rPr lang="en-US" b="0" i="0" dirty="0">
                <a:solidFill>
                  <a:srgbClr val="4F4F4F"/>
                </a:solidFill>
                <a:effectLst/>
                <a:latin typeface="Arial" panose="020B0604020202020204" pitchFamily="34" charset="0"/>
              </a:rPr>
              <a:t>This operational mode, the newest one recommended by NIST, is designed to serve as a counter for pseudorandom generation (hence the name). This is one of the most commonly used modes of operation.</a:t>
            </a:r>
          </a:p>
          <a:p>
            <a:pPr algn="l"/>
            <a:r>
              <a:rPr lang="en-US" b="0" i="0" dirty="0">
                <a:solidFill>
                  <a:srgbClr val="4F4F4F"/>
                </a:solidFill>
                <a:effectLst/>
                <a:latin typeface="Arial" panose="020B0604020202020204" pitchFamily="34" charset="0"/>
              </a:rPr>
              <a:t>CTR mode has similarities to OFB mode but is still different. For example, unlike the previous operational modes, CTR doesn’t require explicit chaining and is parallelizable. This means that you can process and encrypt separate messages in parallel (like stream ciphers). So, this means that because it doesn’t depend on the output from a previous block, you can decrypt two blocks independently. </a:t>
            </a:r>
          </a:p>
          <a:p>
            <a:pPr algn="l"/>
            <a:r>
              <a:rPr lang="en-US" b="0" i="0" dirty="0">
                <a:solidFill>
                  <a:srgbClr val="4F4F4F"/>
                </a:solidFill>
                <a:effectLst/>
                <a:latin typeface="Arial" panose="020B0604020202020204" pitchFamily="34" charset="0"/>
              </a:rPr>
              <a:t>The security of this mode depends on the protection of the counter values (CVs), so you should never recycle your CVs.</a:t>
            </a:r>
          </a:p>
          <a:p>
            <a:r>
              <a:rPr lang="en-US" b="1" dirty="0"/>
              <a:t>Counter (CTR) Mode</a:t>
            </a:r>
          </a:p>
          <a:p>
            <a:r>
              <a:rPr lang="en-US" b="1" dirty="0"/>
              <a:t>Explanation:</a:t>
            </a:r>
            <a:endParaRPr lang="en-US" dirty="0"/>
          </a:p>
          <a:p>
            <a:pPr>
              <a:buFont typeface="Arial" panose="020B0604020202020204" pitchFamily="34" charset="0"/>
              <a:buChar char="•"/>
            </a:pPr>
            <a:r>
              <a:rPr lang="en-US" dirty="0"/>
              <a:t>CTR mode turns a block cipher into a stream cipher by using a counter that increments for each block.</a:t>
            </a:r>
          </a:p>
          <a:p>
            <a:pPr>
              <a:buFont typeface="Arial" panose="020B0604020202020204" pitchFamily="34" charset="0"/>
              <a:buChar char="•"/>
            </a:pPr>
            <a:r>
              <a:rPr lang="en-US" dirty="0"/>
              <a:t>The counter is encrypted and then XORed with the plaintext to produce the ciphertext.</a:t>
            </a:r>
          </a:p>
          <a:p>
            <a:r>
              <a:rPr lang="en-US" b="1" dirty="0"/>
              <a:t>Advantages:</a:t>
            </a:r>
            <a:endParaRPr lang="en-US" dirty="0"/>
          </a:p>
          <a:p>
            <a:pPr>
              <a:buFont typeface="Arial" panose="020B0604020202020204" pitchFamily="34" charset="0"/>
              <a:buChar char="•"/>
            </a:pPr>
            <a:r>
              <a:rPr lang="en-US" dirty="0"/>
              <a:t>High performance: encryption and decryption can be parallelized.</a:t>
            </a:r>
          </a:p>
          <a:p>
            <a:pPr>
              <a:buFont typeface="Arial" panose="020B0604020202020204" pitchFamily="34" charset="0"/>
              <a:buChar char="•"/>
            </a:pPr>
            <a:r>
              <a:rPr lang="en-US" dirty="0"/>
              <a:t>No error propagation.</a:t>
            </a:r>
          </a:p>
          <a:p>
            <a:r>
              <a:rPr lang="en-US" b="1" dirty="0"/>
              <a:t>Disadvantages:</a:t>
            </a:r>
            <a:endParaRPr lang="en-US" dirty="0"/>
          </a:p>
          <a:p>
            <a:pPr>
              <a:buFont typeface="Arial" panose="020B0604020202020204" pitchFamily="34" charset="0"/>
              <a:buChar char="•"/>
            </a:pPr>
            <a:r>
              <a:rPr lang="en-US" dirty="0"/>
              <a:t>Requires a unique counter for each encryption session to ensure security.</a:t>
            </a:r>
          </a:p>
          <a:p>
            <a:pPr>
              <a:buFont typeface="Arial" panose="020B0604020202020204" pitchFamily="34" charset="0"/>
              <a:buChar char="•"/>
            </a:pPr>
            <a:r>
              <a:rPr lang="en-US" dirty="0"/>
              <a:t>Managing counters can be complex.</a:t>
            </a:r>
          </a:p>
          <a:p>
            <a:r>
              <a:rPr lang="en-US" b="1" dirty="0"/>
              <a:t>Applications:</a:t>
            </a:r>
            <a:endParaRPr lang="en-US" dirty="0"/>
          </a:p>
          <a:p>
            <a:pPr>
              <a:buFont typeface="Arial" panose="020B0604020202020204" pitchFamily="34" charset="0"/>
              <a:buChar char="•"/>
            </a:pPr>
            <a:r>
              <a:rPr lang="en-US" dirty="0"/>
              <a:t>Commonly used in high-performance applications such as disk encryption and network encryption protocols.</a:t>
            </a:r>
          </a:p>
          <a:p>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3621668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20</a:t>
            </a:fld>
            <a:endParaRPr lang="en-US"/>
          </a:p>
        </p:txBody>
      </p:sp>
    </p:spTree>
    <p:extLst>
      <p:ext uri="{BB962C8B-B14F-4D97-AF65-F5344CB8AC3E}">
        <p14:creationId xmlns:p14="http://schemas.microsoft.com/office/powerpoint/2010/main" val="19359785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33341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887839-B638-5940-A40E-D2058DA52E48}"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Feistel proposed [FEIS73] that we can approximate the ideal block cipher by utilizing</a:t>
            </a:r>
          </a:p>
          <a:p>
            <a:r>
              <a:rPr lang="en-US" sz="1200" kern="1200" baseline="0" dirty="0">
                <a:solidFill>
                  <a:schemeClr val="tx1"/>
                </a:solidFill>
                <a:latin typeface="Arial" charset="0"/>
                <a:ea typeface="ＭＳ Ｐゴシック" pitchFamily="-107" charset="-128"/>
                <a:cs typeface="ＭＳ Ｐゴシック" pitchFamily="-107" charset="-128"/>
              </a:rPr>
              <a:t>the concept of a product cipher, which is the execution of two or more simple ciphers</a:t>
            </a:r>
          </a:p>
          <a:p>
            <a:r>
              <a:rPr lang="en-US" sz="1200" kern="1200" baseline="0" dirty="0">
                <a:solidFill>
                  <a:schemeClr val="tx1"/>
                </a:solidFill>
                <a:latin typeface="Arial" charset="0"/>
                <a:ea typeface="ＭＳ Ｐゴシック" pitchFamily="-107" charset="-128"/>
                <a:cs typeface="ＭＳ Ｐゴシック" pitchFamily="-107" charset="-128"/>
              </a:rPr>
              <a:t>in sequence in such a way that the final result or product is cryptographically stronger</a:t>
            </a:r>
          </a:p>
          <a:p>
            <a:r>
              <a:rPr lang="en-US" sz="1200" kern="1200" baseline="0" dirty="0">
                <a:solidFill>
                  <a:schemeClr val="tx1"/>
                </a:solidFill>
                <a:latin typeface="Arial" charset="0"/>
                <a:ea typeface="ＭＳ Ｐゴシック" pitchFamily="-107" charset="-128"/>
                <a:cs typeface="ＭＳ Ｐゴシック" pitchFamily="-107" charset="-128"/>
              </a:rPr>
              <a:t> than any of the component ciphers. The essence of the approach is to develop a block</a:t>
            </a:r>
          </a:p>
          <a:p>
            <a:r>
              <a:rPr lang="en-US" sz="1200" kern="1200" baseline="0" dirty="0">
                <a:solidFill>
                  <a:schemeClr val="tx1"/>
                </a:solidFill>
                <a:latin typeface="Arial" charset="0"/>
                <a:ea typeface="ＭＳ Ｐゴシック" pitchFamily="-107" charset="-128"/>
                <a:cs typeface="ＭＳ Ｐゴシック" pitchFamily="-107" charset="-128"/>
              </a:rPr>
              <a:t>cipher with a key length of k  bits and a block length of n  bits, allowing a total of 2</a:t>
            </a:r>
            <a:r>
              <a:rPr lang="en-US" sz="1200" kern="1200" baseline="30000" dirty="0">
                <a:solidFill>
                  <a:schemeClr val="tx1"/>
                </a:solidFill>
                <a:latin typeface="Arial" charset="0"/>
                <a:ea typeface="ＭＳ Ｐゴシック" pitchFamily="-107" charset="-128"/>
                <a:cs typeface="ＭＳ Ｐゴシック" pitchFamily="-107" charset="-128"/>
              </a:rPr>
              <a:t>k</a:t>
            </a:r>
          </a:p>
          <a:p>
            <a:r>
              <a:rPr lang="en-US" sz="1200" kern="1200" baseline="0" dirty="0">
                <a:solidFill>
                  <a:schemeClr val="tx1"/>
                </a:solidFill>
                <a:latin typeface="Arial" charset="0"/>
                <a:ea typeface="ＭＳ Ｐゴシック" pitchFamily="-107" charset="-128"/>
                <a:cs typeface="ＭＳ Ｐゴシック" pitchFamily="-107" charset="-128"/>
              </a:rPr>
              <a:t> possible transformations, rather than the 2</a:t>
            </a:r>
            <a:r>
              <a:rPr lang="en-US" sz="1200" kern="1200" baseline="30000" dirty="0">
                <a:solidFill>
                  <a:schemeClr val="tx1"/>
                </a:solidFill>
                <a:latin typeface="Arial" charset="0"/>
                <a:ea typeface="ＭＳ Ｐゴシック" pitchFamily="-107" charset="-128"/>
                <a:cs typeface="ＭＳ Ｐゴシック" pitchFamily="-107" charset="-128"/>
              </a:rPr>
              <a:t>n</a:t>
            </a:r>
            <a:r>
              <a:rPr lang="en-US" sz="1200" kern="1200" baseline="0" dirty="0">
                <a:solidFill>
                  <a:schemeClr val="tx1"/>
                </a:solidFill>
                <a:latin typeface="Arial" charset="0"/>
                <a:ea typeface="ＭＳ Ｐゴシック" pitchFamily="-107" charset="-128"/>
                <a:cs typeface="ＭＳ Ｐゴシック" pitchFamily="-107" charset="-128"/>
              </a:rPr>
              <a:t> ! transformations available with the ideal</a:t>
            </a:r>
          </a:p>
          <a:p>
            <a:r>
              <a:rPr lang="en-US" sz="1200" kern="1200" baseline="0" dirty="0">
                <a:solidFill>
                  <a:schemeClr val="tx1"/>
                </a:solidFill>
                <a:latin typeface="Arial" charset="0"/>
                <a:ea typeface="ＭＳ Ｐゴシック" pitchFamily="-107" charset="-128"/>
                <a:cs typeface="ＭＳ Ｐゴシック" pitchFamily="-107" charset="-128"/>
              </a:rPr>
              <a:t>block cipher.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particular, Feistel proposed the use of a cipher that alternates substitutions</a:t>
            </a:r>
          </a:p>
          <a:p>
            <a:r>
              <a:rPr lang="en-US" sz="1200" kern="1200" baseline="0" dirty="0">
                <a:solidFill>
                  <a:schemeClr val="tx1"/>
                </a:solidFill>
                <a:latin typeface="Arial" charset="0"/>
                <a:ea typeface="ＭＳ Ｐゴシック" pitchFamily="-107" charset="-128"/>
                <a:cs typeface="ＭＳ Ｐゴシック" pitchFamily="-107" charset="-128"/>
              </a:rPr>
              <a:t>and permutations, where these terms are defined as follows: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Substitution:  Each plaintext element or group of elements is uniquely replaced</a:t>
            </a:r>
          </a:p>
          <a:p>
            <a:r>
              <a:rPr lang="en-US" sz="1200" kern="1200" baseline="0" dirty="0">
                <a:solidFill>
                  <a:schemeClr val="tx1"/>
                </a:solidFill>
                <a:latin typeface="Arial" charset="0"/>
                <a:ea typeface="ＭＳ Ｐゴシック" pitchFamily="-107" charset="-128"/>
                <a:cs typeface="ＭＳ Ｐゴシック" pitchFamily="-107" charset="-128"/>
              </a:rPr>
              <a:t>by a corresponding ciphertext element or group of elements.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Permutation:  A sequence of plaintext elements is replaced by a permutation</a:t>
            </a:r>
          </a:p>
          <a:p>
            <a:r>
              <a:rPr lang="en-US" sz="1200" kern="1200" baseline="0" dirty="0">
                <a:solidFill>
                  <a:schemeClr val="tx1"/>
                </a:solidFill>
                <a:latin typeface="Arial" charset="0"/>
                <a:ea typeface="ＭＳ Ｐゴシック" pitchFamily="-107" charset="-128"/>
                <a:cs typeface="ＭＳ Ｐゴシック" pitchFamily="-107" charset="-128"/>
              </a:rPr>
              <a:t>of that sequence. That is, no elements are added or deleted or replaced in the</a:t>
            </a:r>
          </a:p>
          <a:p>
            <a:r>
              <a:rPr lang="en-US" sz="1200" kern="1200" baseline="0" dirty="0">
                <a:solidFill>
                  <a:schemeClr val="tx1"/>
                </a:solidFill>
                <a:latin typeface="Arial" charset="0"/>
                <a:ea typeface="ＭＳ Ｐゴシック" pitchFamily="-107" charset="-128"/>
                <a:cs typeface="ＭＳ Ｐゴシック" pitchFamily="-107" charset="-128"/>
              </a:rPr>
              <a:t>sequence, rather the order in which the elements appear in the sequence is</a:t>
            </a:r>
          </a:p>
          <a:p>
            <a:r>
              <a:rPr lang="en-US" sz="1200" kern="1200" baseline="0" dirty="0">
                <a:solidFill>
                  <a:schemeClr val="tx1"/>
                </a:solidFill>
                <a:latin typeface="Arial" charset="0"/>
                <a:ea typeface="ＭＳ Ｐゴシック" pitchFamily="-107" charset="-128"/>
                <a:cs typeface="ＭＳ Ｐゴシック" pitchFamily="-107" charset="-128"/>
              </a:rPr>
              <a:t>changed.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fact, Feistel’s is a practical application of a proposal by Claude Shannon</a:t>
            </a:r>
          </a:p>
          <a:p>
            <a:r>
              <a:rPr lang="en-US" sz="1200" kern="1200" baseline="0" dirty="0">
                <a:solidFill>
                  <a:schemeClr val="tx1"/>
                </a:solidFill>
                <a:latin typeface="Arial" charset="0"/>
                <a:ea typeface="ＭＳ Ｐゴシック" pitchFamily="-107" charset="-128"/>
                <a:cs typeface="ＭＳ Ｐゴシック" pitchFamily="-107" charset="-128"/>
              </a:rPr>
              <a:t>to develop a product cipher that alternates confusion  and diffusion  functions</a:t>
            </a:r>
          </a:p>
          <a:p>
            <a:r>
              <a:rPr lang="en-US" sz="1200" kern="1200" baseline="0" dirty="0">
                <a:solidFill>
                  <a:schemeClr val="tx1"/>
                </a:solidFill>
                <a:latin typeface="Arial" charset="0"/>
                <a:ea typeface="ＭＳ Ｐゴシック" pitchFamily="-107" charset="-128"/>
                <a:cs typeface="ＭＳ Ｐゴシック" pitchFamily="-107" charset="-128"/>
              </a:rPr>
              <a:t>[SHAN49].  We look next at these concepts of diffusion and confusion and then</a:t>
            </a:r>
          </a:p>
          <a:p>
            <a:r>
              <a:rPr lang="en-US" sz="1200" kern="1200" baseline="0" dirty="0">
                <a:solidFill>
                  <a:schemeClr val="tx1"/>
                </a:solidFill>
                <a:latin typeface="Arial" charset="0"/>
                <a:ea typeface="ＭＳ Ｐゴシック" pitchFamily="-107" charset="-128"/>
                <a:cs typeface="ＭＳ Ｐゴシック" pitchFamily="-107" charset="-128"/>
              </a:rPr>
              <a:t>present the Feistel cipher. But first, it is worth commenting on this remarkable fact:</a:t>
            </a:r>
          </a:p>
          <a:p>
            <a:r>
              <a:rPr lang="en-US" sz="1200" kern="1200" baseline="0" dirty="0">
                <a:solidFill>
                  <a:schemeClr val="tx1"/>
                </a:solidFill>
                <a:latin typeface="Arial" charset="0"/>
                <a:ea typeface="ＭＳ Ｐゴシック" pitchFamily="-107" charset="-128"/>
                <a:cs typeface="ＭＳ Ｐゴシック" pitchFamily="-107" charset="-128"/>
              </a:rPr>
              <a:t>The Feistel cipher structure, which dates back over a quarter century and which, in</a:t>
            </a:r>
          </a:p>
          <a:p>
            <a:r>
              <a:rPr lang="en-US" sz="1200" kern="1200" baseline="0" dirty="0">
                <a:solidFill>
                  <a:schemeClr val="tx1"/>
                </a:solidFill>
                <a:latin typeface="Arial" charset="0"/>
                <a:ea typeface="ＭＳ Ｐゴシック" pitchFamily="-107" charset="-128"/>
                <a:cs typeface="ＭＳ Ｐゴシック" pitchFamily="-107" charset="-128"/>
              </a:rPr>
              <a:t>turn, is based on Shannon’s proposal of 1945, is the structure used by many significant</a:t>
            </a:r>
          </a:p>
          <a:p>
            <a:r>
              <a:rPr lang="en-US" sz="1200" kern="1200" baseline="0" dirty="0">
                <a:solidFill>
                  <a:schemeClr val="tx1"/>
                </a:solidFill>
                <a:latin typeface="Arial" charset="0"/>
                <a:ea typeface="ＭＳ Ｐゴシック" pitchFamily="-107" charset="-128"/>
                <a:cs typeface="ＭＳ Ｐゴシック" pitchFamily="-107" charset="-128"/>
              </a:rPr>
              <a:t>symmetric block ciphers currently in use.</a:t>
            </a:r>
            <a:endParaRPr lang="en-AU" dirty="0">
              <a:latin typeface="Arial"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16187534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887839-B638-5940-A40E-D2058DA52E48}"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Feistel proposed [FEIS73] that we can approximate the ideal block cipher by utilizing</a:t>
            </a:r>
          </a:p>
          <a:p>
            <a:r>
              <a:rPr lang="en-US" sz="1200" kern="1200" baseline="0" dirty="0">
                <a:solidFill>
                  <a:schemeClr val="tx1"/>
                </a:solidFill>
                <a:latin typeface="Arial" charset="0"/>
                <a:ea typeface="ＭＳ Ｐゴシック" pitchFamily="-107" charset="-128"/>
                <a:cs typeface="ＭＳ Ｐゴシック" pitchFamily="-107" charset="-128"/>
              </a:rPr>
              <a:t>the concept of a product cipher, which is the execution of two or more simple ciphers</a:t>
            </a:r>
          </a:p>
          <a:p>
            <a:r>
              <a:rPr lang="en-US" sz="1200" kern="1200" baseline="0" dirty="0">
                <a:solidFill>
                  <a:schemeClr val="tx1"/>
                </a:solidFill>
                <a:latin typeface="Arial" charset="0"/>
                <a:ea typeface="ＭＳ Ｐゴシック" pitchFamily="-107" charset="-128"/>
                <a:cs typeface="ＭＳ Ｐゴシック" pitchFamily="-107" charset="-128"/>
              </a:rPr>
              <a:t>in sequence in such a way that the final result or product is cryptographically stronger</a:t>
            </a:r>
          </a:p>
          <a:p>
            <a:r>
              <a:rPr lang="en-US" sz="1200" kern="1200" baseline="0" dirty="0">
                <a:solidFill>
                  <a:schemeClr val="tx1"/>
                </a:solidFill>
                <a:latin typeface="Arial" charset="0"/>
                <a:ea typeface="ＭＳ Ｐゴシック" pitchFamily="-107" charset="-128"/>
                <a:cs typeface="ＭＳ Ｐゴシック" pitchFamily="-107" charset="-128"/>
              </a:rPr>
              <a:t> than any of the component ciphers. The essence of the approach is to develop a block</a:t>
            </a:r>
          </a:p>
          <a:p>
            <a:r>
              <a:rPr lang="en-US" sz="1200" kern="1200" baseline="0" dirty="0">
                <a:solidFill>
                  <a:schemeClr val="tx1"/>
                </a:solidFill>
                <a:latin typeface="Arial" charset="0"/>
                <a:ea typeface="ＭＳ Ｐゴシック" pitchFamily="-107" charset="-128"/>
                <a:cs typeface="ＭＳ Ｐゴシック" pitchFamily="-107" charset="-128"/>
              </a:rPr>
              <a:t>cipher with a key length of k  bits and a block length of n  bits, allowing a total of 2</a:t>
            </a:r>
            <a:r>
              <a:rPr lang="en-US" sz="1200" kern="1200" baseline="30000" dirty="0">
                <a:solidFill>
                  <a:schemeClr val="tx1"/>
                </a:solidFill>
                <a:latin typeface="Arial" charset="0"/>
                <a:ea typeface="ＭＳ Ｐゴシック" pitchFamily="-107" charset="-128"/>
                <a:cs typeface="ＭＳ Ｐゴシック" pitchFamily="-107" charset="-128"/>
              </a:rPr>
              <a:t>k</a:t>
            </a:r>
          </a:p>
          <a:p>
            <a:r>
              <a:rPr lang="en-US" sz="1200" kern="1200" baseline="0" dirty="0">
                <a:solidFill>
                  <a:schemeClr val="tx1"/>
                </a:solidFill>
                <a:latin typeface="Arial" charset="0"/>
                <a:ea typeface="ＭＳ Ｐゴシック" pitchFamily="-107" charset="-128"/>
                <a:cs typeface="ＭＳ Ｐゴシック" pitchFamily="-107" charset="-128"/>
              </a:rPr>
              <a:t> possible transformations, rather than the 2</a:t>
            </a:r>
            <a:r>
              <a:rPr lang="en-US" sz="1200" kern="1200" baseline="30000" dirty="0">
                <a:solidFill>
                  <a:schemeClr val="tx1"/>
                </a:solidFill>
                <a:latin typeface="Arial" charset="0"/>
                <a:ea typeface="ＭＳ Ｐゴシック" pitchFamily="-107" charset="-128"/>
                <a:cs typeface="ＭＳ Ｐゴシック" pitchFamily="-107" charset="-128"/>
              </a:rPr>
              <a:t>n</a:t>
            </a:r>
            <a:r>
              <a:rPr lang="en-US" sz="1200" kern="1200" baseline="0" dirty="0">
                <a:solidFill>
                  <a:schemeClr val="tx1"/>
                </a:solidFill>
                <a:latin typeface="Arial" charset="0"/>
                <a:ea typeface="ＭＳ Ｐゴシック" pitchFamily="-107" charset="-128"/>
                <a:cs typeface="ＭＳ Ｐゴシック" pitchFamily="-107" charset="-128"/>
              </a:rPr>
              <a:t> ! transformations available with the ideal</a:t>
            </a:r>
          </a:p>
          <a:p>
            <a:r>
              <a:rPr lang="en-US" sz="1200" kern="1200" baseline="0" dirty="0">
                <a:solidFill>
                  <a:schemeClr val="tx1"/>
                </a:solidFill>
                <a:latin typeface="Arial" charset="0"/>
                <a:ea typeface="ＭＳ Ｐゴシック" pitchFamily="-107" charset="-128"/>
                <a:cs typeface="ＭＳ Ｐゴシック" pitchFamily="-107" charset="-128"/>
              </a:rPr>
              <a:t>block cipher.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particular, Feistel proposed the use of a cipher that alternates substitutions</a:t>
            </a:r>
          </a:p>
          <a:p>
            <a:r>
              <a:rPr lang="en-US" sz="1200" kern="1200" baseline="0" dirty="0">
                <a:solidFill>
                  <a:schemeClr val="tx1"/>
                </a:solidFill>
                <a:latin typeface="Arial" charset="0"/>
                <a:ea typeface="ＭＳ Ｐゴシック" pitchFamily="-107" charset="-128"/>
                <a:cs typeface="ＭＳ Ｐゴシック" pitchFamily="-107" charset="-128"/>
              </a:rPr>
              <a:t>and permutations, where these terms are defined as follows: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Substitution:  Each plaintext element or group of elements is uniquely replaced</a:t>
            </a:r>
          </a:p>
          <a:p>
            <a:r>
              <a:rPr lang="en-US" sz="1200" kern="1200" baseline="0" dirty="0">
                <a:solidFill>
                  <a:schemeClr val="tx1"/>
                </a:solidFill>
                <a:latin typeface="Arial" charset="0"/>
                <a:ea typeface="ＭＳ Ｐゴシック" pitchFamily="-107" charset="-128"/>
                <a:cs typeface="ＭＳ Ｐゴシック" pitchFamily="-107" charset="-128"/>
              </a:rPr>
              <a:t>by a corresponding ciphertext element or group of elements.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Permutation:  A sequence of plaintext elements is replaced by a permutation</a:t>
            </a:r>
          </a:p>
          <a:p>
            <a:r>
              <a:rPr lang="en-US" sz="1200" kern="1200" baseline="0" dirty="0">
                <a:solidFill>
                  <a:schemeClr val="tx1"/>
                </a:solidFill>
                <a:latin typeface="Arial" charset="0"/>
                <a:ea typeface="ＭＳ Ｐゴシック" pitchFamily="-107" charset="-128"/>
                <a:cs typeface="ＭＳ Ｐゴシック" pitchFamily="-107" charset="-128"/>
              </a:rPr>
              <a:t>of that sequence. That is, no elements are added or deleted or replaced in the</a:t>
            </a:r>
          </a:p>
          <a:p>
            <a:r>
              <a:rPr lang="en-US" sz="1200" kern="1200" baseline="0" dirty="0">
                <a:solidFill>
                  <a:schemeClr val="tx1"/>
                </a:solidFill>
                <a:latin typeface="Arial" charset="0"/>
                <a:ea typeface="ＭＳ Ｐゴシック" pitchFamily="-107" charset="-128"/>
                <a:cs typeface="ＭＳ Ｐゴシック" pitchFamily="-107" charset="-128"/>
              </a:rPr>
              <a:t>sequence, rather the order in which the elements appear in the sequence is</a:t>
            </a:r>
          </a:p>
          <a:p>
            <a:r>
              <a:rPr lang="en-US" sz="1200" kern="1200" baseline="0" dirty="0">
                <a:solidFill>
                  <a:schemeClr val="tx1"/>
                </a:solidFill>
                <a:latin typeface="Arial" charset="0"/>
                <a:ea typeface="ＭＳ Ｐゴシック" pitchFamily="-107" charset="-128"/>
                <a:cs typeface="ＭＳ Ｐゴシック" pitchFamily="-107" charset="-128"/>
              </a:rPr>
              <a:t>changed.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fact, Feistel’s is a practical application of a proposal by Claude Shannon</a:t>
            </a:r>
          </a:p>
          <a:p>
            <a:r>
              <a:rPr lang="en-US" sz="1200" kern="1200" baseline="0" dirty="0">
                <a:solidFill>
                  <a:schemeClr val="tx1"/>
                </a:solidFill>
                <a:latin typeface="Arial" charset="0"/>
                <a:ea typeface="ＭＳ Ｐゴシック" pitchFamily="-107" charset="-128"/>
                <a:cs typeface="ＭＳ Ｐゴシック" pitchFamily="-107" charset="-128"/>
              </a:rPr>
              <a:t>to develop a product cipher that alternates confusion  and diffusion  functions</a:t>
            </a:r>
          </a:p>
          <a:p>
            <a:r>
              <a:rPr lang="en-US" sz="1200" kern="1200" baseline="0" dirty="0">
                <a:solidFill>
                  <a:schemeClr val="tx1"/>
                </a:solidFill>
                <a:latin typeface="Arial" charset="0"/>
                <a:ea typeface="ＭＳ Ｐゴシック" pitchFamily="-107" charset="-128"/>
                <a:cs typeface="ＭＳ Ｐゴシック" pitchFamily="-107" charset="-128"/>
              </a:rPr>
              <a:t>[SHAN49].  We look next at these concepts of diffusion and confusion and then</a:t>
            </a:r>
          </a:p>
          <a:p>
            <a:r>
              <a:rPr lang="en-US" sz="1200" kern="1200" baseline="0" dirty="0">
                <a:solidFill>
                  <a:schemeClr val="tx1"/>
                </a:solidFill>
                <a:latin typeface="Arial" charset="0"/>
                <a:ea typeface="ＭＳ Ｐゴシック" pitchFamily="-107" charset="-128"/>
                <a:cs typeface="ＭＳ Ｐゴシック" pitchFamily="-107" charset="-128"/>
              </a:rPr>
              <a:t>present the Feistel cipher. But first, it is worth commenting on this remarkable fact:</a:t>
            </a:r>
          </a:p>
          <a:p>
            <a:r>
              <a:rPr lang="en-US" sz="1200" kern="1200" baseline="0" dirty="0">
                <a:solidFill>
                  <a:schemeClr val="tx1"/>
                </a:solidFill>
                <a:latin typeface="Arial" charset="0"/>
                <a:ea typeface="ＭＳ Ｐゴシック" pitchFamily="-107" charset="-128"/>
                <a:cs typeface="ＭＳ Ｐゴシック" pitchFamily="-107" charset="-128"/>
              </a:rPr>
              <a:t>The Feistel cipher structure, which dates back over a quarter century and which, in</a:t>
            </a:r>
          </a:p>
          <a:p>
            <a:r>
              <a:rPr lang="en-US" sz="1200" kern="1200" baseline="0" dirty="0">
                <a:solidFill>
                  <a:schemeClr val="tx1"/>
                </a:solidFill>
                <a:latin typeface="Arial" charset="0"/>
                <a:ea typeface="ＭＳ Ｐゴシック" pitchFamily="-107" charset="-128"/>
                <a:cs typeface="ＭＳ Ｐゴシック" pitchFamily="-107" charset="-128"/>
              </a:rPr>
              <a:t>turn, is based on Shannon’s proposal of 1945, is the structure used by many significant</a:t>
            </a:r>
          </a:p>
          <a:p>
            <a:r>
              <a:rPr lang="en-US" sz="1200" kern="1200" baseline="0" dirty="0">
                <a:solidFill>
                  <a:schemeClr val="tx1"/>
                </a:solidFill>
                <a:latin typeface="Arial" charset="0"/>
                <a:ea typeface="ＭＳ Ｐゴシック" pitchFamily="-107" charset="-128"/>
                <a:cs typeface="ＭＳ Ｐゴシック" pitchFamily="-107" charset="-128"/>
              </a:rPr>
              <a:t>symmetric block ciphers currently in use.</a:t>
            </a:r>
            <a:endParaRPr lang="en-AU" dirty="0">
              <a:latin typeface="Arial"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19959242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887839-B638-5940-A40E-D2058DA52E48}"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Feistel proposed [FEIS73] that we can approximate the ideal block cipher by utilizing</a:t>
            </a:r>
          </a:p>
          <a:p>
            <a:r>
              <a:rPr lang="en-US" sz="1200" kern="1200" baseline="0" dirty="0">
                <a:solidFill>
                  <a:schemeClr val="tx1"/>
                </a:solidFill>
                <a:latin typeface="Arial" charset="0"/>
                <a:ea typeface="ＭＳ Ｐゴシック" pitchFamily="-107" charset="-128"/>
                <a:cs typeface="ＭＳ Ｐゴシック" pitchFamily="-107" charset="-128"/>
              </a:rPr>
              <a:t>the concept of a product cipher, which is the execution of two or more simple ciphers</a:t>
            </a:r>
          </a:p>
          <a:p>
            <a:r>
              <a:rPr lang="en-US" sz="1200" kern="1200" baseline="0" dirty="0">
                <a:solidFill>
                  <a:schemeClr val="tx1"/>
                </a:solidFill>
                <a:latin typeface="Arial" charset="0"/>
                <a:ea typeface="ＭＳ Ｐゴシック" pitchFamily="-107" charset="-128"/>
                <a:cs typeface="ＭＳ Ｐゴシック" pitchFamily="-107" charset="-128"/>
              </a:rPr>
              <a:t>in sequence in such a way that the final result or product is cryptographically stronger</a:t>
            </a:r>
          </a:p>
          <a:p>
            <a:r>
              <a:rPr lang="en-US" sz="1200" kern="1200" baseline="0" dirty="0">
                <a:solidFill>
                  <a:schemeClr val="tx1"/>
                </a:solidFill>
                <a:latin typeface="Arial" charset="0"/>
                <a:ea typeface="ＭＳ Ｐゴシック" pitchFamily="-107" charset="-128"/>
                <a:cs typeface="ＭＳ Ｐゴシック" pitchFamily="-107" charset="-128"/>
              </a:rPr>
              <a:t> than any of the component ciphers. The essence of the approach is to develop a block</a:t>
            </a:r>
          </a:p>
          <a:p>
            <a:r>
              <a:rPr lang="en-US" sz="1200" kern="1200" baseline="0" dirty="0">
                <a:solidFill>
                  <a:schemeClr val="tx1"/>
                </a:solidFill>
                <a:latin typeface="Arial" charset="0"/>
                <a:ea typeface="ＭＳ Ｐゴシック" pitchFamily="-107" charset="-128"/>
                <a:cs typeface="ＭＳ Ｐゴシック" pitchFamily="-107" charset="-128"/>
              </a:rPr>
              <a:t>cipher with a key length of k  bits and a block length of n  bits, allowing a total of 2</a:t>
            </a:r>
            <a:r>
              <a:rPr lang="en-US" sz="1200" kern="1200" baseline="30000" dirty="0">
                <a:solidFill>
                  <a:schemeClr val="tx1"/>
                </a:solidFill>
                <a:latin typeface="Arial" charset="0"/>
                <a:ea typeface="ＭＳ Ｐゴシック" pitchFamily="-107" charset="-128"/>
                <a:cs typeface="ＭＳ Ｐゴシック" pitchFamily="-107" charset="-128"/>
              </a:rPr>
              <a:t>k</a:t>
            </a:r>
          </a:p>
          <a:p>
            <a:r>
              <a:rPr lang="en-US" sz="1200" kern="1200" baseline="0" dirty="0">
                <a:solidFill>
                  <a:schemeClr val="tx1"/>
                </a:solidFill>
                <a:latin typeface="Arial" charset="0"/>
                <a:ea typeface="ＭＳ Ｐゴシック" pitchFamily="-107" charset="-128"/>
                <a:cs typeface="ＭＳ Ｐゴシック" pitchFamily="-107" charset="-128"/>
              </a:rPr>
              <a:t> possible transformations, rather than the 2</a:t>
            </a:r>
            <a:r>
              <a:rPr lang="en-US" sz="1200" kern="1200" baseline="30000" dirty="0">
                <a:solidFill>
                  <a:schemeClr val="tx1"/>
                </a:solidFill>
                <a:latin typeface="Arial" charset="0"/>
                <a:ea typeface="ＭＳ Ｐゴシック" pitchFamily="-107" charset="-128"/>
                <a:cs typeface="ＭＳ Ｐゴシック" pitchFamily="-107" charset="-128"/>
              </a:rPr>
              <a:t>n</a:t>
            </a:r>
            <a:r>
              <a:rPr lang="en-US" sz="1200" kern="1200" baseline="0" dirty="0">
                <a:solidFill>
                  <a:schemeClr val="tx1"/>
                </a:solidFill>
                <a:latin typeface="Arial" charset="0"/>
                <a:ea typeface="ＭＳ Ｐゴシック" pitchFamily="-107" charset="-128"/>
                <a:cs typeface="ＭＳ Ｐゴシック" pitchFamily="-107" charset="-128"/>
              </a:rPr>
              <a:t> ! transformations available with the ideal</a:t>
            </a:r>
          </a:p>
          <a:p>
            <a:r>
              <a:rPr lang="en-US" sz="1200" kern="1200" baseline="0" dirty="0">
                <a:solidFill>
                  <a:schemeClr val="tx1"/>
                </a:solidFill>
                <a:latin typeface="Arial" charset="0"/>
                <a:ea typeface="ＭＳ Ｐゴシック" pitchFamily="-107" charset="-128"/>
                <a:cs typeface="ＭＳ Ｐゴシック" pitchFamily="-107" charset="-128"/>
              </a:rPr>
              <a:t>block cipher.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particular, Feistel proposed the use of a cipher that alternates substitutions</a:t>
            </a:r>
          </a:p>
          <a:p>
            <a:r>
              <a:rPr lang="en-US" sz="1200" kern="1200" baseline="0" dirty="0">
                <a:solidFill>
                  <a:schemeClr val="tx1"/>
                </a:solidFill>
                <a:latin typeface="Arial" charset="0"/>
                <a:ea typeface="ＭＳ Ｐゴシック" pitchFamily="-107" charset="-128"/>
                <a:cs typeface="ＭＳ Ｐゴシック" pitchFamily="-107" charset="-128"/>
              </a:rPr>
              <a:t>and permutations, where these terms are defined as follows: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Substitution:  Each plaintext element or group of elements is uniquely replaced</a:t>
            </a:r>
          </a:p>
          <a:p>
            <a:r>
              <a:rPr lang="en-US" sz="1200" kern="1200" baseline="0" dirty="0">
                <a:solidFill>
                  <a:schemeClr val="tx1"/>
                </a:solidFill>
                <a:latin typeface="Arial" charset="0"/>
                <a:ea typeface="ＭＳ Ｐゴシック" pitchFamily="-107" charset="-128"/>
                <a:cs typeface="ＭＳ Ｐゴシック" pitchFamily="-107" charset="-128"/>
              </a:rPr>
              <a:t>by a corresponding ciphertext element or group of elements.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Permutation:  A sequence of plaintext elements is replaced by a permutation</a:t>
            </a:r>
          </a:p>
          <a:p>
            <a:r>
              <a:rPr lang="en-US" sz="1200" kern="1200" baseline="0" dirty="0">
                <a:solidFill>
                  <a:schemeClr val="tx1"/>
                </a:solidFill>
                <a:latin typeface="Arial" charset="0"/>
                <a:ea typeface="ＭＳ Ｐゴシック" pitchFamily="-107" charset="-128"/>
                <a:cs typeface="ＭＳ Ｐゴシック" pitchFamily="-107" charset="-128"/>
              </a:rPr>
              <a:t>of that sequence. That is, no elements are added or deleted or replaced in the</a:t>
            </a:r>
          </a:p>
          <a:p>
            <a:r>
              <a:rPr lang="en-US" sz="1200" kern="1200" baseline="0" dirty="0">
                <a:solidFill>
                  <a:schemeClr val="tx1"/>
                </a:solidFill>
                <a:latin typeface="Arial" charset="0"/>
                <a:ea typeface="ＭＳ Ｐゴシック" pitchFamily="-107" charset="-128"/>
                <a:cs typeface="ＭＳ Ｐゴシック" pitchFamily="-107" charset="-128"/>
              </a:rPr>
              <a:t>sequence, rather the order in which the elements appear in the sequence is</a:t>
            </a:r>
          </a:p>
          <a:p>
            <a:r>
              <a:rPr lang="en-US" sz="1200" kern="1200" baseline="0" dirty="0">
                <a:solidFill>
                  <a:schemeClr val="tx1"/>
                </a:solidFill>
                <a:latin typeface="Arial" charset="0"/>
                <a:ea typeface="ＭＳ Ｐゴシック" pitchFamily="-107" charset="-128"/>
                <a:cs typeface="ＭＳ Ｐゴシック" pitchFamily="-107" charset="-128"/>
              </a:rPr>
              <a:t>changed.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fact, Feistel’s is a practical application of a proposal by Claude Shannon</a:t>
            </a:r>
          </a:p>
          <a:p>
            <a:r>
              <a:rPr lang="en-US" sz="1200" kern="1200" baseline="0" dirty="0">
                <a:solidFill>
                  <a:schemeClr val="tx1"/>
                </a:solidFill>
                <a:latin typeface="Arial" charset="0"/>
                <a:ea typeface="ＭＳ Ｐゴシック" pitchFamily="-107" charset="-128"/>
                <a:cs typeface="ＭＳ Ｐゴシック" pitchFamily="-107" charset="-128"/>
              </a:rPr>
              <a:t>to develop a product cipher that alternates confusion  and diffusion  functions</a:t>
            </a:r>
          </a:p>
          <a:p>
            <a:r>
              <a:rPr lang="en-US" sz="1200" kern="1200" baseline="0" dirty="0">
                <a:solidFill>
                  <a:schemeClr val="tx1"/>
                </a:solidFill>
                <a:latin typeface="Arial" charset="0"/>
                <a:ea typeface="ＭＳ Ｐゴシック" pitchFamily="-107" charset="-128"/>
                <a:cs typeface="ＭＳ Ｐゴシック" pitchFamily="-107" charset="-128"/>
              </a:rPr>
              <a:t>[SHAN49].  We look next at these concepts of diffusion and confusion and then</a:t>
            </a:r>
          </a:p>
          <a:p>
            <a:r>
              <a:rPr lang="en-US" sz="1200" kern="1200" baseline="0" dirty="0">
                <a:solidFill>
                  <a:schemeClr val="tx1"/>
                </a:solidFill>
                <a:latin typeface="Arial" charset="0"/>
                <a:ea typeface="ＭＳ Ｐゴシック" pitchFamily="-107" charset="-128"/>
                <a:cs typeface="ＭＳ Ｐゴシック" pitchFamily="-107" charset="-128"/>
              </a:rPr>
              <a:t>present the Feistel cipher. But first, it is worth commenting on this remarkable fact:</a:t>
            </a:r>
          </a:p>
          <a:p>
            <a:r>
              <a:rPr lang="en-US" sz="1200" kern="1200" baseline="0" dirty="0">
                <a:solidFill>
                  <a:schemeClr val="tx1"/>
                </a:solidFill>
                <a:latin typeface="Arial" charset="0"/>
                <a:ea typeface="ＭＳ Ｐゴシック" pitchFamily="-107" charset="-128"/>
                <a:cs typeface="ＭＳ Ｐゴシック" pitchFamily="-107" charset="-128"/>
              </a:rPr>
              <a:t>The Feistel cipher structure, which dates back over a quarter century and which, in</a:t>
            </a:r>
          </a:p>
          <a:p>
            <a:r>
              <a:rPr lang="en-US" sz="1200" kern="1200" baseline="0" dirty="0">
                <a:solidFill>
                  <a:schemeClr val="tx1"/>
                </a:solidFill>
                <a:latin typeface="Arial" charset="0"/>
                <a:ea typeface="ＭＳ Ｐゴシック" pitchFamily="-107" charset="-128"/>
                <a:cs typeface="ＭＳ Ｐゴシック" pitchFamily="-107" charset="-128"/>
              </a:rPr>
              <a:t>turn, is based on Shannon’s proposal of 1945, is the structure used by many significant</a:t>
            </a:r>
          </a:p>
          <a:p>
            <a:r>
              <a:rPr lang="en-US" sz="1200" kern="1200" baseline="0" dirty="0">
                <a:solidFill>
                  <a:schemeClr val="tx1"/>
                </a:solidFill>
                <a:latin typeface="Arial" charset="0"/>
                <a:ea typeface="ＭＳ Ｐゴシック" pitchFamily="-107" charset="-128"/>
                <a:cs typeface="ＭＳ Ｐゴシック" pitchFamily="-107" charset="-128"/>
              </a:rPr>
              <a:t>symmetric block ciphers currently in use.</a:t>
            </a:r>
            <a:endParaRPr lang="en-AU" dirty="0">
              <a:latin typeface="Arial"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14446139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p:spPr>
        <p:txBody>
          <a:bodyPr/>
          <a:lstStyle/>
          <a:p>
            <a:fld id="{A7725B11-0D82-5A49-9B0B-3038EE19D03F}" type="slidenum">
              <a:rPr lang="en-AU">
                <a:latin typeface="Arial" pitchFamily="-1" charset="0"/>
              </a:rPr>
              <a:pPr/>
              <a:t>25</a:t>
            </a:fld>
            <a:endParaRPr lang="en-AU" dirty="0">
              <a:latin typeface="Arial" pitchFamily="-1"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left-hand side of Figure 3.3 depicts the structure</a:t>
            </a:r>
          </a:p>
          <a:p>
            <a:r>
              <a:rPr lang="en-US" sz="1200" kern="1200" baseline="0" dirty="0">
                <a:solidFill>
                  <a:schemeClr val="tx1"/>
                </a:solidFill>
                <a:latin typeface="Arial" charset="0"/>
                <a:ea typeface="ＭＳ Ｐゴシック" pitchFamily="-107" charset="-128"/>
                <a:cs typeface="ＭＳ Ｐゴシック" pitchFamily="-107" charset="-128"/>
              </a:rPr>
              <a:t>proposed by Feistel. </a:t>
            </a:r>
          </a:p>
          <a:p>
            <a:r>
              <a:rPr lang="en-US" sz="1200" kern="1200" baseline="0" dirty="0">
                <a:solidFill>
                  <a:schemeClr val="tx1"/>
                </a:solidFill>
                <a:latin typeface="Arial" charset="0"/>
                <a:ea typeface="ＭＳ Ｐゴシック" pitchFamily="-107" charset="-128"/>
                <a:cs typeface="ＭＳ Ｐゴシック" pitchFamily="-107" charset="-128"/>
              </a:rPr>
              <a:t>The inputs to the encryption algorithm are a plaintext block of</a:t>
            </a:r>
          </a:p>
          <a:p>
            <a:r>
              <a:rPr lang="en-US" sz="1200" kern="1200" baseline="0" dirty="0">
                <a:solidFill>
                  <a:schemeClr val="tx1"/>
                </a:solidFill>
                <a:latin typeface="Arial" charset="0"/>
                <a:ea typeface="ＭＳ Ｐゴシック" pitchFamily="-107" charset="-128"/>
                <a:cs typeface="ＭＳ Ｐゴシック" pitchFamily="-107" charset="-128"/>
              </a:rPr>
              <a:t>length 2w  bits and a key K . </a:t>
            </a:r>
          </a:p>
          <a:p>
            <a:r>
              <a:rPr lang="en-US" sz="1200" kern="1200" baseline="0" dirty="0">
                <a:solidFill>
                  <a:schemeClr val="tx1"/>
                </a:solidFill>
                <a:latin typeface="Arial" charset="0"/>
                <a:ea typeface="ＭＳ Ｐゴシック" pitchFamily="-107" charset="-128"/>
                <a:cs typeface="ＭＳ Ｐゴシック" pitchFamily="-107" charset="-128"/>
              </a:rPr>
              <a:t>The plaintext block is divided into two halves, L</a:t>
            </a:r>
            <a:r>
              <a:rPr lang="en-US" sz="1200" kern="1200" baseline="-25000" dirty="0">
                <a:solidFill>
                  <a:schemeClr val="tx1"/>
                </a:solidFill>
                <a:latin typeface="Arial" charset="0"/>
                <a:ea typeface="ＭＳ Ｐゴシック" pitchFamily="-107" charset="-128"/>
                <a:cs typeface="ＭＳ Ｐゴシック" pitchFamily="-107" charset="-128"/>
              </a:rPr>
              <a:t>0</a:t>
            </a:r>
            <a:r>
              <a:rPr lang="en-US" sz="1200" kern="1200" baseline="0" dirty="0">
                <a:solidFill>
                  <a:schemeClr val="tx1"/>
                </a:solidFill>
                <a:latin typeface="Arial" charset="0"/>
                <a:ea typeface="ＭＳ Ｐゴシック" pitchFamily="-107" charset="-128"/>
                <a:cs typeface="ＭＳ Ｐゴシック" pitchFamily="-107" charset="-128"/>
              </a:rPr>
              <a:t>  and R</a:t>
            </a:r>
            <a:r>
              <a:rPr lang="en-US" sz="1200" kern="1200" baseline="-25000" dirty="0">
                <a:solidFill>
                  <a:schemeClr val="tx1"/>
                </a:solidFill>
                <a:latin typeface="Arial" charset="0"/>
                <a:ea typeface="ＭＳ Ｐゴシック" pitchFamily="-107" charset="-128"/>
                <a:cs typeface="ＭＳ Ｐゴシック" pitchFamily="-107" charset="-128"/>
              </a:rPr>
              <a:t>0</a:t>
            </a:r>
            <a:r>
              <a:rPr lang="en-US" sz="1200" kern="1200" baseline="0" dirty="0">
                <a:solidFill>
                  <a:schemeClr val="tx1"/>
                </a:solidFill>
                <a:latin typeface="Arial" charset="0"/>
                <a:ea typeface="ＭＳ Ｐゴシック" pitchFamily="-107" charset="-128"/>
                <a:cs typeface="ＭＳ Ｐゴシック" pitchFamily="-107" charset="-128"/>
              </a:rPr>
              <a:t> .</a:t>
            </a:r>
          </a:p>
          <a:p>
            <a:r>
              <a:rPr lang="en-US" sz="1200" kern="1200" baseline="0" dirty="0">
                <a:solidFill>
                  <a:schemeClr val="tx1"/>
                </a:solidFill>
                <a:latin typeface="Arial" charset="0"/>
                <a:ea typeface="ＭＳ Ｐゴシック" pitchFamily="-107" charset="-128"/>
                <a:cs typeface="ＭＳ Ｐゴシック" pitchFamily="-107" charset="-128"/>
              </a:rPr>
              <a:t>The two halves of the data pass through n  </a:t>
            </a:r>
            <a:r>
              <a:rPr lang="en-US" sz="1200" b="0" kern="1200" baseline="0" dirty="0">
                <a:solidFill>
                  <a:schemeClr val="tx1"/>
                </a:solidFill>
                <a:latin typeface="Arial" charset="0"/>
                <a:ea typeface="ＭＳ Ｐゴシック" pitchFamily="-107" charset="-128"/>
                <a:cs typeface="ＭＳ Ｐゴシック" pitchFamily="-107" charset="-128"/>
              </a:rPr>
              <a:t>rounds of processing and then combine to</a:t>
            </a:r>
          </a:p>
          <a:p>
            <a:r>
              <a:rPr lang="en-US" sz="1200" b="0" kern="1200" baseline="0" dirty="0">
                <a:solidFill>
                  <a:schemeClr val="tx1"/>
                </a:solidFill>
                <a:latin typeface="Arial" charset="0"/>
                <a:ea typeface="ＭＳ Ｐゴシック" pitchFamily="-107" charset="-128"/>
                <a:cs typeface="ＭＳ Ｐゴシック" pitchFamily="-107" charset="-128"/>
              </a:rPr>
              <a:t>produce the ciphertext block. Each round i  has as inputs L</a:t>
            </a:r>
            <a:r>
              <a:rPr lang="en-US" sz="1200" b="0" kern="1200" baseline="-25000" dirty="0">
                <a:solidFill>
                  <a:schemeClr val="tx1"/>
                </a:solidFill>
                <a:latin typeface="Arial" charset="0"/>
                <a:ea typeface="ＭＳ Ｐゴシック" pitchFamily="-107" charset="-128"/>
                <a:cs typeface="ＭＳ Ｐゴシック" pitchFamily="-107" charset="-128"/>
              </a:rPr>
              <a:t>i-1  </a:t>
            </a:r>
            <a:r>
              <a:rPr lang="en-US" sz="1200" b="0" kern="1200" baseline="0" dirty="0">
                <a:solidFill>
                  <a:schemeClr val="tx1"/>
                </a:solidFill>
                <a:latin typeface="Arial" charset="0"/>
                <a:ea typeface="ＭＳ Ｐゴシック" pitchFamily="-107" charset="-128"/>
                <a:cs typeface="ＭＳ Ｐゴシック" pitchFamily="-107" charset="-128"/>
              </a:rPr>
              <a:t>and R</a:t>
            </a:r>
            <a:r>
              <a:rPr lang="en-US" sz="1200" b="0" kern="1200" baseline="-25000" dirty="0">
                <a:solidFill>
                  <a:schemeClr val="tx1"/>
                </a:solidFill>
                <a:latin typeface="Arial" charset="0"/>
                <a:ea typeface="ＭＳ Ｐゴシック" pitchFamily="-107" charset="-128"/>
                <a:cs typeface="ＭＳ Ｐゴシック" pitchFamily="-107" charset="-128"/>
              </a:rPr>
              <a:t>i-1  </a:t>
            </a:r>
            <a:r>
              <a:rPr lang="en-US" sz="1200" b="0" kern="1200" baseline="0" dirty="0">
                <a:solidFill>
                  <a:schemeClr val="tx1"/>
                </a:solidFill>
                <a:latin typeface="Arial" charset="0"/>
                <a:ea typeface="ＭＳ Ｐゴシック" pitchFamily="-107" charset="-128"/>
                <a:cs typeface="ＭＳ Ｐゴシック" pitchFamily="-107" charset="-128"/>
              </a:rPr>
              <a:t>derived from</a:t>
            </a:r>
          </a:p>
          <a:p>
            <a:r>
              <a:rPr lang="en-US" sz="1200" b="0" kern="1200" baseline="0" dirty="0">
                <a:solidFill>
                  <a:schemeClr val="tx1"/>
                </a:solidFill>
                <a:latin typeface="Arial" charset="0"/>
                <a:ea typeface="ＭＳ Ｐゴシック" pitchFamily="-107" charset="-128"/>
                <a:cs typeface="ＭＳ Ｐゴシック" pitchFamily="-107" charset="-128"/>
              </a:rPr>
              <a:t>the previous round, as well as a subkey K</a:t>
            </a:r>
            <a:r>
              <a:rPr lang="en-US" sz="1200" b="0" kern="1200" baseline="-25000" dirty="0">
                <a:solidFill>
                  <a:schemeClr val="tx1"/>
                </a:solidFill>
                <a:latin typeface="Arial" charset="0"/>
                <a:ea typeface="ＭＳ Ｐゴシック" pitchFamily="-107" charset="-128"/>
                <a:cs typeface="ＭＳ Ｐゴシック" pitchFamily="-107" charset="-128"/>
              </a:rPr>
              <a:t>i</a:t>
            </a:r>
            <a:r>
              <a:rPr lang="en-US" sz="1200" b="0" kern="1200" baseline="0" dirty="0">
                <a:solidFill>
                  <a:schemeClr val="tx1"/>
                </a:solidFill>
                <a:latin typeface="Arial" charset="0"/>
                <a:ea typeface="ＭＳ Ｐゴシック" pitchFamily="-107" charset="-128"/>
                <a:cs typeface="ＭＳ Ｐゴシック" pitchFamily="-107" charset="-128"/>
              </a:rPr>
              <a:t>  derived from the overall K . In general,</a:t>
            </a:r>
          </a:p>
          <a:p>
            <a:r>
              <a:rPr lang="en-US" sz="1200" kern="1200" baseline="0" dirty="0">
                <a:solidFill>
                  <a:schemeClr val="tx1"/>
                </a:solidFill>
                <a:latin typeface="Arial" charset="0"/>
                <a:ea typeface="ＭＳ Ｐゴシック" pitchFamily="-107" charset="-128"/>
                <a:cs typeface="ＭＳ Ｐゴシック" pitchFamily="-107" charset="-128"/>
              </a:rPr>
              <a:t>the subkeys K</a:t>
            </a:r>
            <a:r>
              <a:rPr lang="en-US" sz="1200" kern="1200" baseline="-25000" dirty="0">
                <a:solidFill>
                  <a:schemeClr val="tx1"/>
                </a:solidFill>
                <a:latin typeface="Arial" charset="0"/>
                <a:ea typeface="ＭＳ Ｐゴシック" pitchFamily="-107" charset="-128"/>
                <a:cs typeface="ＭＳ Ｐゴシック" pitchFamily="-107" charset="-128"/>
              </a:rPr>
              <a:t>i</a:t>
            </a:r>
            <a:r>
              <a:rPr lang="en-US" sz="1200" kern="1200" baseline="0" dirty="0">
                <a:solidFill>
                  <a:schemeClr val="tx1"/>
                </a:solidFill>
                <a:latin typeface="Arial" charset="0"/>
                <a:ea typeface="ＭＳ Ｐゴシック" pitchFamily="-107" charset="-128"/>
                <a:cs typeface="ＭＳ Ｐゴシック" pitchFamily="-107" charset="-128"/>
              </a:rPr>
              <a:t>  are different from K  and from each other. </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In Figure 3.3, 16 rounds</a:t>
            </a:r>
          </a:p>
          <a:p>
            <a:r>
              <a:rPr lang="en-US" sz="1200" kern="1200" baseline="0" dirty="0">
                <a:solidFill>
                  <a:schemeClr val="tx1"/>
                </a:solidFill>
                <a:latin typeface="Arial" charset="0"/>
                <a:ea typeface="ＭＳ Ｐゴシック" pitchFamily="-107" charset="-128"/>
                <a:cs typeface="ＭＳ Ｐゴシック" pitchFamily="-107" charset="-128"/>
              </a:rPr>
              <a:t>are used, although any number of rounds could be implemented.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All rounds have the same structure. </a:t>
            </a:r>
          </a:p>
          <a:p>
            <a:r>
              <a:rPr lang="en-US" sz="1200" kern="1200" baseline="0" dirty="0">
                <a:solidFill>
                  <a:schemeClr val="tx1"/>
                </a:solidFill>
                <a:latin typeface="Arial" charset="0"/>
                <a:ea typeface="ＭＳ Ｐゴシック" pitchFamily="-107" charset="-128"/>
                <a:cs typeface="ＭＳ Ｐゴシック" pitchFamily="-107" charset="-128"/>
              </a:rPr>
              <a:t>A substitution  is performed on the left half</a:t>
            </a:r>
          </a:p>
          <a:p>
            <a:r>
              <a:rPr lang="en-US" sz="1200" kern="1200" baseline="0" dirty="0">
                <a:solidFill>
                  <a:schemeClr val="tx1"/>
                </a:solidFill>
                <a:latin typeface="Arial" charset="0"/>
                <a:ea typeface="ＭＳ Ｐゴシック" pitchFamily="-107" charset="-128"/>
                <a:cs typeface="ＭＳ Ｐゴシック" pitchFamily="-107" charset="-128"/>
              </a:rPr>
              <a:t>of the data. This is done by applying a round function  F to the right half of the data</a:t>
            </a:r>
          </a:p>
          <a:p>
            <a:r>
              <a:rPr lang="en-US" sz="1200" kern="1200" baseline="0" dirty="0">
                <a:solidFill>
                  <a:schemeClr val="tx1"/>
                </a:solidFill>
                <a:latin typeface="Arial" charset="0"/>
                <a:ea typeface="ＭＳ Ｐゴシック" pitchFamily="-107" charset="-128"/>
                <a:cs typeface="ＭＳ Ｐゴシック" pitchFamily="-107" charset="-128"/>
              </a:rPr>
              <a:t>and then taking the exclusive-OR of the output of that function and the left half of the</a:t>
            </a:r>
          </a:p>
          <a:p>
            <a:r>
              <a:rPr lang="en-US" sz="1200" kern="1200" baseline="0" dirty="0">
                <a:solidFill>
                  <a:schemeClr val="tx1"/>
                </a:solidFill>
                <a:latin typeface="Arial" charset="0"/>
                <a:ea typeface="ＭＳ Ｐゴシック" pitchFamily="-107" charset="-128"/>
                <a:cs typeface="ＭＳ Ｐゴシック" pitchFamily="-107" charset="-128"/>
              </a:rPr>
              <a:t>data. The round function has the same general structure for each round but is parameterized</a:t>
            </a:r>
          </a:p>
          <a:p>
            <a:r>
              <a:rPr lang="en-US" sz="1200" kern="1200" baseline="0" dirty="0">
                <a:solidFill>
                  <a:schemeClr val="tx1"/>
                </a:solidFill>
                <a:latin typeface="Arial" charset="0"/>
                <a:ea typeface="ＭＳ Ｐゴシック" pitchFamily="-107" charset="-128"/>
                <a:cs typeface="ＭＳ Ｐゴシック" pitchFamily="-107" charset="-128"/>
              </a:rPr>
              <a:t>by the round subkey K</a:t>
            </a:r>
            <a:r>
              <a:rPr lang="en-US" sz="1200" kern="1200" baseline="-25000" dirty="0">
                <a:solidFill>
                  <a:schemeClr val="tx1"/>
                </a:solidFill>
                <a:latin typeface="Arial" charset="0"/>
                <a:ea typeface="ＭＳ Ｐゴシック" pitchFamily="-107" charset="-128"/>
                <a:cs typeface="ＭＳ Ｐゴシック" pitchFamily="-107" charset="-128"/>
              </a:rPr>
              <a:t>i</a:t>
            </a:r>
            <a:r>
              <a:rPr lang="en-US" sz="1200" kern="1200" baseline="0" dirty="0">
                <a:solidFill>
                  <a:schemeClr val="tx1"/>
                </a:solidFill>
                <a:latin typeface="Arial" charset="0"/>
                <a:ea typeface="ＭＳ Ｐゴシック" pitchFamily="-107" charset="-128"/>
                <a:cs typeface="ＭＳ Ｐゴシック" pitchFamily="-107" charset="-128"/>
              </a:rPr>
              <a:t> . Another way to express this is to say that F is a function</a:t>
            </a:r>
          </a:p>
          <a:p>
            <a:r>
              <a:rPr lang="en-US" sz="1200" kern="1200" baseline="0" dirty="0">
                <a:solidFill>
                  <a:schemeClr val="tx1"/>
                </a:solidFill>
                <a:latin typeface="Arial" charset="0"/>
                <a:ea typeface="ＭＳ Ｐゴシック" pitchFamily="-107" charset="-128"/>
                <a:cs typeface="ＭＳ Ｐゴシック" pitchFamily="-107" charset="-128"/>
              </a:rPr>
              <a:t>of right-half block of w  bits and a subkey of y  bits, which produces an output value</a:t>
            </a:r>
          </a:p>
          <a:p>
            <a:r>
              <a:rPr lang="en-US" sz="1200" b="0" kern="1200" baseline="0" dirty="0">
                <a:solidFill>
                  <a:schemeClr val="tx1"/>
                </a:solidFill>
                <a:latin typeface="Arial" charset="0"/>
                <a:ea typeface="ＭＳ Ｐゴシック" pitchFamily="-107" charset="-128"/>
                <a:cs typeface="ＭＳ Ｐゴシック" pitchFamily="-107" charset="-128"/>
              </a:rPr>
              <a:t> of length w bits: F (RE</a:t>
            </a:r>
            <a:r>
              <a:rPr lang="en-US" sz="1200" b="0" kern="1200" baseline="-25000" dirty="0">
                <a:solidFill>
                  <a:schemeClr val="tx1"/>
                </a:solidFill>
                <a:latin typeface="Arial" charset="0"/>
                <a:ea typeface="ＭＳ Ｐゴシック" pitchFamily="-107" charset="-128"/>
                <a:cs typeface="ＭＳ Ｐゴシック" pitchFamily="-107" charset="-128"/>
              </a:rPr>
              <a:t>i </a:t>
            </a:r>
            <a:r>
              <a:rPr lang="en-US" sz="1200" b="0" kern="1200" baseline="0" dirty="0">
                <a:solidFill>
                  <a:schemeClr val="tx1"/>
                </a:solidFill>
                <a:latin typeface="Arial" charset="0"/>
                <a:ea typeface="ＭＳ Ｐゴシック" pitchFamily="-107" charset="-128"/>
                <a:cs typeface="ＭＳ Ｐゴシック" pitchFamily="-107" charset="-128"/>
              </a:rPr>
              <a:t>, K</a:t>
            </a:r>
            <a:r>
              <a:rPr lang="en-US" sz="1200" b="0" kern="1200" baseline="-25000" dirty="0">
                <a:solidFill>
                  <a:schemeClr val="tx1"/>
                </a:solidFill>
                <a:latin typeface="Arial" charset="0"/>
                <a:ea typeface="ＭＳ Ｐゴシック" pitchFamily="-107" charset="-128"/>
                <a:cs typeface="ＭＳ Ｐゴシック" pitchFamily="-107" charset="-128"/>
              </a:rPr>
              <a:t>i+1 </a:t>
            </a:r>
            <a:r>
              <a:rPr lang="en-US" sz="1200" b="0" kern="1200" baseline="0" dirty="0">
                <a:solidFill>
                  <a:schemeClr val="tx1"/>
                </a:solidFill>
                <a:latin typeface="Arial" charset="0"/>
                <a:ea typeface="ＭＳ Ｐゴシック" pitchFamily="-107" charset="-128"/>
                <a:cs typeface="ＭＳ Ｐゴシック" pitchFamily="-107" charset="-128"/>
              </a:rPr>
              <a:t>). </a:t>
            </a:r>
          </a:p>
          <a:p>
            <a:endParaRPr lang="en-US" sz="1200" b="0" kern="1200" baseline="0" dirty="0">
              <a:solidFill>
                <a:schemeClr val="tx1"/>
              </a:solidFill>
              <a:latin typeface="Arial" charset="0"/>
              <a:ea typeface="ＭＳ Ｐゴシック" pitchFamily="-107" charset="-128"/>
              <a:cs typeface="ＭＳ Ｐゴシック" pitchFamily="-107" charset="-128"/>
            </a:endParaRPr>
          </a:p>
          <a:p>
            <a:r>
              <a:rPr lang="en-US" sz="1200" b="0" kern="1200" baseline="0" dirty="0">
                <a:solidFill>
                  <a:schemeClr val="tx1"/>
                </a:solidFill>
                <a:latin typeface="Arial" charset="0"/>
                <a:ea typeface="ＭＳ Ｐゴシック" pitchFamily="-107" charset="-128"/>
                <a:cs typeface="ＭＳ Ｐゴシック" pitchFamily="-107" charset="-128"/>
              </a:rPr>
              <a:t>Following this substitution, a permutation  is performed</a:t>
            </a:r>
          </a:p>
          <a:p>
            <a:r>
              <a:rPr lang="en-US" sz="1200" b="0" kern="1200" baseline="0" dirty="0">
                <a:solidFill>
                  <a:schemeClr val="tx1"/>
                </a:solidFill>
                <a:latin typeface="Arial" charset="0"/>
                <a:ea typeface="ＭＳ Ｐゴシック" pitchFamily="-107" charset="-128"/>
                <a:cs typeface="ＭＳ Ｐゴシック" pitchFamily="-107" charset="-128"/>
              </a:rPr>
              <a:t>that consists of the interchange of the two halves of the data. </a:t>
            </a:r>
          </a:p>
          <a:p>
            <a:r>
              <a:rPr lang="en-US" sz="1200" b="0" kern="1200" baseline="0" dirty="0">
                <a:solidFill>
                  <a:schemeClr val="tx1"/>
                </a:solidFill>
                <a:latin typeface="Arial" charset="0"/>
                <a:ea typeface="ＭＳ Ｐゴシック" pitchFamily="-107" charset="-128"/>
                <a:cs typeface="ＭＳ Ｐゴシック" pitchFamily="-107" charset="-128"/>
              </a:rPr>
              <a:t> This structure is a particular</a:t>
            </a:r>
          </a:p>
          <a:p>
            <a:r>
              <a:rPr lang="en-US" sz="1200" b="0" kern="1200" baseline="0" dirty="0">
                <a:solidFill>
                  <a:schemeClr val="tx1"/>
                </a:solidFill>
                <a:latin typeface="Arial" charset="0"/>
                <a:ea typeface="ＭＳ Ｐゴシック" pitchFamily="-107" charset="-128"/>
                <a:cs typeface="ＭＳ Ｐゴシック" pitchFamily="-107" charset="-128"/>
              </a:rPr>
              <a:t>form of the substitution-permutation network (SPN) proposed by Shannon.</a:t>
            </a:r>
            <a:endParaRPr lang="en-AU" b="0" dirty="0">
              <a:latin typeface="Arial"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1637294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Substitution</a:t>
            </a:r>
          </a:p>
          <a:p>
            <a:r>
              <a:rPr lang="en-US" dirty="0"/>
              <a:t>A substitution  is performed on the left half</a:t>
            </a:r>
          </a:p>
          <a:p>
            <a:r>
              <a:rPr lang="en-US" dirty="0"/>
              <a:t>of the data. This is done by applying a round function  F to the right half of the data</a:t>
            </a:r>
          </a:p>
          <a:p>
            <a:r>
              <a:rPr lang="en-US" dirty="0"/>
              <a:t>and then taking the exclusive-OR of the output of that function and the left half of the</a:t>
            </a:r>
          </a:p>
          <a:p>
            <a:r>
              <a:rPr lang="en-US" dirty="0"/>
              <a:t>data. The round function has the same general structure for each round but is parameterized</a:t>
            </a:r>
          </a:p>
          <a:p>
            <a:r>
              <a:rPr lang="en-US" dirty="0"/>
              <a:t>by the round subkey Ki . Another way to express this is to say that F is a function</a:t>
            </a:r>
          </a:p>
          <a:p>
            <a:r>
              <a:rPr lang="en-US" dirty="0"/>
              <a:t>of right-half block of w  bits and a subkey of y  bits, which produces an output value</a:t>
            </a:r>
          </a:p>
          <a:p>
            <a:r>
              <a:rPr lang="en-US" dirty="0"/>
              <a:t> of length w bits: F (</a:t>
            </a:r>
            <a:r>
              <a:rPr lang="en-US" dirty="0" err="1"/>
              <a:t>REi</a:t>
            </a:r>
            <a:r>
              <a:rPr lang="en-US" dirty="0"/>
              <a:t> , Ki+1 ).</a:t>
            </a:r>
          </a:p>
          <a:p>
            <a:endParaRPr lang="en-MY"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26</a:t>
            </a:fld>
            <a:endParaRPr lang="en-AU" dirty="0"/>
          </a:p>
        </p:txBody>
      </p:sp>
    </p:spTree>
    <p:extLst>
      <p:ext uri="{BB962C8B-B14F-4D97-AF65-F5344CB8AC3E}">
        <p14:creationId xmlns:p14="http://schemas.microsoft.com/office/powerpoint/2010/main" val="25081948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p:spPr>
        <p:txBody>
          <a:bodyPr/>
          <a:lstStyle/>
          <a:p>
            <a:fld id="{75357048-952B-E74D-AF0E-0A90697A4229}" type="slidenum">
              <a:rPr lang="en-AU">
                <a:latin typeface="Arial" pitchFamily="-1" charset="0"/>
              </a:rPr>
              <a:pPr/>
              <a:t>28</a:t>
            </a:fld>
            <a:endParaRPr lang="en-AU" dirty="0">
              <a:latin typeface="Arial" pitchFamily="-1" charset="0"/>
            </a:endParaRPr>
          </a:p>
        </p:txBody>
      </p:sp>
      <p:sp>
        <p:nvSpPr>
          <p:cNvPr id="38915" name="Rectangle 1026"/>
          <p:cNvSpPr>
            <a:spLocks noGrp="1" noRot="1" noChangeAspect="1" noChangeArrowheads="1" noTextEdit="1"/>
          </p:cNvSpPr>
          <p:nvPr>
            <p:ph type="sldImg"/>
          </p:nvPr>
        </p:nvSpPr>
        <p:spPr>
          <a:ln/>
        </p:spPr>
      </p:sp>
      <p:sp>
        <p:nvSpPr>
          <p:cNvPr id="38916" name="Rectangle 1027"/>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exact realization of a Feistel network depends on the choice of the following</a:t>
            </a:r>
          </a:p>
          <a:p>
            <a:r>
              <a:rPr lang="en-US" sz="1200" kern="1200" baseline="0" dirty="0">
                <a:solidFill>
                  <a:schemeClr val="tx1"/>
                </a:solidFill>
                <a:latin typeface="Arial" charset="0"/>
                <a:ea typeface="ＭＳ Ｐゴシック" pitchFamily="-107" charset="-128"/>
                <a:cs typeface="ＭＳ Ｐゴシック" pitchFamily="-107" charset="-128"/>
              </a:rPr>
              <a:t>parameters and design features: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Block size:  Larger block sizes mean greater security (all other things being</a:t>
            </a:r>
          </a:p>
          <a:p>
            <a:r>
              <a:rPr lang="en-US" sz="1200" kern="1200" baseline="0" dirty="0">
                <a:solidFill>
                  <a:schemeClr val="tx1"/>
                </a:solidFill>
                <a:latin typeface="Arial" charset="0"/>
                <a:ea typeface="ＭＳ Ｐゴシック" pitchFamily="-107" charset="-128"/>
                <a:cs typeface="ＭＳ Ｐゴシック" pitchFamily="-107" charset="-128"/>
              </a:rPr>
              <a:t>equal) but reduced encryption/decryption speed for a given algorithm. The</a:t>
            </a:r>
          </a:p>
          <a:p>
            <a:r>
              <a:rPr lang="en-US" sz="1200" kern="1200" baseline="0" dirty="0">
                <a:solidFill>
                  <a:schemeClr val="tx1"/>
                </a:solidFill>
                <a:latin typeface="Arial" charset="0"/>
                <a:ea typeface="ＭＳ Ｐゴシック" pitchFamily="-107" charset="-128"/>
                <a:cs typeface="ＭＳ Ｐゴシック" pitchFamily="-107" charset="-128"/>
              </a:rPr>
              <a:t>greater security is achieved by greater diffusion. Traditionally, a block size of</a:t>
            </a:r>
          </a:p>
          <a:p>
            <a:r>
              <a:rPr lang="en-US" sz="1200" kern="1200" baseline="0" dirty="0">
                <a:solidFill>
                  <a:schemeClr val="tx1"/>
                </a:solidFill>
                <a:latin typeface="Arial" charset="0"/>
                <a:ea typeface="ＭＳ Ｐゴシック" pitchFamily="-107" charset="-128"/>
                <a:cs typeface="ＭＳ Ｐゴシック" pitchFamily="-107" charset="-128"/>
              </a:rPr>
              <a:t>64 bits has been considered a reasonable tradeoff and was nearly universal in</a:t>
            </a:r>
          </a:p>
          <a:p>
            <a:r>
              <a:rPr lang="en-US" sz="1200" kern="1200" baseline="0" dirty="0">
                <a:solidFill>
                  <a:schemeClr val="tx1"/>
                </a:solidFill>
                <a:latin typeface="Arial" charset="0"/>
                <a:ea typeface="ＭＳ Ｐゴシック" pitchFamily="-107" charset="-128"/>
                <a:cs typeface="ＭＳ Ｐゴシック" pitchFamily="-107" charset="-128"/>
              </a:rPr>
              <a:t>block cipher design. However, the new AES uses a 128-bit block size.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Key size:  Larger key size means greater security but may decrease encryption/</a:t>
            </a:r>
          </a:p>
          <a:p>
            <a:r>
              <a:rPr lang="en-US" sz="1200" kern="1200" baseline="0" dirty="0">
                <a:solidFill>
                  <a:schemeClr val="tx1"/>
                </a:solidFill>
                <a:latin typeface="Arial" charset="0"/>
                <a:ea typeface="ＭＳ Ｐゴシック" pitchFamily="-107" charset="-128"/>
                <a:cs typeface="ＭＳ Ｐゴシック" pitchFamily="-107" charset="-128"/>
              </a:rPr>
              <a:t>decryption speed. The greater security is achieved by greater resistance to</a:t>
            </a:r>
          </a:p>
          <a:p>
            <a:r>
              <a:rPr lang="en-US" sz="1200" kern="1200" baseline="0" dirty="0">
                <a:solidFill>
                  <a:schemeClr val="tx1"/>
                </a:solidFill>
                <a:latin typeface="Arial" charset="0"/>
                <a:ea typeface="ＭＳ Ｐゴシック" pitchFamily="-107" charset="-128"/>
                <a:cs typeface="ＭＳ Ｐゴシック" pitchFamily="-107" charset="-128"/>
              </a:rPr>
              <a:t>brute-force attacks and greater confusion. Key sizes of 64 bits or less are now</a:t>
            </a:r>
          </a:p>
          <a:p>
            <a:r>
              <a:rPr lang="en-US" sz="1200" kern="1200" baseline="0" dirty="0">
                <a:solidFill>
                  <a:schemeClr val="tx1"/>
                </a:solidFill>
                <a:latin typeface="Arial" charset="0"/>
                <a:ea typeface="ＭＳ Ｐゴシック" pitchFamily="-107" charset="-128"/>
                <a:cs typeface="ＭＳ Ｐゴシック" pitchFamily="-107" charset="-128"/>
              </a:rPr>
              <a:t>widely considered to be inadequate, and 128 bits has become a common size.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Number of rounds:  The essence of the Feistel cipher is that a single round</a:t>
            </a:r>
          </a:p>
          <a:p>
            <a:r>
              <a:rPr lang="en-US" sz="1200" kern="1200" baseline="0" dirty="0">
                <a:solidFill>
                  <a:schemeClr val="tx1"/>
                </a:solidFill>
                <a:latin typeface="Arial" charset="0"/>
                <a:ea typeface="ＭＳ Ｐゴシック" pitchFamily="-107" charset="-128"/>
                <a:cs typeface="ＭＳ Ｐゴシック" pitchFamily="-107" charset="-128"/>
              </a:rPr>
              <a:t>offers inadequate security but that multiple rounds offer increasing security.</a:t>
            </a:r>
          </a:p>
          <a:p>
            <a:r>
              <a:rPr lang="en-US" sz="1200" kern="1200" baseline="0" dirty="0">
                <a:solidFill>
                  <a:schemeClr val="tx1"/>
                </a:solidFill>
                <a:latin typeface="Arial" charset="0"/>
                <a:ea typeface="ＭＳ Ｐゴシック" pitchFamily="-107" charset="-128"/>
                <a:cs typeface="ＭＳ Ｐゴシック" pitchFamily="-107" charset="-128"/>
              </a:rPr>
              <a:t>A typical size is 16 rounds.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Subkey generation algorithm:  Greater complexity in this algorithm should</a:t>
            </a:r>
          </a:p>
          <a:p>
            <a:r>
              <a:rPr lang="en-US" sz="1200" kern="1200" baseline="0" dirty="0">
                <a:solidFill>
                  <a:schemeClr val="tx1"/>
                </a:solidFill>
                <a:latin typeface="Arial" charset="0"/>
                <a:ea typeface="ＭＳ Ｐゴシック" pitchFamily="-107" charset="-128"/>
                <a:cs typeface="ＭＳ Ｐゴシック" pitchFamily="-107" charset="-128"/>
              </a:rPr>
              <a:t>lead to greater difficulty of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Round function F:  Again, greater complexity generally means greater resistance</a:t>
            </a:r>
          </a:p>
          <a:p>
            <a:r>
              <a:rPr lang="en-US" sz="1200" kern="1200" baseline="0" dirty="0">
                <a:solidFill>
                  <a:schemeClr val="tx1"/>
                </a:solidFill>
                <a:latin typeface="Arial" charset="0"/>
                <a:ea typeface="ＭＳ Ｐゴシック" pitchFamily="-107" charset="-128"/>
                <a:cs typeface="ＭＳ Ｐゴシック" pitchFamily="-107" charset="-128"/>
              </a:rPr>
              <a:t>to cryptanalysis.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There are two other considerations in the design of a Feistel cipher:</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Fast software encryption/decryption:  In many cases, encryption is embedded in</a:t>
            </a:r>
          </a:p>
          <a:p>
            <a:r>
              <a:rPr lang="en-US" sz="1200" kern="1200" baseline="0" dirty="0">
                <a:solidFill>
                  <a:schemeClr val="tx1"/>
                </a:solidFill>
                <a:latin typeface="Arial" charset="0"/>
                <a:ea typeface="ＭＳ Ｐゴシック" pitchFamily="-107" charset="-128"/>
                <a:cs typeface="ＭＳ Ｐゴシック" pitchFamily="-107" charset="-128"/>
              </a:rPr>
              <a:t>applications or utility functions in such a way as to preclude a hardware implementation.</a:t>
            </a:r>
          </a:p>
          <a:p>
            <a:r>
              <a:rPr lang="en-US" sz="1200" kern="1200" baseline="0" dirty="0">
                <a:solidFill>
                  <a:schemeClr val="tx1"/>
                </a:solidFill>
                <a:latin typeface="Arial" charset="0"/>
                <a:ea typeface="ＭＳ Ｐゴシック" pitchFamily="-107" charset="-128"/>
                <a:cs typeface="ＭＳ Ｐゴシック" pitchFamily="-107" charset="-128"/>
              </a:rPr>
              <a:t>Accordingly, the speed of execution of the algorithm becomes a</a:t>
            </a:r>
          </a:p>
          <a:p>
            <a:r>
              <a:rPr lang="en-US" sz="1200" kern="1200" baseline="0" dirty="0">
                <a:solidFill>
                  <a:schemeClr val="tx1"/>
                </a:solidFill>
                <a:latin typeface="Arial" charset="0"/>
                <a:ea typeface="ＭＳ Ｐゴシック" pitchFamily="-107" charset="-128"/>
                <a:cs typeface="ＭＳ Ｐゴシック" pitchFamily="-107" charset="-128"/>
              </a:rPr>
              <a:t>concern.</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Ease of analysis:  Although we would like to make our algorithm as difficult as</a:t>
            </a:r>
          </a:p>
          <a:p>
            <a:r>
              <a:rPr lang="en-US" sz="1200" kern="1200" baseline="0" dirty="0">
                <a:solidFill>
                  <a:schemeClr val="tx1"/>
                </a:solidFill>
                <a:latin typeface="Arial" charset="0"/>
                <a:ea typeface="ＭＳ Ｐゴシック" pitchFamily="-107" charset="-128"/>
                <a:cs typeface="ＭＳ Ｐゴシック" pitchFamily="-107" charset="-128"/>
              </a:rPr>
              <a:t>possible to cryptanalyze, there is great benefit in making the algorithm easy to</a:t>
            </a:r>
          </a:p>
          <a:p>
            <a:r>
              <a:rPr lang="en-US" sz="1200" kern="1200" baseline="0" dirty="0">
                <a:solidFill>
                  <a:schemeClr val="tx1"/>
                </a:solidFill>
                <a:latin typeface="Arial" charset="0"/>
                <a:ea typeface="ＭＳ Ｐゴシック" pitchFamily="-107" charset="-128"/>
                <a:cs typeface="ＭＳ Ｐゴシック" pitchFamily="-107" charset="-128"/>
              </a:rPr>
              <a:t>analyze. That is, if the algorithm can be concisely and clearly explained, it is</a:t>
            </a:r>
          </a:p>
          <a:p>
            <a:r>
              <a:rPr lang="en-US" sz="1200" kern="1200" baseline="0" dirty="0">
                <a:solidFill>
                  <a:schemeClr val="tx1"/>
                </a:solidFill>
                <a:latin typeface="Arial" charset="0"/>
                <a:ea typeface="ＭＳ Ｐゴシック" pitchFamily="-107" charset="-128"/>
                <a:cs typeface="ＭＳ Ｐゴシック" pitchFamily="-107" charset="-128"/>
              </a:rPr>
              <a:t>easier to analyze that algorithm for cryptanalytic vulnerabilities and therefore</a:t>
            </a:r>
          </a:p>
          <a:p>
            <a:r>
              <a:rPr lang="en-US" sz="1200" kern="1200" baseline="0" dirty="0">
                <a:solidFill>
                  <a:schemeClr val="tx1"/>
                </a:solidFill>
                <a:latin typeface="Arial" charset="0"/>
                <a:ea typeface="ＭＳ Ｐゴシック" pitchFamily="-107" charset="-128"/>
                <a:cs typeface="ＭＳ Ｐゴシック" pitchFamily="-107" charset="-128"/>
              </a:rPr>
              <a:t>develop a higher level of assurance as to its strength. DES, for example, does</a:t>
            </a:r>
          </a:p>
          <a:p>
            <a:r>
              <a:rPr lang="en-US" sz="1200" kern="1200" baseline="0" dirty="0">
                <a:solidFill>
                  <a:schemeClr val="tx1"/>
                </a:solidFill>
                <a:latin typeface="Arial" charset="0"/>
                <a:ea typeface="ＭＳ Ｐゴシック" pitchFamily="-107" charset="-128"/>
                <a:cs typeface="ＭＳ Ｐゴシック" pitchFamily="-107" charset="-128"/>
              </a:rPr>
              <a:t>not have an easily analyzed functionality.</a:t>
            </a:r>
            <a:endParaRPr lang="en-US"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9191011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31518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3921E8-7112-7743-9C8C-50A6F855B20C}"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Until the introduction of the Advanced Encryption Standard (AES) in 2001, the</a:t>
            </a:r>
          </a:p>
          <a:p>
            <a:r>
              <a:rPr lang="en-US" sz="1200" kern="1200" baseline="0" dirty="0">
                <a:solidFill>
                  <a:schemeClr val="tx1"/>
                </a:solidFill>
                <a:latin typeface="Arial" charset="0"/>
                <a:ea typeface="ＭＳ Ｐゴシック" pitchFamily="-107" charset="-128"/>
                <a:cs typeface="ＭＳ Ｐゴシック" pitchFamily="-107" charset="-128"/>
              </a:rPr>
              <a:t>Data Encryption Standard (DES) was the most widely used encryption scheme.</a:t>
            </a:r>
          </a:p>
          <a:p>
            <a:r>
              <a:rPr lang="en-US" sz="1200" kern="1200" baseline="0" dirty="0">
                <a:solidFill>
                  <a:schemeClr val="tx1"/>
                </a:solidFill>
                <a:latin typeface="Arial" charset="0"/>
                <a:ea typeface="ＭＳ Ｐゴシック" pitchFamily="-107" charset="-128"/>
                <a:cs typeface="ＭＳ Ｐゴシック" pitchFamily="-107" charset="-128"/>
              </a:rPr>
              <a:t>DES was issued in 1977 by the National Bureau of Standards, now the National</a:t>
            </a:r>
          </a:p>
          <a:p>
            <a:r>
              <a:rPr lang="en-US" sz="1200" kern="1200" baseline="0" dirty="0">
                <a:solidFill>
                  <a:schemeClr val="tx1"/>
                </a:solidFill>
                <a:latin typeface="Arial" charset="0"/>
                <a:ea typeface="ＭＳ Ｐゴシック" pitchFamily="-107" charset="-128"/>
                <a:cs typeface="ＭＳ Ｐゴシック" pitchFamily="-107" charset="-128"/>
              </a:rPr>
              <a:t>Institute of Standards and Technology (NIST), as Federal Information Processing</a:t>
            </a:r>
          </a:p>
          <a:p>
            <a:r>
              <a:rPr lang="en-US" sz="1200" kern="1200" baseline="0" dirty="0">
                <a:solidFill>
                  <a:schemeClr val="tx1"/>
                </a:solidFill>
                <a:latin typeface="Arial" charset="0"/>
                <a:ea typeface="ＭＳ Ｐゴシック" pitchFamily="-107" charset="-128"/>
                <a:cs typeface="ＭＳ Ｐゴシック" pitchFamily="-107" charset="-128"/>
              </a:rPr>
              <a:t>Standard 46 (FIPS PUB 46). The algorithm itself is referred to as the Data</a:t>
            </a:r>
          </a:p>
          <a:p>
            <a:r>
              <a:rPr lang="en-US" sz="1200" kern="1200" baseline="0" dirty="0">
                <a:solidFill>
                  <a:schemeClr val="tx1"/>
                </a:solidFill>
                <a:latin typeface="Arial" charset="0"/>
                <a:ea typeface="ＭＳ Ｐゴシック" pitchFamily="-107" charset="-128"/>
                <a:cs typeface="ＭＳ Ｐゴシック" pitchFamily="-107" charset="-128"/>
              </a:rPr>
              <a:t>Encryption Algorithm (DEA).  For DEA, data are encrypted in 64-bit blocks using</a:t>
            </a:r>
          </a:p>
          <a:p>
            <a:r>
              <a:rPr lang="en-US" sz="1200" kern="1200" baseline="0" dirty="0">
                <a:solidFill>
                  <a:schemeClr val="tx1"/>
                </a:solidFill>
                <a:latin typeface="Arial" charset="0"/>
                <a:ea typeface="ＭＳ Ｐゴシック" pitchFamily="-107" charset="-128"/>
                <a:cs typeface="ＭＳ Ｐゴシック" pitchFamily="-107" charset="-128"/>
              </a:rPr>
              <a:t>a 56-bit key. The algorithm transforms 64-bit input in a series of steps into a 64-bit</a:t>
            </a:r>
          </a:p>
          <a:p>
            <a:r>
              <a:rPr lang="en-US" sz="1200" kern="1200" baseline="0" dirty="0">
                <a:solidFill>
                  <a:schemeClr val="tx1"/>
                </a:solidFill>
                <a:latin typeface="Arial" charset="0"/>
                <a:ea typeface="ＭＳ Ｐゴシック" pitchFamily="-107" charset="-128"/>
                <a:cs typeface="ＭＳ Ｐゴシック" pitchFamily="-107" charset="-128"/>
              </a:rPr>
              <a:t>output. The same steps, with the same key, are used to reverse the encryption.</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Over the years, DES became the dominant symmetric encryption algorithm,</a:t>
            </a:r>
          </a:p>
          <a:p>
            <a:r>
              <a:rPr lang="en-US" sz="1200" kern="1200" baseline="0" dirty="0">
                <a:solidFill>
                  <a:schemeClr val="tx1"/>
                </a:solidFill>
                <a:latin typeface="Arial" charset="0"/>
                <a:ea typeface="ＭＳ Ｐゴシック" pitchFamily="-107" charset="-128"/>
                <a:cs typeface="ＭＳ Ｐゴシック" pitchFamily="-107" charset="-128"/>
              </a:rPr>
              <a:t>especially in financial applications. In 1994, NIST reaffirmed DES for federal use</a:t>
            </a:r>
          </a:p>
          <a:p>
            <a:r>
              <a:rPr lang="en-US" sz="1200" kern="1200" baseline="0" dirty="0">
                <a:solidFill>
                  <a:schemeClr val="tx1"/>
                </a:solidFill>
                <a:latin typeface="Arial" charset="0"/>
                <a:ea typeface="ＭＳ Ｐゴシック" pitchFamily="-107" charset="-128"/>
                <a:cs typeface="ＭＳ Ｐゴシック" pitchFamily="-107" charset="-128"/>
              </a:rPr>
              <a:t>for another five years; NIST recommended the use of DES for applications other</a:t>
            </a:r>
          </a:p>
          <a:p>
            <a:r>
              <a:rPr lang="en-US" sz="1200" kern="1200" baseline="0" dirty="0">
                <a:solidFill>
                  <a:schemeClr val="tx1"/>
                </a:solidFill>
                <a:latin typeface="Arial" charset="0"/>
                <a:ea typeface="ＭＳ Ｐゴシック" pitchFamily="-107" charset="-128"/>
                <a:cs typeface="ＭＳ Ｐゴシック" pitchFamily="-107" charset="-128"/>
              </a:rPr>
              <a:t> than the protection of classified information. In 1999, NIST issued a new version</a:t>
            </a:r>
          </a:p>
          <a:p>
            <a:r>
              <a:rPr lang="en-US" sz="1200" kern="1200" baseline="0" dirty="0">
                <a:solidFill>
                  <a:schemeClr val="tx1"/>
                </a:solidFill>
                <a:latin typeface="Arial" charset="0"/>
                <a:ea typeface="ＭＳ Ｐゴシック" pitchFamily="-107" charset="-128"/>
                <a:cs typeface="ＭＳ Ｐゴシック" pitchFamily="-107" charset="-128"/>
              </a:rPr>
              <a:t>of its standard (FIPS PUB 46-3) that indicated that DES should be used only for</a:t>
            </a:r>
          </a:p>
          <a:p>
            <a:r>
              <a:rPr lang="en-US" sz="1200" kern="1200" baseline="0" dirty="0">
                <a:solidFill>
                  <a:schemeClr val="tx1"/>
                </a:solidFill>
                <a:latin typeface="Arial" charset="0"/>
                <a:ea typeface="ＭＳ Ｐゴシック" pitchFamily="-107" charset="-128"/>
                <a:cs typeface="ＭＳ Ｐゴシック" pitchFamily="-107" charset="-128"/>
              </a:rPr>
              <a:t>legacy systems and that triple DES (which in essence involves repeating the DES</a:t>
            </a:r>
          </a:p>
          <a:p>
            <a:r>
              <a:rPr lang="en-US" sz="1200" kern="1200" baseline="0" dirty="0">
                <a:solidFill>
                  <a:schemeClr val="tx1"/>
                </a:solidFill>
                <a:latin typeface="Arial" charset="0"/>
                <a:ea typeface="ＭＳ Ｐゴシック" pitchFamily="-107" charset="-128"/>
                <a:cs typeface="ＭＳ Ｐゴシック" pitchFamily="-107" charset="-128"/>
              </a:rPr>
              <a:t>algorithm three times on the plaintext using two or three different keys to produce</a:t>
            </a:r>
          </a:p>
          <a:p>
            <a:r>
              <a:rPr lang="en-US" sz="1200" kern="1200" baseline="0" dirty="0">
                <a:solidFill>
                  <a:schemeClr val="tx1"/>
                </a:solidFill>
                <a:latin typeface="Arial" charset="0"/>
                <a:ea typeface="ＭＳ Ｐゴシック" pitchFamily="-107" charset="-128"/>
                <a:cs typeface="ＭＳ Ｐゴシック" pitchFamily="-107" charset="-128"/>
              </a:rPr>
              <a:t>the ciphertext) be used. We study triple DES in Chapter 6. Because the underlying</a:t>
            </a:r>
          </a:p>
          <a:p>
            <a:r>
              <a:rPr lang="en-US" sz="1200" kern="1200" baseline="0" dirty="0">
                <a:solidFill>
                  <a:schemeClr val="tx1"/>
                </a:solidFill>
                <a:latin typeface="Arial" charset="0"/>
                <a:ea typeface="ＭＳ Ｐゴシック" pitchFamily="-107" charset="-128"/>
                <a:cs typeface="ＭＳ Ｐゴシック" pitchFamily="-107" charset="-128"/>
              </a:rPr>
              <a:t>encryption and decryption algorithms are the same for DES and triple DES, it</a:t>
            </a:r>
          </a:p>
          <a:p>
            <a:r>
              <a:rPr lang="en-US" sz="1200" kern="1200" baseline="0" dirty="0">
                <a:solidFill>
                  <a:schemeClr val="tx1"/>
                </a:solidFill>
                <a:latin typeface="Arial" charset="0"/>
                <a:ea typeface="ＭＳ Ｐゴシック" pitchFamily="-107" charset="-128"/>
                <a:cs typeface="ＭＳ Ｐゴシック" pitchFamily="-107" charset="-128"/>
              </a:rPr>
              <a:t>remains important to understand the DES cipher. This section provides an overview.</a:t>
            </a:r>
          </a:p>
          <a:p>
            <a:r>
              <a:rPr lang="en-US" sz="1200" kern="1200" baseline="0" dirty="0">
                <a:solidFill>
                  <a:schemeClr val="tx1"/>
                </a:solidFill>
                <a:latin typeface="Arial" charset="0"/>
                <a:ea typeface="ＭＳ Ｐゴシック" pitchFamily="-107" charset="-128"/>
                <a:cs typeface="ＭＳ Ｐゴシック" pitchFamily="-107" charset="-128"/>
              </a:rPr>
              <a:t>For the interested reader, Appendix S provides further detail.</a:t>
            </a:r>
            <a:endParaRPr lang="en-US" dirty="0">
              <a:latin typeface="Arial"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31622048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AA22FE-6BB0-AD40-80CE-0E7C986A9FD6}"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overall scheme for DES encryption is illustrated in Figure 3.5. As with any encryption scheme, there are two  Looking at the left-hand side of the figure, we can see that the processing of the plaintext proceeds in three phases. First, the 64-bit plaintext passes through an initial permutation (IP) that rearranges the bits to produce the permuted input . This is followed by a phase consisting of sixteen rounds of the same function, which involves both permutation and substitution functions. The output of the last (sixteenth) round consists of 64 bits that are a function of the input plaintext and the key. The left and right halves of the output are swapped to produce the </a:t>
            </a:r>
            <a:r>
              <a:rPr lang="en-US" sz="1200" kern="1200" baseline="0" dirty="0" err="1">
                <a:solidFill>
                  <a:schemeClr val="tx1"/>
                </a:solidFill>
                <a:latin typeface="Arial" charset="0"/>
                <a:ea typeface="ＭＳ Ｐゴシック" pitchFamily="-107" charset="-128"/>
                <a:cs typeface="ＭＳ Ｐゴシック" pitchFamily="-107" charset="-128"/>
              </a:rPr>
              <a:t>preoutput</a:t>
            </a:r>
            <a:r>
              <a:rPr lang="en-US" sz="1200" kern="1200" baseline="0" dirty="0">
                <a:solidFill>
                  <a:schemeClr val="tx1"/>
                </a:solidFill>
                <a:latin typeface="Arial" charset="0"/>
                <a:ea typeface="ＭＳ Ｐゴシック" pitchFamily="-107" charset="-128"/>
                <a:cs typeface="ＭＳ Ｐゴシック" pitchFamily="-107" charset="-128"/>
              </a:rPr>
              <a:t> . Finally, the preoutput is passed through a </a:t>
            </a:r>
            <a:r>
              <a:rPr lang="en-US" sz="1200" b="0" kern="1200" baseline="0" dirty="0">
                <a:solidFill>
                  <a:schemeClr val="tx1"/>
                </a:solidFill>
                <a:latin typeface="Arial" charset="0"/>
                <a:ea typeface="ＭＳ Ｐゴシック" pitchFamily="-107" charset="-128"/>
                <a:cs typeface="ＭＳ Ｐゴシック" pitchFamily="-107" charset="-128"/>
              </a:rPr>
              <a:t>permutation [IP</a:t>
            </a:r>
            <a:r>
              <a:rPr lang="en-US" sz="1200" b="0" kern="1200" baseline="30000" dirty="0">
                <a:solidFill>
                  <a:schemeClr val="tx1"/>
                </a:solidFill>
                <a:latin typeface="Arial" charset="0"/>
                <a:ea typeface="ＭＳ Ｐゴシック" pitchFamily="-107" charset="-128"/>
                <a:cs typeface="ＭＳ Ｐゴシック" pitchFamily="-107" charset="-128"/>
              </a:rPr>
              <a:t> -1 </a:t>
            </a:r>
            <a:r>
              <a:rPr lang="en-US" sz="1200" b="0" kern="1200" baseline="0" dirty="0">
                <a:solidFill>
                  <a:schemeClr val="tx1"/>
                </a:solidFill>
                <a:latin typeface="Arial" charset="0"/>
                <a:ea typeface="ＭＳ Ｐゴシック" pitchFamily="-107" charset="-128"/>
                <a:cs typeface="ＭＳ Ｐゴシック" pitchFamily="-107" charset="-128"/>
              </a:rPr>
              <a:t>] that is the inverse of the initial permutation function, to produce the 64-bit ciphertext. With the exception of the initial and final permutations, DES has the exact structure of a Feistel </a:t>
            </a:r>
            <a:r>
              <a:rPr lang="en-US" sz="1200" kern="1200" baseline="0" dirty="0">
                <a:solidFill>
                  <a:schemeClr val="tx1"/>
                </a:solidFill>
                <a:latin typeface="Arial" charset="0"/>
                <a:ea typeface="ＭＳ Ｐゴシック" pitchFamily="-107" charset="-128"/>
                <a:cs typeface="ＭＳ Ｐゴシック" pitchFamily="-107" charset="-128"/>
              </a:rPr>
              <a:t>cipher, as shown in Figure 3.3.  The right-hand portion of Figure 3.5 shows the way in which the 56-bit key is used. Initially, the key is passed through a permutation function. Then, for each of the sixteen rounds, a subkey  (K</a:t>
            </a:r>
            <a:r>
              <a:rPr lang="en-US" sz="1200" kern="1200" baseline="-25000" dirty="0">
                <a:solidFill>
                  <a:schemeClr val="tx1"/>
                </a:solidFill>
                <a:latin typeface="Arial" charset="0"/>
                <a:ea typeface="ＭＳ Ｐゴシック" pitchFamily="-107" charset="-128"/>
                <a:cs typeface="ＭＳ Ｐゴシック" pitchFamily="-107" charset="-128"/>
              </a:rPr>
              <a:t>i </a:t>
            </a:r>
            <a:r>
              <a:rPr lang="en-US" sz="1200" kern="1200" baseline="0" dirty="0">
                <a:solidFill>
                  <a:schemeClr val="tx1"/>
                </a:solidFill>
                <a:latin typeface="Arial" charset="0"/>
                <a:ea typeface="ＭＳ Ｐゴシック" pitchFamily="-107" charset="-128"/>
                <a:cs typeface="ＭＳ Ｐゴシック" pitchFamily="-107" charset="-128"/>
              </a:rPr>
              <a:t>) is produced by the combination of a left circular shift and a permutation. The permutation function is the same for each round, but a different subkey is produced because of the repeated shifts of the key bits.  As with any Feistel cipher, decryption uses the same algorithm as encryption, except that the application of the subkeys is reversed. Additionally, the </a:t>
            </a:r>
            <a:r>
              <a:rPr lang="en-US" sz="1200" kern="1200" baseline="0">
                <a:solidFill>
                  <a:schemeClr val="tx1"/>
                </a:solidFill>
                <a:latin typeface="Arial" charset="0"/>
                <a:ea typeface="ＭＳ Ｐゴシック" pitchFamily="-107" charset="-128"/>
                <a:cs typeface="ＭＳ Ｐゴシック" pitchFamily="-107" charset="-128"/>
              </a:rPr>
              <a:t>initial and final </a:t>
            </a:r>
            <a:r>
              <a:rPr lang="en-US" sz="1200" kern="1200" baseline="0" dirty="0">
                <a:solidFill>
                  <a:schemeClr val="tx1"/>
                </a:solidFill>
                <a:latin typeface="Arial" charset="0"/>
                <a:ea typeface="ＭＳ Ｐゴシック" pitchFamily="-107" charset="-128"/>
                <a:cs typeface="ＭＳ Ｐゴシック" pitchFamily="-107" charset="-128"/>
              </a:rPr>
              <a:t>permutations are reversed.</a:t>
            </a:r>
            <a:endParaRPr lang="en-AU"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26884230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5529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CF4516-CC60-DB4F-8DC4-55D2622FF6E2}" type="slidenum">
              <a:rPr kumimoji="0" lang="en-AU" sz="1200" b="0" i="0" u="none" strike="noStrike" kern="1200" cap="none" spc="0" normalizeH="0" baseline="0" noProof="0">
                <a:ln>
                  <a:noFill/>
                </a:ln>
                <a:solidFill>
                  <a:srgbClr val="000000"/>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AU" sz="1200" b="0" i="0" u="none" strike="noStrike" kern="1200" cap="none" spc="0" normalizeH="0" baseline="0" noProof="0">
              <a:ln>
                <a:noFill/>
              </a:ln>
              <a:solidFill>
                <a:srgbClr val="000000"/>
              </a:solidFill>
              <a:effectLst/>
              <a:uLnTx/>
              <a:uFillTx/>
              <a:latin typeface="Corbel"/>
              <a:ea typeface="+mn-ea"/>
              <a:cs typeface="+mn-cs"/>
            </a:endParaRPr>
          </a:p>
        </p:txBody>
      </p:sp>
      <p:sp>
        <p:nvSpPr>
          <p:cNvPr id="39937"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F2774547-4137-BC46-AEFC-A4A860DBAB04}" type="slidenum">
              <a:rPr kumimoji="0" lang="en-US" sz="1200" b="0" i="0" u="none" strike="noStrike" kern="1200" cap="none" spc="0" normalizeH="0" baseline="0" noProof="0">
                <a:ln>
                  <a:noFill/>
                </a:ln>
                <a:solidFill>
                  <a:srgbClr val="FFFFFF"/>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40</a:t>
            </a:fld>
            <a:endParaRPr kumimoji="0" lang="en-US" sz="1200" b="0" i="0" u="none" strike="noStrike" kern="1200" cap="none" spc="0" normalizeH="0" baseline="0" noProof="0">
              <a:ln>
                <a:noFill/>
              </a:ln>
              <a:solidFill>
                <a:srgbClr val="FFFFFF"/>
              </a:solidFill>
              <a:effectLst/>
              <a:uLnTx/>
              <a:uFillTx/>
              <a:latin typeface="Arial" charset="0"/>
              <a:ea typeface="ＭＳ Ｐゴシック" charset="0"/>
            </a:endParaRPr>
          </a:p>
        </p:txBody>
      </p:sp>
      <p:sp>
        <p:nvSpPr>
          <p:cNvPr id="39938" name="Text Box 2"/>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sp>
      <p:sp>
        <p:nvSpPr>
          <p:cNvPr id="39939" name="Text Box 3"/>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9pPr>
          </a:lstStyle>
          <a:p>
            <a:pPr eaLnBrk="1" hangingPunct="1">
              <a:spcBef>
                <a:spcPts val="450"/>
              </a:spcBef>
              <a:buClrTx/>
              <a:buFontTx/>
              <a:buNone/>
            </a:pPr>
            <a:r>
              <a:rPr lang="en-US">
                <a:latin typeface="Arial" charset="0"/>
                <a:cs typeface="Arial" charset="0"/>
              </a:rPr>
              <a:t>The Rijndael proposal for AES defined a cipher in which the block length and the key length can be independently specified to be 128,192,or 256 bits. The AES specification uses the same three key size alternatives but limits the block length to 128 bits. Rijndael is an academic submission, based on the earlier Square cipher, from Belgium academics Dr Joan Daemen and Dr Vincent Rijmen. It is an iterative cipher (operates on entire data block in every round) rather than feistel (operate on halves at a time), and was designed to have characteristics of: Resistance against all known attacks, Speed and code compactness on a wide range of platforms, &amp; Design simplicity.</a:t>
            </a:r>
          </a:p>
          <a:p>
            <a:pPr eaLnBrk="1" hangingPunct="1">
              <a:spcBef>
                <a:spcPts val="450"/>
              </a:spcBef>
              <a:buClrTx/>
              <a:buFontTx/>
              <a:buNone/>
            </a:pPr>
            <a:endParaRPr lang="en-US">
              <a:latin typeface="Arial" charset="0"/>
              <a:cs typeface="Arial" charset="0"/>
            </a:endParaRPr>
          </a:p>
          <a:p>
            <a:pPr eaLnBrk="1" hangingPunct="1">
              <a:spcBef>
                <a:spcPts val="450"/>
              </a:spcBef>
              <a:buClrTx/>
              <a:buFontTx/>
              <a:buNone/>
            </a:pPr>
            <a:endParaRPr lang="en-US">
              <a:latin typeface="Arial" charset="0"/>
              <a:cs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F566C9-42F7-9747-A093-BFBC895D5085}" type="slidenum">
              <a:rPr kumimoji="0" lang="en-AU" sz="1200" b="0" i="0" u="none" strike="noStrike" kern="1200" cap="none" spc="0" normalizeH="0" baseline="0" noProof="0">
                <a:ln>
                  <a:noFill/>
                </a:ln>
                <a:solidFill>
                  <a:srgbClr val="000000"/>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AU" sz="1200" b="0" i="0" u="none" strike="noStrike" kern="1200" cap="none" spc="0" normalizeH="0" baseline="0" noProof="0" dirty="0">
              <a:ln>
                <a:noFill/>
              </a:ln>
              <a:solidFill>
                <a:srgbClr val="000000"/>
              </a:solidFill>
              <a:effectLst/>
              <a:uLnTx/>
              <a:uFillTx/>
              <a:latin typeface="Corbel"/>
              <a:ea typeface="+mn-ea"/>
              <a:cs typeface="+mn-cs"/>
            </a:endParaRPr>
          </a:p>
        </p:txBody>
      </p:sp>
      <p:sp>
        <p:nvSpPr>
          <p:cNvPr id="40961"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82B16A52-406E-AF42-A4EB-F588CF59D7C7}" type="slidenum">
              <a:rPr kumimoji="0" lang="en-US" sz="1200" b="0" i="0" u="none" strike="noStrike" kern="1200" cap="none" spc="0" normalizeH="0" baseline="0" noProof="0">
                <a:ln>
                  <a:noFill/>
                </a:ln>
                <a:solidFill>
                  <a:srgbClr val="FFFFFF"/>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41</a:t>
            </a:fld>
            <a:endParaRPr kumimoji="0" lang="en-US" sz="1200" b="0" i="0" u="none" strike="noStrike" kern="1200" cap="none" spc="0" normalizeH="0" baseline="0" noProof="0" dirty="0">
              <a:ln>
                <a:noFill/>
              </a:ln>
              <a:solidFill>
                <a:srgbClr val="FFFFFF"/>
              </a:solidFill>
              <a:effectLst/>
              <a:uLnTx/>
              <a:uFillTx/>
              <a:latin typeface="Arial" charset="0"/>
              <a:ea typeface="ＭＳ Ｐゴシック" charset="0"/>
            </a:endParaRPr>
          </a:p>
        </p:txBody>
      </p:sp>
      <p:sp>
        <p:nvSpPr>
          <p:cNvPr id="40962" name="Text Box 2"/>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sp>
      <p:sp>
        <p:nvSpPr>
          <p:cNvPr id="40963" name="Text Box 3"/>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charset="0"/>
                <a:ea typeface="ＭＳ Ｐゴシック" charset="0"/>
              </a:defRPr>
            </a:lvl9pPr>
          </a:lstStyle>
          <a:p>
            <a:pPr eaLnBrk="1" hangingPunct="1">
              <a:spcBef>
                <a:spcPts val="450"/>
              </a:spcBef>
              <a:buClrTx/>
              <a:buFontTx/>
              <a:buNone/>
            </a:pPr>
            <a:r>
              <a:rPr lang="en-US" dirty="0">
                <a:latin typeface="Arial" charset="0"/>
                <a:cs typeface="Arial" charset="0"/>
              </a:rPr>
              <a:t>Stallings Figure 5.1 shows the overall encryption process in AES.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42</a:t>
            </a:fld>
            <a:endParaRPr lang="en-US"/>
          </a:p>
        </p:txBody>
      </p:sp>
    </p:spTree>
    <p:extLst>
      <p:ext uri="{BB962C8B-B14F-4D97-AF65-F5344CB8AC3E}">
        <p14:creationId xmlns:p14="http://schemas.microsoft.com/office/powerpoint/2010/main" val="2608604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44</a:t>
            </a:fld>
            <a:endParaRPr lang="en-US"/>
          </a:p>
        </p:txBody>
      </p:sp>
    </p:spTree>
    <p:extLst>
      <p:ext uri="{BB962C8B-B14F-4D97-AF65-F5344CB8AC3E}">
        <p14:creationId xmlns:p14="http://schemas.microsoft.com/office/powerpoint/2010/main" val="29499894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45</a:t>
            </a:fld>
            <a:endParaRPr lang="en-US"/>
          </a:p>
        </p:txBody>
      </p:sp>
    </p:spTree>
    <p:extLst>
      <p:ext uri="{BB962C8B-B14F-4D97-AF65-F5344CB8AC3E}">
        <p14:creationId xmlns:p14="http://schemas.microsoft.com/office/powerpoint/2010/main" val="3103507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49</a:t>
            </a:fld>
            <a:endParaRPr lang="en-AU" dirty="0"/>
          </a:p>
        </p:txBody>
      </p:sp>
    </p:spTree>
    <p:extLst>
      <p:ext uri="{BB962C8B-B14F-4D97-AF65-F5344CB8AC3E}">
        <p14:creationId xmlns:p14="http://schemas.microsoft.com/office/powerpoint/2010/main" val="13438179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a:defRPr/>
            </a:pPr>
            <a:fld id="{32E074F0-BC3C-BD4A-9904-F5309CE7DC1D}" type="slidenum">
              <a:rPr lang="en-AU" smtClean="0"/>
              <a:pPr>
                <a:defRPr/>
              </a:pPr>
              <a:t>50</a:t>
            </a:fld>
            <a:endParaRPr lang="en-AU" dirty="0"/>
          </a:p>
        </p:txBody>
      </p:sp>
    </p:spTree>
    <p:extLst>
      <p:ext uri="{BB962C8B-B14F-4D97-AF65-F5344CB8AC3E}">
        <p14:creationId xmlns:p14="http://schemas.microsoft.com/office/powerpoint/2010/main" val="39795439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59</a:t>
            </a:fld>
            <a:endParaRPr lang="en-US"/>
          </a:p>
        </p:txBody>
      </p:sp>
    </p:spTree>
    <p:extLst>
      <p:ext uri="{BB962C8B-B14F-4D97-AF65-F5344CB8AC3E}">
        <p14:creationId xmlns:p14="http://schemas.microsoft.com/office/powerpoint/2010/main" val="23639707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60</a:t>
            </a:fld>
            <a:endParaRPr lang="en-US"/>
          </a:p>
        </p:txBody>
      </p:sp>
    </p:spTree>
    <p:extLst>
      <p:ext uri="{BB962C8B-B14F-4D97-AF65-F5344CB8AC3E}">
        <p14:creationId xmlns:p14="http://schemas.microsoft.com/office/powerpoint/2010/main" val="42130363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29696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65</a:t>
            </a:fld>
            <a:endParaRPr lang="en-US"/>
          </a:p>
        </p:txBody>
      </p:sp>
    </p:spTree>
    <p:extLst>
      <p:ext uri="{BB962C8B-B14F-4D97-AF65-F5344CB8AC3E}">
        <p14:creationId xmlns:p14="http://schemas.microsoft.com/office/powerpoint/2010/main" val="6402369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66</a:t>
            </a:fld>
            <a:endParaRPr lang="en-US"/>
          </a:p>
        </p:txBody>
      </p:sp>
    </p:spTree>
    <p:extLst>
      <p:ext uri="{BB962C8B-B14F-4D97-AF65-F5344CB8AC3E}">
        <p14:creationId xmlns:p14="http://schemas.microsoft.com/office/powerpoint/2010/main" val="30921983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68</a:t>
            </a:fld>
            <a:endParaRPr lang="en-US"/>
          </a:p>
        </p:txBody>
      </p:sp>
    </p:spTree>
    <p:extLst>
      <p:ext uri="{BB962C8B-B14F-4D97-AF65-F5344CB8AC3E}">
        <p14:creationId xmlns:p14="http://schemas.microsoft.com/office/powerpoint/2010/main" val="27692380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000000"/>
                </a:solidFill>
                <a:effectLst/>
                <a:latin typeface="Times New Roman" panose="02020603050405020304" pitchFamily="18" charset="0"/>
              </a:rPr>
              <a:t>Alice sends a message to the KDC saying she (</a:t>
            </a:r>
            <a:r>
              <a:rPr lang="en-US" b="0" i="1" dirty="0">
                <a:solidFill>
                  <a:srgbClr val="000000"/>
                </a:solidFill>
                <a:effectLst/>
                <a:latin typeface="Times New Roman" panose="02020603050405020304" pitchFamily="18" charset="0"/>
              </a:rPr>
              <a:t>A</a:t>
            </a:r>
            <a:r>
              <a:rPr lang="en-US" b="0" i="0" dirty="0">
                <a:solidFill>
                  <a:srgbClr val="000000"/>
                </a:solidFill>
                <a:effectLst/>
                <a:latin typeface="Times New Roman" panose="02020603050405020304" pitchFamily="18" charset="0"/>
              </a:rPr>
              <a:t>) wants to communicate with Bob (</a:t>
            </a:r>
            <a:r>
              <a:rPr lang="en-US" b="0" i="1" dirty="0">
                <a:solidFill>
                  <a:srgbClr val="000000"/>
                </a:solidFill>
                <a:effectLst/>
                <a:latin typeface="Times New Roman" panose="02020603050405020304" pitchFamily="18" charset="0"/>
              </a:rPr>
              <a:t>B</a:t>
            </a:r>
            <a:r>
              <a:rPr lang="en-US" b="0" i="0" dirty="0">
                <a:solidFill>
                  <a:srgbClr val="000000"/>
                </a:solidFill>
                <a:effectLst/>
                <a:latin typeface="Times New Roman" panose="02020603050405020304" pitchFamily="18" charset="0"/>
              </a:rPr>
              <a:t>).</a:t>
            </a:r>
          </a:p>
          <a:p>
            <a:pPr marL="228600" indent="-228600">
              <a:buAutoNum type="arabicPeriod"/>
            </a:pPr>
            <a:r>
              <a:rPr lang="en-US" b="0" i="0" dirty="0">
                <a:solidFill>
                  <a:srgbClr val="000000"/>
                </a:solidFill>
                <a:effectLst/>
                <a:latin typeface="Times New Roman" panose="02020603050405020304" pitchFamily="18" charset="0"/>
              </a:rPr>
              <a:t>The KDC then authenticates Alice.  The KDC then generates a random number, </a:t>
            </a:r>
            <a:r>
              <a:rPr lang="en-US" b="0" i="1" dirty="0">
                <a:solidFill>
                  <a:srgbClr val="000000"/>
                </a:solidFill>
                <a:effectLst/>
                <a:latin typeface="Times New Roman" panose="02020603050405020304" pitchFamily="18" charset="0"/>
              </a:rPr>
              <a:t>R1</a:t>
            </a:r>
            <a:r>
              <a:rPr lang="en-US" b="0" i="0" dirty="0">
                <a:solidFill>
                  <a:srgbClr val="000000"/>
                </a:solidFill>
                <a:effectLst/>
                <a:latin typeface="Times New Roman" panose="02020603050405020304" pitchFamily="18" charset="0"/>
              </a:rPr>
              <a:t>.  This is the shared key value that Alice and Bob will use to perform symmetric encryption when they communicate with each other. This key is referred to as a </a:t>
            </a:r>
            <a:r>
              <a:rPr lang="en-US" b="1" i="0" dirty="0">
                <a:solidFill>
                  <a:srgbClr val="000000"/>
                </a:solidFill>
                <a:effectLst/>
                <a:latin typeface="Times New Roman" panose="02020603050405020304" pitchFamily="18" charset="0"/>
              </a:rPr>
              <a:t>one-time session key</a:t>
            </a:r>
            <a:endParaRPr lang="en-US" b="0" i="0" dirty="0">
              <a:solidFill>
                <a:srgbClr val="000000"/>
              </a:solidFill>
              <a:effectLst/>
              <a:latin typeface="Times New Roman" panose="02020603050405020304" pitchFamily="18" charset="0"/>
            </a:endParaRPr>
          </a:p>
          <a:p>
            <a:pPr marL="228600" indent="-228600">
              <a:buAutoNum type="arabicPeriod"/>
            </a:pPr>
            <a:r>
              <a:rPr lang="en-US" b="0" i="0" dirty="0">
                <a:solidFill>
                  <a:srgbClr val="000000"/>
                </a:solidFill>
                <a:effectLst/>
                <a:latin typeface="Times New Roman" panose="02020603050405020304" pitchFamily="18" charset="0"/>
              </a:rPr>
              <a:t>The KDC now needs to inform Alice and Bob of the value of </a:t>
            </a:r>
            <a:r>
              <a:rPr lang="en-US" b="0" i="1" dirty="0">
                <a:solidFill>
                  <a:srgbClr val="000000"/>
                </a:solidFill>
                <a:effectLst/>
                <a:latin typeface="Times New Roman" panose="02020603050405020304" pitchFamily="18" charset="0"/>
              </a:rPr>
              <a:t>Ks</a:t>
            </a:r>
            <a:r>
              <a:rPr lang="en-US" b="0" i="0" dirty="0">
                <a:solidFill>
                  <a:srgbClr val="000000"/>
                </a:solidFill>
                <a:effectLst/>
                <a:latin typeface="Times New Roman" panose="02020603050405020304" pitchFamily="18" charset="0"/>
              </a:rPr>
              <a:t>.  The KDC thus sends back an encrypted  message to Alice (containing the following:</a:t>
            </a:r>
          </a:p>
          <a:p>
            <a:pPr marL="685800" lvl="1" indent="-228600">
              <a:buAutoNum type="arabicPeriod"/>
            </a:pPr>
            <a:r>
              <a:rPr lang="en-US" b="0" i="1" dirty="0">
                <a:solidFill>
                  <a:srgbClr val="000000"/>
                </a:solidFill>
                <a:effectLst/>
                <a:latin typeface="Times New Roman" panose="02020603050405020304" pitchFamily="18" charset="0"/>
              </a:rPr>
              <a:t>Ks, </a:t>
            </a:r>
            <a:r>
              <a:rPr lang="en-US" b="0" i="0" dirty="0">
                <a:solidFill>
                  <a:srgbClr val="000000"/>
                </a:solidFill>
                <a:effectLst/>
                <a:latin typeface="Times New Roman" panose="02020603050405020304" pitchFamily="18" charset="0"/>
              </a:rPr>
              <a:t>the one-time session key that Alice and Bob will use to communicate;</a:t>
            </a:r>
          </a:p>
          <a:p>
            <a:pPr marL="685800" lvl="1" indent="-228600">
              <a:buAutoNum type="arabicPeriod"/>
            </a:pPr>
            <a:r>
              <a:rPr lang="en-US" b="0" i="0" dirty="0">
                <a:solidFill>
                  <a:srgbClr val="000000"/>
                </a:solidFill>
                <a:effectLst/>
                <a:latin typeface="Times New Roman" panose="02020603050405020304" pitchFamily="18" charset="0"/>
              </a:rPr>
              <a:t>A pair of values: </a:t>
            </a:r>
            <a:r>
              <a:rPr lang="en-US" b="0" i="0" dirty="0" err="1">
                <a:solidFill>
                  <a:srgbClr val="000000"/>
                </a:solidFill>
                <a:effectLst/>
                <a:latin typeface="Times New Roman" panose="02020603050405020304" pitchFamily="18" charset="0"/>
              </a:rPr>
              <a:t>IDa</a:t>
            </a:r>
            <a:r>
              <a:rPr lang="en-US" b="0" i="0" dirty="0">
                <a:solidFill>
                  <a:srgbClr val="000000"/>
                </a:solidFill>
                <a:effectLst/>
                <a:latin typeface="Times New Roman" panose="02020603050405020304" pitchFamily="18" charset="0"/>
              </a:rPr>
              <a:t>, and </a:t>
            </a:r>
            <a:r>
              <a:rPr lang="en-US" b="0" i="1" dirty="0">
                <a:solidFill>
                  <a:srgbClr val="000000"/>
                </a:solidFill>
                <a:effectLst/>
                <a:latin typeface="Times New Roman" panose="02020603050405020304" pitchFamily="18" charset="0"/>
              </a:rPr>
              <a:t>Ks</a:t>
            </a:r>
            <a:r>
              <a:rPr lang="en-US" b="0" i="0" dirty="0">
                <a:solidFill>
                  <a:srgbClr val="000000"/>
                </a:solidFill>
                <a:effectLst/>
                <a:latin typeface="Times New Roman" panose="02020603050405020304" pitchFamily="18" charset="0"/>
              </a:rPr>
              <a:t>,  encrypted by the KDC using Bob's key, </a:t>
            </a:r>
            <a:r>
              <a:rPr lang="en-US" b="0" i="1" dirty="0">
                <a:solidFill>
                  <a:srgbClr val="000000"/>
                </a:solidFill>
                <a:effectLst/>
                <a:latin typeface="Times New Roman" panose="02020603050405020304" pitchFamily="18" charset="0"/>
              </a:rPr>
              <a:t>K</a:t>
            </a:r>
            <a:r>
              <a:rPr lang="en-US" b="0" i="1" baseline="-25000" dirty="0">
                <a:solidFill>
                  <a:srgbClr val="000000"/>
                </a:solidFill>
                <a:effectLst/>
                <a:latin typeface="Times New Roman" panose="02020603050405020304" pitchFamily="18" charset="0"/>
              </a:rPr>
              <a:t>B-KDC</a:t>
            </a:r>
            <a:r>
              <a:rPr lang="en-US" b="0" i="0" dirty="0">
                <a:solidFill>
                  <a:srgbClr val="000000"/>
                </a:solidFill>
                <a:effectLst/>
                <a:latin typeface="Times New Roman" panose="02020603050405020304" pitchFamily="18" charset="0"/>
              </a:rPr>
              <a:t> . </a:t>
            </a:r>
          </a:p>
          <a:p>
            <a:pPr marL="685800" lvl="1" indent="-228600">
              <a:buFont typeface="Arial" panose="020B0604020202020204" pitchFamily="34" charset="0"/>
              <a:buChar char="•"/>
            </a:pPr>
            <a:r>
              <a:rPr lang="en-US" b="0" i="0" dirty="0">
                <a:solidFill>
                  <a:srgbClr val="000000"/>
                </a:solidFill>
                <a:effectLst/>
                <a:latin typeface="Times New Roman" panose="02020603050405020304" pitchFamily="18" charset="0"/>
              </a:rPr>
              <a:t>These items are put into a message and encrypted using Alice's shared key. </a:t>
            </a:r>
          </a:p>
          <a:p>
            <a:pPr marL="228600" indent="-228600" algn="l">
              <a:buFont typeface="+mj-lt"/>
              <a:buAutoNum type="arabicPeriod"/>
            </a:pPr>
            <a:r>
              <a:rPr lang="en-US" b="0" i="0" dirty="0">
                <a:solidFill>
                  <a:srgbClr val="000000"/>
                </a:solidFill>
                <a:effectLst/>
                <a:latin typeface="Times New Roman" panose="02020603050405020304" pitchFamily="18" charset="0"/>
              </a:rPr>
              <a:t>Alice receives the message from the KDC, verifies the nonce, extracts </a:t>
            </a:r>
            <a:r>
              <a:rPr lang="en-US" b="0" i="1" dirty="0">
                <a:solidFill>
                  <a:srgbClr val="000000"/>
                </a:solidFill>
                <a:effectLst/>
                <a:latin typeface="Times New Roman" panose="02020603050405020304" pitchFamily="18" charset="0"/>
              </a:rPr>
              <a:t>Ks</a:t>
            </a:r>
            <a:r>
              <a:rPr lang="en-US" b="0" i="0" dirty="0">
                <a:solidFill>
                  <a:srgbClr val="000000"/>
                </a:solidFill>
                <a:effectLst/>
                <a:latin typeface="Times New Roman" panose="02020603050405020304" pitchFamily="18" charset="0"/>
              </a:rPr>
              <a:t> from the message and saves it.  Alice now knows the one-time session key, </a:t>
            </a:r>
            <a:r>
              <a:rPr lang="en-US" b="0" i="1" dirty="0">
                <a:solidFill>
                  <a:srgbClr val="000000"/>
                </a:solidFill>
                <a:effectLst/>
                <a:latin typeface="Times New Roman" panose="02020603050405020304" pitchFamily="18" charset="0"/>
              </a:rPr>
              <a:t>Ks. </a:t>
            </a:r>
          </a:p>
          <a:p>
            <a:pPr marL="228600" indent="-228600" algn="l">
              <a:buFont typeface="+mj-lt"/>
              <a:buAutoNum type="arabicPeriod"/>
            </a:pPr>
            <a:r>
              <a:rPr lang="en-US" b="0" i="0" dirty="0">
                <a:solidFill>
                  <a:srgbClr val="000000"/>
                </a:solidFill>
                <a:effectLst/>
                <a:latin typeface="Times New Roman" panose="02020603050405020304" pitchFamily="18" charset="0"/>
              </a:rPr>
              <a:t>Alice also extracts </a:t>
            </a:r>
            <a:r>
              <a:rPr lang="en-US" b="0" i="1" dirty="0">
                <a:solidFill>
                  <a:srgbClr val="000000"/>
                </a:solidFill>
                <a:effectLst/>
                <a:latin typeface="Times New Roman" panose="02020603050405020304" pitchFamily="18" charset="0"/>
              </a:rPr>
              <a:t> (</a:t>
            </a:r>
            <a:r>
              <a:rPr lang="en-US" b="0" i="1" dirty="0" err="1">
                <a:solidFill>
                  <a:srgbClr val="000000"/>
                </a:solidFill>
                <a:effectLst/>
                <a:latin typeface="Times New Roman" panose="02020603050405020304" pitchFamily="18" charset="0"/>
              </a:rPr>
              <a:t>Ks,IDa</a:t>
            </a:r>
            <a:r>
              <a:rPr lang="en-US" b="0" i="1" dirty="0">
                <a:solidFill>
                  <a:srgbClr val="000000"/>
                </a:solidFill>
                <a:effectLst/>
                <a:latin typeface="Times New Roman" panose="02020603050405020304" pitchFamily="18" charset="0"/>
              </a:rPr>
              <a:t>) </a:t>
            </a:r>
            <a:r>
              <a:rPr lang="en-US" b="0" i="0" dirty="0">
                <a:solidFill>
                  <a:srgbClr val="000000"/>
                </a:solidFill>
                <a:effectLst/>
                <a:latin typeface="Times New Roman" panose="02020603050405020304" pitchFamily="18" charset="0"/>
              </a:rPr>
              <a:t>and forwards this to Bob.</a:t>
            </a:r>
          </a:p>
          <a:p>
            <a:pPr marL="228600" indent="-228600" algn="l">
              <a:buFont typeface="+mj-lt"/>
              <a:buAutoNum type="arabicPeriod"/>
            </a:pPr>
            <a:r>
              <a:rPr lang="en-US" b="0" i="0" dirty="0">
                <a:solidFill>
                  <a:srgbClr val="000000"/>
                </a:solidFill>
                <a:effectLst/>
                <a:latin typeface="Times New Roman" panose="02020603050405020304" pitchFamily="18" charset="0"/>
              </a:rPr>
              <a:t>Bob decrypts the received message, </a:t>
            </a:r>
            <a:r>
              <a:rPr lang="en-US" b="0" i="1" dirty="0">
                <a:solidFill>
                  <a:srgbClr val="000000"/>
                </a:solidFill>
                <a:effectLst/>
                <a:latin typeface="Times New Roman" panose="02020603050405020304" pitchFamily="18" charset="0"/>
              </a:rPr>
              <a:t>using his key</a:t>
            </a:r>
            <a:r>
              <a:rPr lang="en-US" b="0" i="0" dirty="0">
                <a:solidFill>
                  <a:srgbClr val="000000"/>
                </a:solidFill>
                <a:effectLst/>
                <a:latin typeface="Times New Roman" panose="02020603050405020304" pitchFamily="18" charset="0"/>
              </a:rPr>
              <a:t>  and extracts </a:t>
            </a:r>
            <a:r>
              <a:rPr lang="en-US" b="0" i="1" dirty="0" err="1">
                <a:solidFill>
                  <a:srgbClr val="000000"/>
                </a:solidFill>
                <a:effectLst/>
                <a:latin typeface="Times New Roman" panose="02020603050405020304" pitchFamily="18" charset="0"/>
              </a:rPr>
              <a:t>Ks,IDa</a:t>
            </a:r>
            <a:r>
              <a:rPr lang="en-US" b="0" i="0" dirty="0">
                <a:solidFill>
                  <a:srgbClr val="000000"/>
                </a:solidFill>
                <a:effectLst/>
                <a:latin typeface="Times New Roman" panose="02020603050405020304" pitchFamily="18" charset="0"/>
              </a:rPr>
              <a:t>.  Bob now knows the one-time session key, </a:t>
            </a:r>
            <a:r>
              <a:rPr lang="en-US" b="0" i="1" dirty="0">
                <a:solidFill>
                  <a:srgbClr val="000000"/>
                </a:solidFill>
                <a:effectLst/>
                <a:latin typeface="Times New Roman" panose="02020603050405020304" pitchFamily="18" charset="0"/>
              </a:rPr>
              <a:t>R1, </a:t>
            </a:r>
            <a:r>
              <a:rPr lang="en-US" b="0" i="0" dirty="0">
                <a:solidFill>
                  <a:srgbClr val="000000"/>
                </a:solidFill>
                <a:effectLst/>
                <a:latin typeface="Times New Roman" panose="02020603050405020304" pitchFamily="18" charset="0"/>
              </a:rPr>
              <a:t>and the person with whom he is sharing this key, </a:t>
            </a:r>
            <a:r>
              <a:rPr lang="en-US" b="0" i="1" dirty="0">
                <a:solidFill>
                  <a:srgbClr val="000000"/>
                </a:solidFill>
                <a:effectLst/>
                <a:latin typeface="Times New Roman" panose="02020603050405020304" pitchFamily="18" charset="0"/>
              </a:rPr>
              <a:t>A</a:t>
            </a:r>
            <a:r>
              <a:rPr lang="en-US" b="0" i="0" dirty="0">
                <a:solidFill>
                  <a:srgbClr val="000000"/>
                </a:solidFill>
                <a:effectLst/>
                <a:latin typeface="Times New Roman" panose="02020603050405020304" pitchFamily="18" charset="0"/>
              </a:rPr>
              <a:t>. Of course, he takes care to authenticate Alice using </a:t>
            </a:r>
            <a:r>
              <a:rPr lang="en-US" b="0" i="1" dirty="0">
                <a:solidFill>
                  <a:srgbClr val="000000"/>
                </a:solidFill>
                <a:effectLst/>
                <a:latin typeface="Times New Roman" panose="02020603050405020304" pitchFamily="18" charset="0"/>
              </a:rPr>
              <a:t>R1</a:t>
            </a:r>
            <a:r>
              <a:rPr lang="en-US" b="0" i="0" dirty="0">
                <a:solidFill>
                  <a:srgbClr val="000000"/>
                </a:solidFill>
                <a:effectLst/>
                <a:latin typeface="Times New Roman" panose="02020603050405020304" pitchFamily="18" charset="0"/>
              </a:rPr>
              <a:t> before proceeding any further.</a:t>
            </a:r>
          </a:p>
          <a:p>
            <a:pPr marL="228600" indent="-228600" algn="l">
              <a:buFont typeface="+mj-lt"/>
              <a:buAutoNum type="arabicPeriod"/>
            </a:pPr>
            <a:endParaRPr lang="en-US" b="0" i="0" dirty="0">
              <a:solidFill>
                <a:srgbClr val="000000"/>
              </a:solidFill>
              <a:effectLst/>
              <a:latin typeface="Times New Roman" panose="02020603050405020304" pitchFamily="18" charset="0"/>
            </a:endParaRPr>
          </a:p>
          <a:p>
            <a:pPr marL="171450" indent="-171450" algn="l">
              <a:buFont typeface="Arial" panose="020B0604020202020204" pitchFamily="34" charset="0"/>
              <a:buChar char="•"/>
            </a:pPr>
            <a:r>
              <a:rPr lang="en-US" b="0" i="0" dirty="0" err="1">
                <a:solidFill>
                  <a:srgbClr val="000000"/>
                </a:solidFill>
                <a:effectLst/>
                <a:latin typeface="Times New Roman" panose="02020603050405020304" pitchFamily="18" charset="0"/>
              </a:rPr>
              <a:t>IDa</a:t>
            </a:r>
            <a:r>
              <a:rPr lang="en-US" b="0" i="0" dirty="0">
                <a:solidFill>
                  <a:srgbClr val="000000"/>
                </a:solidFill>
                <a:effectLst/>
                <a:latin typeface="Times New Roman" panose="02020603050405020304" pitchFamily="18" charset="0"/>
              </a:rPr>
              <a:t> – Identity of Alice</a:t>
            </a:r>
          </a:p>
          <a:p>
            <a:pPr marL="171450" indent="-171450" algn="l">
              <a:buFont typeface="Arial" panose="020B0604020202020204" pitchFamily="34" charset="0"/>
              <a:buChar char="•"/>
            </a:pPr>
            <a:r>
              <a:rPr lang="en-US" b="0" i="0" dirty="0">
                <a:solidFill>
                  <a:srgbClr val="000000"/>
                </a:solidFill>
                <a:effectLst/>
                <a:latin typeface="Times New Roman" panose="02020603050405020304" pitchFamily="18" charset="0"/>
              </a:rPr>
              <a:t>Ks – Session Key</a:t>
            </a:r>
          </a:p>
          <a:p>
            <a:pPr marL="228600" indent="-228600">
              <a:buAutoNum type="arabicPeriod"/>
            </a:pPr>
            <a:endParaRPr lang="en-MY" dirty="0"/>
          </a:p>
          <a:p>
            <a:pPr marL="228600" indent="-228600">
              <a:buAutoNum type="arabicPeriod"/>
            </a:pPr>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69</a:t>
            </a:fld>
            <a:endParaRPr lang="en-US"/>
          </a:p>
        </p:txBody>
      </p:sp>
    </p:spTree>
    <p:extLst>
      <p:ext uri="{BB962C8B-B14F-4D97-AF65-F5344CB8AC3E}">
        <p14:creationId xmlns:p14="http://schemas.microsoft.com/office/powerpoint/2010/main" val="2118198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9666B2-AE50-E640-B626-F604AED7D98F}" type="slidenum">
              <a:rPr kumimoji="0" lang="en-AU" sz="1200" b="0" i="0" u="none" strike="noStrike" kern="1200" cap="none" spc="0" normalizeH="0" baseline="0" noProof="0">
                <a:ln>
                  <a:noFill/>
                </a:ln>
                <a:solidFill>
                  <a:srgbClr val="000000"/>
                </a:solidFill>
                <a:effectLst/>
                <a:uLnTx/>
                <a:uFillTx/>
                <a:latin typeface="Arial" pitchFamily="-1"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AU" sz="1200" b="0" i="0" u="none" strike="noStrike" kern="1200" cap="none" spc="0" normalizeH="0" baseline="0" noProof="0" dirty="0">
              <a:ln>
                <a:noFill/>
              </a:ln>
              <a:solidFill>
                <a:srgbClr val="000000"/>
              </a:solidFill>
              <a:effectLst/>
              <a:uLnTx/>
              <a:uFillTx/>
              <a:latin typeface="Arial" pitchFamily="-1" charset="0"/>
              <a:ea typeface="+mn-ea"/>
              <a:cs typeface="+mn-cs"/>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dirty="0">
              <a:latin typeface="Arial" pitchFamily="-1"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32701672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72</a:t>
            </a:fld>
            <a:endParaRPr lang="en-US"/>
          </a:p>
        </p:txBody>
      </p:sp>
    </p:spTree>
    <p:extLst>
      <p:ext uri="{BB962C8B-B14F-4D97-AF65-F5344CB8AC3E}">
        <p14:creationId xmlns:p14="http://schemas.microsoft.com/office/powerpoint/2010/main" val="3384115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BB98B1-77DA-43CA-93B0-E8B97F7DD7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1288466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B98B1-77DA-43CA-93B0-E8B97F7DD7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741739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1BB98B1-77DA-43CA-93B0-E8B97F7DD7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547171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B98B1-77DA-43CA-93B0-E8B97F7DD7D4}" type="datetimeFigureOut">
              <a:rPr lang="en-US"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2520838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B98B1-77DA-43CA-93B0-E8B97F7DD7D4}" type="datetimeFigureOut">
              <a:rPr lang="en-US" smtClean="0"/>
              <a:t>10/16/2025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2077979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B98B1-77DA-43CA-93B0-E8B97F7DD7D4}" type="datetimeFigureOut">
              <a:rPr lang="en-US" smtClean="0"/>
              <a:t>10/16/2025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203386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B98B1-77DA-43CA-93B0-E8B97F7DD7D4}" type="datetimeFigureOut">
              <a:rPr lang="en-US" smtClean="0"/>
              <a:t>10/16/2025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937556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1BB98B1-77DA-43CA-93B0-E8B97F7DD7D4}" type="datetimeFigureOut">
              <a:rPr lang="en-US"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785531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1BB98B1-77DA-43CA-93B0-E8B97F7DD7D4}" type="datetimeFigureOut">
              <a:rPr lang="en-US"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601800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B98B1-77DA-43CA-93B0-E8B97F7DD7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2264025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B98B1-77DA-43CA-93B0-E8B97F7DD7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788673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491" y="1828800"/>
            <a:ext cx="8231744"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490" y="4800600"/>
            <a:ext cx="8231744"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27652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78776" y="-434279"/>
            <a:ext cx="9146383" cy="1371600"/>
          </a:xfrm>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10/16/2025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99253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891" y="2514600"/>
            <a:ext cx="8694663"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491" y="5410201"/>
            <a:ext cx="8689596"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10/16/2025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51148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5174" y="1905001"/>
            <a:ext cx="442075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30806" y="1905001"/>
            <a:ext cx="4420751"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10/16/2025</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7358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808"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808"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51489"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1489"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10/16/2025</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41093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14261" y="-387424"/>
            <a:ext cx="9146383" cy="1371600"/>
          </a:xfrm>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10/16/2025</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967972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10/16/2025</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57671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2704" y="685800"/>
            <a:ext cx="6402467"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10/16/2025</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99841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2704" y="685800"/>
            <a:ext cx="6402466"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10/16/2025</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86077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10/16/2025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4475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794" y="381001"/>
            <a:ext cx="1524398"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809" y="381001"/>
            <a:ext cx="7393324"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10/16/2025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93865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1" cy="1371600"/>
          </a:xfrm>
        </p:spPr>
        <p:txBody>
          <a:bodyPr/>
          <a:lstStyle/>
          <a:p>
            <a:r>
              <a:rPr lang="en-US"/>
              <a:t>Click to edit Master title style</a:t>
            </a:r>
            <a:endParaRPr lang="en-MY"/>
          </a:p>
        </p:txBody>
      </p:sp>
      <p:sp>
        <p:nvSpPr>
          <p:cNvPr id="3" name="Text Placeholder 2"/>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Online Image Placeholder 3"/>
          <p:cNvSpPr>
            <a:spLocks noGrp="1"/>
          </p:cNvSpPr>
          <p:nvPr>
            <p:ph type="clipArt" sz="half" idx="2"/>
          </p:nvPr>
        </p:nvSpPr>
        <p:spPr>
          <a:xfrm>
            <a:off x="6197600" y="1981200"/>
            <a:ext cx="5384800" cy="3886200"/>
          </a:xfrm>
        </p:spPr>
        <p:txBody>
          <a:bodyPr/>
          <a:lstStyle/>
          <a:p>
            <a:endParaRPr lang="en-MY"/>
          </a:p>
        </p:txBody>
      </p:sp>
      <p:sp>
        <p:nvSpPr>
          <p:cNvPr id="5" name="Footer Placeholder 4"/>
          <p:cNvSpPr>
            <a:spLocks noGrp="1"/>
          </p:cNvSpPr>
          <p:nvPr>
            <p:ph type="ftr" sz="quarter" idx="10"/>
          </p:nvPr>
        </p:nvSpPr>
        <p:spPr>
          <a:xfrm>
            <a:off x="4165601" y="6248400"/>
            <a:ext cx="3860800" cy="457200"/>
          </a:xfrm>
        </p:spPr>
        <p:txBody>
          <a:bodyPr/>
          <a:lstStyle>
            <a:lvl1pPr>
              <a:defRPr/>
            </a:lvl1pPr>
          </a:lstStyle>
          <a:p>
            <a:endParaRPr lang="en-US" altLang="zh-TW"/>
          </a:p>
        </p:txBody>
      </p:sp>
      <p:sp>
        <p:nvSpPr>
          <p:cNvPr id="6" name="Slide Number Placeholder 5"/>
          <p:cNvSpPr>
            <a:spLocks noGrp="1"/>
          </p:cNvSpPr>
          <p:nvPr>
            <p:ph type="sldNum" sz="quarter" idx="11"/>
          </p:nvPr>
        </p:nvSpPr>
        <p:spPr>
          <a:xfrm>
            <a:off x="8737601" y="6248400"/>
            <a:ext cx="2844800" cy="457200"/>
          </a:xfrm>
        </p:spPr>
        <p:txBody>
          <a:bodyPr/>
          <a:lstStyle>
            <a:lvl1pPr>
              <a:defRPr/>
            </a:lvl1pPr>
          </a:lstStyle>
          <a:p>
            <a:fld id="{6F6DD39D-5368-4CE3-8603-BCC0DAEDFA2A}" type="slidenum">
              <a:rPr lang="en-US" altLang="zh-TW"/>
              <a:pPr/>
              <a:t>‹#›</a:t>
            </a:fld>
            <a:endParaRPr lang="en-US" altLang="zh-TW"/>
          </a:p>
        </p:txBody>
      </p:sp>
      <p:sp>
        <p:nvSpPr>
          <p:cNvPr id="7" name="Date Placeholder 6"/>
          <p:cNvSpPr>
            <a:spLocks noGrp="1"/>
          </p:cNvSpPr>
          <p:nvPr>
            <p:ph type="dt" sz="half" idx="12"/>
          </p:nvPr>
        </p:nvSpPr>
        <p:spPr>
          <a:xfrm>
            <a:off x="609600" y="6245225"/>
            <a:ext cx="2844800" cy="476250"/>
          </a:xfrm>
        </p:spPr>
        <p:txBody>
          <a:bodyPr/>
          <a:lstStyle>
            <a:lvl1pPr>
              <a:defRPr/>
            </a:lvl1pPr>
          </a:lstStyle>
          <a:p>
            <a:endParaRPr lang="en-US" altLang="zh-TW"/>
          </a:p>
        </p:txBody>
      </p:sp>
    </p:spTree>
    <p:extLst>
      <p:ext uri="{BB962C8B-B14F-4D97-AF65-F5344CB8AC3E}">
        <p14:creationId xmlns:p14="http://schemas.microsoft.com/office/powerpoint/2010/main" val="8014724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901200" y="2600133"/>
            <a:ext cx="6389600" cy="859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4800" b="1">
                <a:solidFill>
                  <a:schemeClr val="lt1"/>
                </a:solidFill>
              </a:defRPr>
            </a:lvl1pPr>
            <a:lvl2pPr lvl="1" algn="ctr">
              <a:spcBef>
                <a:spcPts val="0"/>
              </a:spcBef>
              <a:spcAft>
                <a:spcPts val="0"/>
              </a:spcAft>
              <a:buClr>
                <a:schemeClr val="lt1"/>
              </a:buClr>
              <a:buSzPts val="3600"/>
              <a:buNone/>
              <a:defRPr sz="4800" b="1">
                <a:solidFill>
                  <a:schemeClr val="lt1"/>
                </a:solidFill>
              </a:defRPr>
            </a:lvl2pPr>
            <a:lvl3pPr lvl="2" algn="ctr">
              <a:spcBef>
                <a:spcPts val="0"/>
              </a:spcBef>
              <a:spcAft>
                <a:spcPts val="0"/>
              </a:spcAft>
              <a:buClr>
                <a:schemeClr val="lt1"/>
              </a:buClr>
              <a:buSzPts val="3600"/>
              <a:buNone/>
              <a:defRPr sz="4800" b="1">
                <a:solidFill>
                  <a:schemeClr val="lt1"/>
                </a:solidFill>
              </a:defRPr>
            </a:lvl3pPr>
            <a:lvl4pPr lvl="3" algn="ctr">
              <a:spcBef>
                <a:spcPts val="0"/>
              </a:spcBef>
              <a:spcAft>
                <a:spcPts val="0"/>
              </a:spcAft>
              <a:buClr>
                <a:schemeClr val="lt1"/>
              </a:buClr>
              <a:buSzPts val="3600"/>
              <a:buNone/>
              <a:defRPr sz="4800" b="1">
                <a:solidFill>
                  <a:schemeClr val="lt1"/>
                </a:solidFill>
              </a:defRPr>
            </a:lvl4pPr>
            <a:lvl5pPr lvl="4" algn="ctr">
              <a:spcBef>
                <a:spcPts val="0"/>
              </a:spcBef>
              <a:spcAft>
                <a:spcPts val="0"/>
              </a:spcAft>
              <a:buClr>
                <a:schemeClr val="lt1"/>
              </a:buClr>
              <a:buSzPts val="3600"/>
              <a:buNone/>
              <a:defRPr sz="4800" b="1">
                <a:solidFill>
                  <a:schemeClr val="lt1"/>
                </a:solidFill>
              </a:defRPr>
            </a:lvl5pPr>
            <a:lvl6pPr lvl="5" algn="ctr">
              <a:spcBef>
                <a:spcPts val="0"/>
              </a:spcBef>
              <a:spcAft>
                <a:spcPts val="0"/>
              </a:spcAft>
              <a:buClr>
                <a:schemeClr val="lt1"/>
              </a:buClr>
              <a:buSzPts val="3600"/>
              <a:buNone/>
              <a:defRPr sz="4800" b="1">
                <a:solidFill>
                  <a:schemeClr val="lt1"/>
                </a:solidFill>
              </a:defRPr>
            </a:lvl6pPr>
            <a:lvl7pPr lvl="6" algn="ctr">
              <a:spcBef>
                <a:spcPts val="0"/>
              </a:spcBef>
              <a:spcAft>
                <a:spcPts val="0"/>
              </a:spcAft>
              <a:buClr>
                <a:schemeClr val="lt1"/>
              </a:buClr>
              <a:buSzPts val="3600"/>
              <a:buNone/>
              <a:defRPr sz="4800" b="1">
                <a:solidFill>
                  <a:schemeClr val="lt1"/>
                </a:solidFill>
              </a:defRPr>
            </a:lvl7pPr>
            <a:lvl8pPr lvl="7" algn="ctr">
              <a:spcBef>
                <a:spcPts val="0"/>
              </a:spcBef>
              <a:spcAft>
                <a:spcPts val="0"/>
              </a:spcAft>
              <a:buClr>
                <a:schemeClr val="lt1"/>
              </a:buClr>
              <a:buSzPts val="3600"/>
              <a:buNone/>
              <a:defRPr sz="4800" b="1">
                <a:solidFill>
                  <a:schemeClr val="lt1"/>
                </a:solidFill>
              </a:defRPr>
            </a:lvl8pPr>
            <a:lvl9pPr lvl="8" algn="ctr">
              <a:spcBef>
                <a:spcPts val="0"/>
              </a:spcBef>
              <a:spcAft>
                <a:spcPts val="0"/>
              </a:spcAft>
              <a:buClr>
                <a:schemeClr val="lt1"/>
              </a:buClr>
              <a:buSzPts val="3600"/>
              <a:buNone/>
              <a:defRPr sz="4800" b="1">
                <a:solidFill>
                  <a:schemeClr val="lt1"/>
                </a:solidFill>
              </a:defRPr>
            </a:lvl9pPr>
          </a:lstStyle>
          <a:p>
            <a:endParaRPr/>
          </a:p>
        </p:txBody>
      </p:sp>
      <p:sp>
        <p:nvSpPr>
          <p:cNvPr id="10" name="Google Shape;10;p2"/>
          <p:cNvSpPr txBox="1">
            <a:spLocks noGrp="1"/>
          </p:cNvSpPr>
          <p:nvPr>
            <p:ph type="subTitle" idx="1"/>
          </p:nvPr>
        </p:nvSpPr>
        <p:spPr>
          <a:xfrm>
            <a:off x="2725600" y="4939533"/>
            <a:ext cx="6740800" cy="61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867">
                <a:solidFill>
                  <a:schemeClr val="accent1"/>
                </a:solidFill>
              </a:defRPr>
            </a:lvl1pPr>
            <a:lvl2pPr lvl="1" algn="ctr">
              <a:lnSpc>
                <a:spcPct val="100000"/>
              </a:lnSpc>
              <a:spcBef>
                <a:spcPts val="0"/>
              </a:spcBef>
              <a:spcAft>
                <a:spcPts val="0"/>
              </a:spcAft>
              <a:buClr>
                <a:schemeClr val="lt1"/>
              </a:buClr>
              <a:buSzPts val="1800"/>
              <a:buNone/>
              <a:defRPr sz="2400">
                <a:solidFill>
                  <a:schemeClr val="lt1"/>
                </a:solidFill>
              </a:defRPr>
            </a:lvl2pPr>
            <a:lvl3pPr lvl="2" algn="ctr">
              <a:lnSpc>
                <a:spcPct val="100000"/>
              </a:lnSpc>
              <a:spcBef>
                <a:spcPts val="0"/>
              </a:spcBef>
              <a:spcAft>
                <a:spcPts val="0"/>
              </a:spcAft>
              <a:buClr>
                <a:schemeClr val="lt1"/>
              </a:buClr>
              <a:buSzPts val="1800"/>
              <a:buNone/>
              <a:defRPr sz="2400">
                <a:solidFill>
                  <a:schemeClr val="lt1"/>
                </a:solidFill>
              </a:defRPr>
            </a:lvl3pPr>
            <a:lvl4pPr lvl="3" algn="ctr">
              <a:lnSpc>
                <a:spcPct val="100000"/>
              </a:lnSpc>
              <a:spcBef>
                <a:spcPts val="0"/>
              </a:spcBef>
              <a:spcAft>
                <a:spcPts val="0"/>
              </a:spcAft>
              <a:buClr>
                <a:schemeClr val="lt1"/>
              </a:buClr>
              <a:buSzPts val="1800"/>
              <a:buNone/>
              <a:defRPr sz="2400">
                <a:solidFill>
                  <a:schemeClr val="lt1"/>
                </a:solidFill>
              </a:defRPr>
            </a:lvl4pPr>
            <a:lvl5pPr lvl="4" algn="ctr">
              <a:lnSpc>
                <a:spcPct val="100000"/>
              </a:lnSpc>
              <a:spcBef>
                <a:spcPts val="0"/>
              </a:spcBef>
              <a:spcAft>
                <a:spcPts val="0"/>
              </a:spcAft>
              <a:buClr>
                <a:schemeClr val="lt1"/>
              </a:buClr>
              <a:buSzPts val="1800"/>
              <a:buNone/>
              <a:defRPr sz="2400">
                <a:solidFill>
                  <a:schemeClr val="lt1"/>
                </a:solidFill>
              </a:defRPr>
            </a:lvl5pPr>
            <a:lvl6pPr lvl="5" algn="ctr">
              <a:lnSpc>
                <a:spcPct val="100000"/>
              </a:lnSpc>
              <a:spcBef>
                <a:spcPts val="0"/>
              </a:spcBef>
              <a:spcAft>
                <a:spcPts val="0"/>
              </a:spcAft>
              <a:buClr>
                <a:schemeClr val="lt1"/>
              </a:buClr>
              <a:buSzPts val="1800"/>
              <a:buNone/>
              <a:defRPr sz="2400">
                <a:solidFill>
                  <a:schemeClr val="lt1"/>
                </a:solidFill>
              </a:defRPr>
            </a:lvl6pPr>
            <a:lvl7pPr lvl="6" algn="ctr">
              <a:lnSpc>
                <a:spcPct val="100000"/>
              </a:lnSpc>
              <a:spcBef>
                <a:spcPts val="0"/>
              </a:spcBef>
              <a:spcAft>
                <a:spcPts val="0"/>
              </a:spcAft>
              <a:buClr>
                <a:schemeClr val="lt1"/>
              </a:buClr>
              <a:buSzPts val="1800"/>
              <a:buNone/>
              <a:defRPr sz="2400">
                <a:solidFill>
                  <a:schemeClr val="lt1"/>
                </a:solidFill>
              </a:defRPr>
            </a:lvl7pPr>
            <a:lvl8pPr lvl="7" algn="ctr">
              <a:lnSpc>
                <a:spcPct val="100000"/>
              </a:lnSpc>
              <a:spcBef>
                <a:spcPts val="0"/>
              </a:spcBef>
              <a:spcAft>
                <a:spcPts val="0"/>
              </a:spcAft>
              <a:buClr>
                <a:schemeClr val="lt1"/>
              </a:buClr>
              <a:buSzPts val="1800"/>
              <a:buNone/>
              <a:defRPr sz="2400">
                <a:solidFill>
                  <a:schemeClr val="lt1"/>
                </a:solidFill>
              </a:defRPr>
            </a:lvl8pPr>
            <a:lvl9pPr lvl="8" algn="ctr">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5018773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016893" y="4237000"/>
            <a:ext cx="4091600" cy="7984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endParaRPr/>
          </a:p>
        </p:txBody>
      </p:sp>
      <p:sp>
        <p:nvSpPr>
          <p:cNvPr id="13" name="Google Shape;13;p3"/>
          <p:cNvSpPr txBox="1">
            <a:spLocks noGrp="1"/>
          </p:cNvSpPr>
          <p:nvPr>
            <p:ph type="title" idx="2" hasCustomPrompt="1"/>
          </p:nvPr>
        </p:nvSpPr>
        <p:spPr>
          <a:xfrm>
            <a:off x="1397693" y="4383333"/>
            <a:ext cx="3217200" cy="12420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8000">
                <a:solidFill>
                  <a:schemeClr val="lt1"/>
                </a:solidFill>
              </a:defRPr>
            </a:lvl1pPr>
            <a:lvl2pPr lvl="1" algn="ctr" rtl="0">
              <a:spcBef>
                <a:spcPts val="0"/>
              </a:spcBef>
              <a:spcAft>
                <a:spcPts val="0"/>
              </a:spcAft>
              <a:buClr>
                <a:schemeClr val="lt1"/>
              </a:buClr>
              <a:buSzPts val="7200"/>
              <a:buNone/>
              <a:defRPr sz="9600">
                <a:solidFill>
                  <a:schemeClr val="lt1"/>
                </a:solidFill>
              </a:defRPr>
            </a:lvl2pPr>
            <a:lvl3pPr lvl="2" algn="ctr" rtl="0">
              <a:spcBef>
                <a:spcPts val="0"/>
              </a:spcBef>
              <a:spcAft>
                <a:spcPts val="0"/>
              </a:spcAft>
              <a:buClr>
                <a:schemeClr val="lt1"/>
              </a:buClr>
              <a:buSzPts val="7200"/>
              <a:buNone/>
              <a:defRPr sz="9600">
                <a:solidFill>
                  <a:schemeClr val="lt1"/>
                </a:solidFill>
              </a:defRPr>
            </a:lvl3pPr>
            <a:lvl4pPr lvl="3" algn="ctr" rtl="0">
              <a:spcBef>
                <a:spcPts val="0"/>
              </a:spcBef>
              <a:spcAft>
                <a:spcPts val="0"/>
              </a:spcAft>
              <a:buClr>
                <a:schemeClr val="lt1"/>
              </a:buClr>
              <a:buSzPts val="7200"/>
              <a:buNone/>
              <a:defRPr sz="9600">
                <a:solidFill>
                  <a:schemeClr val="lt1"/>
                </a:solidFill>
              </a:defRPr>
            </a:lvl4pPr>
            <a:lvl5pPr lvl="4" algn="ctr" rtl="0">
              <a:spcBef>
                <a:spcPts val="0"/>
              </a:spcBef>
              <a:spcAft>
                <a:spcPts val="0"/>
              </a:spcAft>
              <a:buClr>
                <a:schemeClr val="lt1"/>
              </a:buClr>
              <a:buSzPts val="7200"/>
              <a:buNone/>
              <a:defRPr sz="9600">
                <a:solidFill>
                  <a:schemeClr val="lt1"/>
                </a:solidFill>
              </a:defRPr>
            </a:lvl5pPr>
            <a:lvl6pPr lvl="5" algn="ctr" rtl="0">
              <a:spcBef>
                <a:spcPts val="0"/>
              </a:spcBef>
              <a:spcAft>
                <a:spcPts val="0"/>
              </a:spcAft>
              <a:buClr>
                <a:schemeClr val="lt1"/>
              </a:buClr>
              <a:buSzPts val="7200"/>
              <a:buNone/>
              <a:defRPr sz="9600">
                <a:solidFill>
                  <a:schemeClr val="lt1"/>
                </a:solidFill>
              </a:defRPr>
            </a:lvl6pPr>
            <a:lvl7pPr lvl="6" algn="ctr" rtl="0">
              <a:spcBef>
                <a:spcPts val="0"/>
              </a:spcBef>
              <a:spcAft>
                <a:spcPts val="0"/>
              </a:spcAft>
              <a:buClr>
                <a:schemeClr val="lt1"/>
              </a:buClr>
              <a:buSzPts val="7200"/>
              <a:buNone/>
              <a:defRPr sz="9600">
                <a:solidFill>
                  <a:schemeClr val="lt1"/>
                </a:solidFill>
              </a:defRPr>
            </a:lvl7pPr>
            <a:lvl8pPr lvl="7" algn="ctr" rtl="0">
              <a:spcBef>
                <a:spcPts val="0"/>
              </a:spcBef>
              <a:spcAft>
                <a:spcPts val="0"/>
              </a:spcAft>
              <a:buClr>
                <a:schemeClr val="lt1"/>
              </a:buClr>
              <a:buSzPts val="7200"/>
              <a:buNone/>
              <a:defRPr sz="9600">
                <a:solidFill>
                  <a:schemeClr val="lt1"/>
                </a:solidFill>
              </a:defRPr>
            </a:lvl8pPr>
            <a:lvl9pPr lvl="8" algn="ctr" rtl="0">
              <a:spcBef>
                <a:spcPts val="0"/>
              </a:spcBef>
              <a:spcAft>
                <a:spcPts val="0"/>
              </a:spcAft>
              <a:buClr>
                <a:schemeClr val="lt1"/>
              </a:buClr>
              <a:buSzPts val="7200"/>
              <a:buNone/>
              <a:defRPr sz="9600">
                <a:solidFill>
                  <a:schemeClr val="lt1"/>
                </a:solidFill>
              </a:defRPr>
            </a:lvl9pPr>
          </a:lstStyle>
          <a:p>
            <a:r>
              <a:t>xx%</a:t>
            </a:r>
          </a:p>
        </p:txBody>
      </p:sp>
      <p:sp>
        <p:nvSpPr>
          <p:cNvPr id="14" name="Google Shape;14;p3"/>
          <p:cNvSpPr txBox="1">
            <a:spLocks noGrp="1"/>
          </p:cNvSpPr>
          <p:nvPr>
            <p:ph type="subTitle" idx="1"/>
          </p:nvPr>
        </p:nvSpPr>
        <p:spPr>
          <a:xfrm>
            <a:off x="5016893" y="4960867"/>
            <a:ext cx="4091600" cy="6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Tree>
    <p:extLst>
      <p:ext uri="{BB962C8B-B14F-4D97-AF65-F5344CB8AC3E}">
        <p14:creationId xmlns:p14="http://schemas.microsoft.com/office/powerpoint/2010/main" val="15351570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1251333"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122280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ahnschrift" panose="020B0502040204020203"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484465" y="6356351"/>
            <a:ext cx="2781300" cy="365125"/>
          </a:xfrm>
          <a:prstGeom prst="rect">
            <a:avLst/>
          </a:prstGeom>
        </p:spPr>
        <p:txBody>
          <a:bodyPr/>
          <a:lstStyle/>
          <a:p>
            <a:endParaRPr lang="en-US" dirty="0"/>
          </a:p>
        </p:txBody>
      </p:sp>
      <p:sp>
        <p:nvSpPr>
          <p:cNvPr id="5" name="Footer Placeholder 4"/>
          <p:cNvSpPr>
            <a:spLocks noGrp="1"/>
          </p:cNvSpPr>
          <p:nvPr>
            <p:ph type="ftr" sz="quarter" idx="11"/>
          </p:nvPr>
        </p:nvSpPr>
        <p:spPr>
          <a:xfrm>
            <a:off x="878889" y="6356351"/>
            <a:ext cx="3797300" cy="365125"/>
          </a:xfrm>
          <a:prstGeom prst="rect">
            <a:avLst/>
          </a:prstGeom>
        </p:spPr>
        <p:txBody>
          <a:bodyPr/>
          <a:lstStyle/>
          <a:p>
            <a:r>
              <a:rPr lang="en-US"/>
              <a:t>© 2016 Pearson Education, Inc., Hoboken, NJ.  All rights reserved.</a:t>
            </a:r>
            <a:endParaRPr lang="en-US" dirty="0"/>
          </a:p>
        </p:txBody>
      </p:sp>
      <p:sp>
        <p:nvSpPr>
          <p:cNvPr id="6" name="Slide Number Placeholder 5"/>
          <p:cNvSpPr>
            <a:spLocks noGrp="1"/>
          </p:cNvSpPr>
          <p:nvPr>
            <p:ph type="sldNum" sz="quarter" idx="12"/>
          </p:nvPr>
        </p:nvSpPr>
        <p:spPr>
          <a:xfrm>
            <a:off x="11391039" y="6356351"/>
            <a:ext cx="749300" cy="365125"/>
          </a:xfrm>
          <a:prstGeom prst="rect">
            <a:avLst/>
          </a:prstGeom>
        </p:spPr>
        <p:txBody>
          <a:bodyPr/>
          <a:lstStyle/>
          <a:p>
            <a:fld id="{5F36C9FC-DA22-1F47-8722-58727A1D436E}" type="slidenum">
              <a:rPr lang="en-US" smtClean="0"/>
              <a:pPr/>
              <a:t>‹#›</a:t>
            </a:fld>
            <a:endParaRPr lang="en-US" dirty="0"/>
          </a:p>
        </p:txBody>
      </p:sp>
    </p:spTree>
    <p:extLst>
      <p:ext uri="{BB962C8B-B14F-4D97-AF65-F5344CB8AC3E}">
        <p14:creationId xmlns:p14="http://schemas.microsoft.com/office/powerpoint/2010/main" val="24160371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491" y="1828800"/>
            <a:ext cx="8231744"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490" y="4800600"/>
            <a:ext cx="8231744"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2708394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78776" y="-434279"/>
            <a:ext cx="9146383" cy="1371600"/>
          </a:xfrm>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10/16/2025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8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891" y="2514600"/>
            <a:ext cx="8694663"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491" y="5410201"/>
            <a:ext cx="8689596"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10/16/2025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904993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5174" y="1905001"/>
            <a:ext cx="442075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30806" y="1905001"/>
            <a:ext cx="4420751"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10/16/2025</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85552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808"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808"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51489"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1489"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10/16/2025</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933071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14261" y="-387424"/>
            <a:ext cx="9146383" cy="1371600"/>
          </a:xfrm>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10/16/2025</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81920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10/16/2025</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385490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2704" y="685800"/>
            <a:ext cx="6402467"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10/16/2025</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890626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2704" y="685800"/>
            <a:ext cx="6402466"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10/16/2025</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86659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10/16/2025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906352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794" y="381001"/>
            <a:ext cx="1524398"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809" y="381001"/>
            <a:ext cx="7393324"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10/16/2025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222339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theme" Target="../theme/theme3.xml"/><Relationship Id="rId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jp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B98B1-77DA-43CA-93B0-E8B97F7DD7D4}" type="datetimeFigureOut">
              <a:rPr lang="en-US" smtClean="0"/>
              <a:t>10/16/2025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802632-74A4-455E-8EDF-9AED88E91F7B}" type="slidenum">
              <a:rPr lang="en-US" smtClean="0"/>
              <a:t>‹#›</a:t>
            </a:fld>
            <a:endParaRPr lang="en-US"/>
          </a:p>
        </p:txBody>
      </p:sp>
    </p:spTree>
    <p:extLst>
      <p:ext uri="{BB962C8B-B14F-4D97-AF65-F5344CB8AC3E}">
        <p14:creationId xmlns:p14="http://schemas.microsoft.com/office/powerpoint/2010/main" val="32506414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8944" y="-531440"/>
            <a:ext cx="9146383" cy="1371600"/>
          </a:xfrm>
          <a:prstGeom prst="rect">
            <a:avLst/>
          </a:prstGeom>
        </p:spPr>
        <p:txBody>
          <a:bodyPr vert="horz" lIns="91440" tIns="45720" rIns="91440" bIns="45720" rtlCol="0" anchor="b">
            <a:normAutofit/>
          </a:bodyPr>
          <a:lstStyle/>
          <a:p>
            <a:r>
              <a:rPr lang="en-US" dirty="0"/>
              <a:t>Click to edit Master title style</a:t>
            </a:r>
            <a:endParaRPr dirty="0"/>
          </a:p>
        </p:txBody>
      </p:sp>
      <p:sp>
        <p:nvSpPr>
          <p:cNvPr id="3" name="Text Placeholder 2"/>
          <p:cNvSpPr>
            <a:spLocks noGrp="1"/>
          </p:cNvSpPr>
          <p:nvPr>
            <p:ph type="body" idx="1"/>
          </p:nvPr>
        </p:nvSpPr>
        <p:spPr>
          <a:xfrm>
            <a:off x="1513445" y="1268761"/>
            <a:ext cx="913677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810" y="6400800"/>
            <a:ext cx="6554906"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8565" y="6400800"/>
            <a:ext cx="1449767"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10/16/2025</a:t>
            </a:fld>
            <a:endParaRPr lang="en-US"/>
          </a:p>
        </p:txBody>
      </p:sp>
      <p:sp>
        <p:nvSpPr>
          <p:cNvPr id="6" name="Slide Number Placeholder 5"/>
          <p:cNvSpPr>
            <a:spLocks noGrp="1"/>
          </p:cNvSpPr>
          <p:nvPr>
            <p:ph type="sldNum" sz="quarter" idx="4"/>
          </p:nvPr>
        </p:nvSpPr>
        <p:spPr>
          <a:xfrm>
            <a:off x="9830772" y="6400800"/>
            <a:ext cx="83841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2640409589"/>
      </p:ext>
    </p:extLst>
  </p:cSld>
  <p:clrMap bg1="dk1" tx1="lt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54"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p15:clr>
            <a:srgbClr val="F26B43"/>
          </p15:clr>
        </p15:guide>
        <p15:guide id="2"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38195"/>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dirty="0"/>
          </a:p>
        </p:txBody>
      </p:sp>
      <p:sp>
        <p:nvSpPr>
          <p:cNvPr id="7" name="Google Shape;7;p1"/>
          <p:cNvSpPr txBox="1">
            <a:spLocks noGrp="1"/>
          </p:cNvSpPr>
          <p:nvPr>
            <p:ph type="body" idx="1"/>
          </p:nvPr>
        </p:nvSpPr>
        <p:spPr>
          <a:xfrm>
            <a:off x="415600" y="937919"/>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dirty="0"/>
          </a:p>
        </p:txBody>
      </p:sp>
    </p:spTree>
    <p:extLst>
      <p:ext uri="{BB962C8B-B14F-4D97-AF65-F5344CB8AC3E}">
        <p14:creationId xmlns:p14="http://schemas.microsoft.com/office/powerpoint/2010/main" val="1002135901"/>
      </p:ext>
    </p:extLst>
  </p:cSld>
  <p:clrMap bg1="lt1" tx1="dk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Microsoft JhengHei UI Light" panose="020B0304030504040204" pitchFamily="34" charset="-120"/>
          <a:ea typeface="Microsoft JhengHei UI Light" panose="020B0304030504040204" pitchFamily="34" charset="-12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8944" y="-531440"/>
            <a:ext cx="9146383" cy="1371600"/>
          </a:xfrm>
          <a:prstGeom prst="rect">
            <a:avLst/>
          </a:prstGeom>
        </p:spPr>
        <p:txBody>
          <a:bodyPr vert="horz" lIns="91440" tIns="45720" rIns="91440" bIns="45720" rtlCol="0" anchor="b">
            <a:normAutofit/>
          </a:bodyPr>
          <a:lstStyle/>
          <a:p>
            <a:r>
              <a:rPr lang="en-US" dirty="0"/>
              <a:t>Click to edit Master title style</a:t>
            </a:r>
            <a:endParaRPr dirty="0"/>
          </a:p>
        </p:txBody>
      </p:sp>
      <p:sp>
        <p:nvSpPr>
          <p:cNvPr id="3" name="Text Placeholder 2"/>
          <p:cNvSpPr>
            <a:spLocks noGrp="1"/>
          </p:cNvSpPr>
          <p:nvPr>
            <p:ph type="body" idx="1"/>
          </p:nvPr>
        </p:nvSpPr>
        <p:spPr>
          <a:xfrm>
            <a:off x="1513445" y="1268761"/>
            <a:ext cx="913677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810" y="6400800"/>
            <a:ext cx="6554906"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8565" y="6400800"/>
            <a:ext cx="1449767"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10/16/2025</a:t>
            </a:fld>
            <a:endParaRPr lang="en-US"/>
          </a:p>
        </p:txBody>
      </p:sp>
      <p:sp>
        <p:nvSpPr>
          <p:cNvPr id="6" name="Slide Number Placeholder 5"/>
          <p:cNvSpPr>
            <a:spLocks noGrp="1"/>
          </p:cNvSpPr>
          <p:nvPr>
            <p:ph type="sldNum" sz="quarter" idx="4"/>
          </p:nvPr>
        </p:nvSpPr>
        <p:spPr>
          <a:xfrm>
            <a:off x="9830772" y="6400800"/>
            <a:ext cx="83841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3051362602"/>
      </p:ext>
    </p:extLst>
  </p:cSld>
  <p:clrMap bg1="dk1" tx1="lt1" bg2="dk2"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p15:clr>
            <a:srgbClr val="F26B43"/>
          </p15:clr>
        </p15:guide>
        <p15:guide id="2"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soatRmpccPk"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6.sv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eVsvAB8UA3Y"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38.sv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16.svg"/><Relationship Id="rId2" Type="http://schemas.openxmlformats.org/officeDocument/2006/relationships/notesSlide" Target="../notesSlides/notesSlide31.xml"/><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hyperlink" Target="https://youtu.be/gP4PqVGudtg" TargetMode="External"/><Relationship Id="rId4" Type="http://schemas.openxmlformats.org/officeDocument/2006/relationships/image" Target="../media/image45.sv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3" Type="http://schemas.openxmlformats.org/officeDocument/2006/relationships/hyperlink" Target="https://en.wikipedia.org/wiki/AES_key_schedule" TargetMode="External"/><Relationship Id="rId2" Type="http://schemas.openxmlformats.org/officeDocument/2006/relationships/notesSlide" Target="../notesSlides/notesSlide34.xml"/><Relationship Id="rId1" Type="http://schemas.openxmlformats.org/officeDocument/2006/relationships/slideLayout" Target="../slideLayouts/slideLayout27.xml"/><Relationship Id="rId6" Type="http://schemas.openxmlformats.org/officeDocument/2006/relationships/hyperlink" Target="https://en.wikipedia.org/wiki/Rijndael_S-box" TargetMode="External"/><Relationship Id="rId5" Type="http://schemas.openxmlformats.org/officeDocument/2006/relationships/hyperlink" Target="https://en.wikipedia.org/wiki/Linear_map" TargetMode="External"/><Relationship Id="rId4" Type="http://schemas.openxmlformats.org/officeDocument/2006/relationships/hyperlink" Target="https://en.wikipedia.org/wiki/Bitwise_xor"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27.xml"/><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36.xml"/><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27.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png"/><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38.xml"/><Relationship Id="rId1" Type="http://schemas.openxmlformats.org/officeDocument/2006/relationships/slideLayout" Target="../slideLayouts/slideLayout29.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67.png"/></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5.xml"/><Relationship Id="rId1" Type="http://schemas.openxmlformats.org/officeDocument/2006/relationships/slideLayout" Target="../slideLayouts/slideLayout15.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10913" y="1440982"/>
            <a:ext cx="1708493" cy="3500394"/>
          </a:xfrm>
          <a:prstGeom prst="rect">
            <a:avLst/>
          </a:prstGeom>
        </p:spPr>
      </p:pic>
      <p:sp>
        <p:nvSpPr>
          <p:cNvPr id="3" name="Rectangle 2"/>
          <p:cNvSpPr/>
          <p:nvPr/>
        </p:nvSpPr>
        <p:spPr>
          <a:xfrm>
            <a:off x="8856278" y="1529905"/>
            <a:ext cx="118189" cy="3322547"/>
          </a:xfrm>
          <a:prstGeom prst="rect">
            <a:avLst/>
          </a:prstGeom>
          <a:solidFill>
            <a:srgbClr val="D08E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 name="TextBox 5"/>
          <p:cNvSpPr txBox="1"/>
          <p:nvPr/>
        </p:nvSpPr>
        <p:spPr>
          <a:xfrm>
            <a:off x="890446" y="1440982"/>
            <a:ext cx="7965832" cy="2769989"/>
          </a:xfrm>
          <a:prstGeom prst="rect">
            <a:avLst/>
          </a:prstGeom>
          <a:noFill/>
        </p:spPr>
        <p:txBody>
          <a:bodyPr wrap="square" rtlCol="0">
            <a:spAutoFit/>
          </a:bodyPr>
          <a:lstStyle/>
          <a:p>
            <a:pPr algn="r"/>
            <a:endParaRPr lang="en-US" altLang="zh-CN" sz="3000" dirty="0">
              <a:solidFill>
                <a:srgbClr val="004B85"/>
              </a:solidFill>
              <a:latin typeface="Bahnschrift" panose="020B0502040204020203" pitchFamily="34" charset="0"/>
              <a:cs typeface="Times New Roman" panose="02020603050405020304" pitchFamily="18" charset="0"/>
            </a:endParaRPr>
          </a:p>
          <a:p>
            <a:pPr algn="r"/>
            <a:endParaRPr lang="en-US" altLang="zh-CN" sz="4000" dirty="0">
              <a:solidFill>
                <a:srgbClr val="004B85"/>
              </a:solidFill>
              <a:latin typeface="Bahnschrift" panose="020B0502040204020203" pitchFamily="34" charset="0"/>
              <a:cs typeface="Times New Roman" panose="02020603050405020304" pitchFamily="18" charset="0"/>
            </a:endParaRPr>
          </a:p>
          <a:p>
            <a:pPr algn="r"/>
            <a:r>
              <a:rPr lang="en-US" altLang="zh-CN" sz="4000" dirty="0">
                <a:solidFill>
                  <a:srgbClr val="004B85"/>
                </a:solidFill>
                <a:latin typeface="Bahnschrift" panose="020B0502040204020203" pitchFamily="34" charset="0"/>
                <a:cs typeface="Times New Roman" panose="02020603050405020304" pitchFamily="18" charset="0"/>
              </a:rPr>
              <a:t>CRYPTOGRAPHY</a:t>
            </a:r>
          </a:p>
          <a:p>
            <a:pPr algn="r"/>
            <a:r>
              <a:rPr lang="en-MY" sz="3200" dirty="0">
                <a:solidFill>
                  <a:srgbClr val="002060"/>
                </a:solidFill>
                <a:effectLst>
                  <a:outerShdw blurRad="38100" dist="38100" dir="2700000" algn="tl">
                    <a:srgbClr val="000000">
                      <a:alpha val="43137"/>
                    </a:srgbClr>
                  </a:outerShdw>
                </a:effectLst>
                <a:latin typeface="Bahnschrift" panose="020B0502040204020203" pitchFamily="34" charset="0"/>
              </a:rPr>
              <a:t>Symmetric Encryption</a:t>
            </a:r>
          </a:p>
          <a:p>
            <a:pPr algn="r"/>
            <a:r>
              <a:rPr lang="en-MY" sz="3200" dirty="0">
                <a:solidFill>
                  <a:srgbClr val="FFC000"/>
                </a:solidFill>
                <a:effectLst>
                  <a:outerShdw blurRad="38100" dist="38100" dir="2700000" algn="tl">
                    <a:srgbClr val="000000">
                      <a:alpha val="43137"/>
                    </a:srgbClr>
                  </a:outerShdw>
                </a:effectLst>
                <a:latin typeface="Bahnschrift" panose="020B0502040204020203" pitchFamily="34" charset="0"/>
              </a:rPr>
              <a:t>Block Cipher</a:t>
            </a:r>
            <a:endParaRPr lang="it-IT" sz="3200" dirty="0">
              <a:solidFill>
                <a:srgbClr val="FFC000"/>
              </a:solidFill>
              <a:effectLst>
                <a:outerShdw blurRad="38100" dist="38100" dir="2700000" algn="tl">
                  <a:srgbClr val="000000">
                    <a:alpha val="43137"/>
                  </a:srgbClr>
                </a:outerShdw>
              </a:effectLst>
              <a:latin typeface="Bahnschrift" panose="020B0502040204020203" pitchFamily="34" charset="0"/>
            </a:endParaRPr>
          </a:p>
        </p:txBody>
      </p:sp>
      <p:pic>
        <p:nvPicPr>
          <p:cNvPr id="4" name="Picture 3">
            <a:extLst>
              <a:ext uri="{FF2B5EF4-FFF2-40B4-BE49-F238E27FC236}">
                <a16:creationId xmlns:a16="http://schemas.microsoft.com/office/drawing/2014/main" id="{DD60AD3B-C5FA-15F6-6DBE-3EE8474ADF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7280" y="2301740"/>
            <a:ext cx="2254520" cy="2254520"/>
          </a:xfrm>
          <a:prstGeom prst="rect">
            <a:avLst/>
          </a:prstGeom>
        </p:spPr>
      </p:pic>
    </p:spTree>
    <p:extLst>
      <p:ext uri="{BB962C8B-B14F-4D97-AF65-F5344CB8AC3E}">
        <p14:creationId xmlns:p14="http://schemas.microsoft.com/office/powerpoint/2010/main" val="2018928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OUTLINE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69055039"/>
              </p:ext>
            </p:extLst>
          </p:nvPr>
        </p:nvGraphicFramePr>
        <p:xfrm>
          <a:off x="1524002" y="1905000"/>
          <a:ext cx="9134475"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93271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4001" y="-13185"/>
            <a:ext cx="9144001" cy="1371600"/>
          </a:xfrm>
        </p:spPr>
        <p:txBody>
          <a:bodyPr>
            <a:normAutofit/>
          </a:bodyPr>
          <a:lstStyle/>
          <a:p>
            <a:r>
              <a:rPr lang="en-MY" sz="4800" dirty="0"/>
              <a:t>Objectives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92243960"/>
              </p:ext>
            </p:extLst>
          </p:nvPr>
        </p:nvGraphicFramePr>
        <p:xfrm>
          <a:off x="1775520" y="1772816"/>
          <a:ext cx="97661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790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5016891" y="4237000"/>
            <a:ext cx="6942724" cy="798400"/>
          </a:xfrm>
          <a:prstGeom prst="rect">
            <a:avLst/>
          </a:prstGeom>
        </p:spPr>
        <p:txBody>
          <a:bodyPr spcFirstLastPara="1" wrap="square" lIns="121900" tIns="121900" rIns="121900" bIns="121900" anchor="b" anchorCtr="0">
            <a:noAutofit/>
          </a:bodyPr>
          <a:lstStyle/>
          <a:p>
            <a:r>
              <a:rPr lang="en-MY" dirty="0"/>
              <a:t>INTRODUCTION</a:t>
            </a:r>
            <a:endParaRPr dirty="0"/>
          </a:p>
        </p:txBody>
      </p:sp>
      <p:sp>
        <p:nvSpPr>
          <p:cNvPr id="207" name="Google Shape;207;p43"/>
          <p:cNvSpPr txBox="1">
            <a:spLocks noGrp="1"/>
          </p:cNvSpPr>
          <p:nvPr>
            <p:ph type="title" idx="2"/>
          </p:nvPr>
        </p:nvSpPr>
        <p:spPr>
          <a:xfrm>
            <a:off x="1397693" y="4383333"/>
            <a:ext cx="3217200" cy="1242000"/>
          </a:xfrm>
          <a:prstGeom prst="rect">
            <a:avLst/>
          </a:prstGeom>
        </p:spPr>
        <p:txBody>
          <a:bodyPr spcFirstLastPara="1" wrap="square" lIns="121900" tIns="121900" rIns="121900" bIns="121900" anchor="ctr" anchorCtr="0">
            <a:noAutofit/>
          </a:bodyPr>
          <a:lstStyle/>
          <a:p>
            <a:r>
              <a:rPr lang="en-US" dirty="0"/>
              <a:t>01</a:t>
            </a:r>
            <a:endParaRPr dirty="0"/>
          </a:p>
        </p:txBody>
      </p:sp>
      <p:sp>
        <p:nvSpPr>
          <p:cNvPr id="208" name="Google Shape;208;p43"/>
          <p:cNvSpPr txBox="1">
            <a:spLocks noGrp="1"/>
          </p:cNvSpPr>
          <p:nvPr>
            <p:ph type="subTitle" idx="1"/>
          </p:nvPr>
        </p:nvSpPr>
        <p:spPr>
          <a:xfrm>
            <a:off x="5016893" y="4960867"/>
            <a:ext cx="4091600" cy="619600"/>
          </a:xfrm>
          <a:prstGeom prst="rect">
            <a:avLst/>
          </a:prstGeom>
        </p:spPr>
        <p:txBody>
          <a:bodyPr spcFirstLastPara="1" wrap="square" lIns="121900" tIns="121900" rIns="121900" bIns="121900" anchor="t" anchorCtr="0">
            <a:noAutofit/>
          </a:bodyPr>
          <a:lstStyle/>
          <a:p>
            <a:pPr marL="0" indent="0"/>
            <a:r>
              <a:rPr lang="en-MY" dirty="0"/>
              <a:t>Terminology</a:t>
            </a:r>
          </a:p>
          <a:p>
            <a:pPr marL="0" indent="0"/>
            <a:r>
              <a:rPr lang="en-MY" dirty="0"/>
              <a:t>Types</a:t>
            </a:r>
          </a:p>
        </p:txBody>
      </p:sp>
      <p:cxnSp>
        <p:nvCxnSpPr>
          <p:cNvPr id="209" name="Google Shape;209;p43"/>
          <p:cNvCxnSpPr/>
          <p:nvPr/>
        </p:nvCxnSpPr>
        <p:spPr>
          <a:xfrm>
            <a:off x="4814333" y="4337729"/>
            <a:ext cx="0" cy="13332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435878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27449" y="-13672"/>
            <a:ext cx="7313613" cy="1143000"/>
          </a:xfrm>
        </p:spPr>
        <p:txBody>
          <a:bodyPr>
            <a:normAutofit/>
          </a:bodyPr>
          <a:lstStyle/>
          <a:p>
            <a:r>
              <a:rPr lang="en-MY" sz="5400" dirty="0"/>
              <a:t>Terminology</a:t>
            </a:r>
            <a:endParaRPr lang="en-US" altLang="en-US" sz="5400" dirty="0"/>
          </a:p>
        </p:txBody>
      </p:sp>
      <p:graphicFrame>
        <p:nvGraphicFramePr>
          <p:cNvPr id="2" name="Diagram 1"/>
          <p:cNvGraphicFramePr/>
          <p:nvPr/>
        </p:nvGraphicFramePr>
        <p:xfrm>
          <a:off x="1703512" y="1268760"/>
          <a:ext cx="10297144" cy="5417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63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764" y="-378296"/>
            <a:ext cx="9146383" cy="1371600"/>
          </a:xfrm>
        </p:spPr>
        <p:txBody>
          <a:bodyPr/>
          <a:lstStyle/>
          <a:p>
            <a:r>
              <a:rPr lang="en-MY" dirty="0">
                <a:latin typeface="Bahnschrift" panose="020B0502040204020203" pitchFamily="34" charset="0"/>
              </a:rPr>
              <a:t>Basic Concept of Cryptography</a:t>
            </a:r>
          </a:p>
        </p:txBody>
      </p:sp>
      <p:sp>
        <p:nvSpPr>
          <p:cNvPr id="3" name="Content Placeholder 2"/>
          <p:cNvSpPr>
            <a:spLocks noGrp="1"/>
          </p:cNvSpPr>
          <p:nvPr>
            <p:ph idx="1"/>
          </p:nvPr>
        </p:nvSpPr>
        <p:spPr>
          <a:xfrm>
            <a:off x="1199456" y="1268760"/>
            <a:ext cx="10441160" cy="6480720"/>
          </a:xfrm>
        </p:spPr>
        <p:txBody>
          <a:bodyPr>
            <a:normAutofit/>
          </a:bodyPr>
          <a:lstStyle/>
          <a:p>
            <a:r>
              <a:rPr lang="en-MY" sz="2800" dirty="0">
                <a:latin typeface="Bahnschrift" panose="020B0502040204020203" pitchFamily="34" charset="0"/>
              </a:rPr>
              <a:t>Encryption algorithms are standardized &amp; published</a:t>
            </a:r>
          </a:p>
          <a:p>
            <a:r>
              <a:rPr lang="en-MY" sz="2800" b="1" dirty="0">
                <a:solidFill>
                  <a:schemeClr val="accent1">
                    <a:lumMod val="60000"/>
                    <a:lumOff val="40000"/>
                  </a:schemeClr>
                </a:solidFill>
                <a:latin typeface="Bahnschrift" panose="020B0502040204020203" pitchFamily="34" charset="0"/>
              </a:rPr>
              <a:t>Cipher </a:t>
            </a:r>
          </a:p>
          <a:p>
            <a:pPr lvl="1"/>
            <a:r>
              <a:rPr lang="en-MY" sz="2400" dirty="0">
                <a:latin typeface="Bahnschrift" panose="020B0502040204020203" pitchFamily="34" charset="0"/>
              </a:rPr>
              <a:t>A method to encrypt messages</a:t>
            </a:r>
          </a:p>
          <a:p>
            <a:r>
              <a:rPr lang="en-MY" sz="2800" b="1" dirty="0">
                <a:solidFill>
                  <a:schemeClr val="accent1">
                    <a:lumMod val="60000"/>
                    <a:lumOff val="40000"/>
                  </a:schemeClr>
                </a:solidFill>
                <a:latin typeface="Bahnschrift" panose="020B0502040204020203" pitchFamily="34" charset="0"/>
              </a:rPr>
              <a:t>Key </a:t>
            </a:r>
          </a:p>
          <a:p>
            <a:pPr lvl="1"/>
            <a:r>
              <a:rPr lang="en-MY" sz="2400" dirty="0">
                <a:latin typeface="Bahnschrift" panose="020B0502040204020203" pitchFamily="34" charset="0"/>
              </a:rPr>
              <a:t>is an input to the algorithm and must be kept secret</a:t>
            </a:r>
          </a:p>
          <a:p>
            <a:pPr lvl="1"/>
            <a:r>
              <a:rPr lang="en-MY" sz="2400" dirty="0">
                <a:latin typeface="Bahnschrift" panose="020B0502040204020203" pitchFamily="34" charset="0"/>
              </a:rPr>
              <a:t>is a string of numbers or characters </a:t>
            </a:r>
          </a:p>
          <a:p>
            <a:r>
              <a:rPr lang="en-MY" sz="2800" b="1" dirty="0">
                <a:solidFill>
                  <a:schemeClr val="accent1">
                    <a:lumMod val="60000"/>
                    <a:lumOff val="40000"/>
                  </a:schemeClr>
                </a:solidFill>
                <a:latin typeface="Bahnschrift" panose="020B0502040204020203" pitchFamily="34" charset="0"/>
              </a:rPr>
              <a:t>Algorithm types </a:t>
            </a:r>
          </a:p>
          <a:p>
            <a:pPr lvl="1"/>
            <a:r>
              <a:rPr lang="en-MY" sz="2400" dirty="0">
                <a:solidFill>
                  <a:schemeClr val="accent1"/>
                </a:solidFill>
                <a:latin typeface="Bahnschrift" panose="020B0502040204020203" pitchFamily="34" charset="0"/>
              </a:rPr>
              <a:t>If</a:t>
            </a:r>
            <a:r>
              <a:rPr lang="en-MY" sz="2400" dirty="0">
                <a:solidFill>
                  <a:schemeClr val="accent3">
                    <a:lumMod val="60000"/>
                    <a:lumOff val="40000"/>
                  </a:schemeClr>
                </a:solidFill>
                <a:latin typeface="Bahnschrift" panose="020B0502040204020203" pitchFamily="34" charset="0"/>
              </a:rPr>
              <a:t> same key </a:t>
            </a:r>
            <a:r>
              <a:rPr lang="en-MY" sz="2400" dirty="0">
                <a:latin typeface="Bahnschrift" panose="020B0502040204020203" pitchFamily="34" charset="0"/>
              </a:rPr>
              <a:t>is used for encryption &amp; decryption the algorithm is called </a:t>
            </a:r>
            <a:r>
              <a:rPr lang="en-MY" sz="2400" b="1" dirty="0">
                <a:solidFill>
                  <a:schemeClr val="accent1">
                    <a:lumMod val="60000"/>
                    <a:lumOff val="40000"/>
                  </a:schemeClr>
                </a:solidFill>
                <a:effectLst>
                  <a:outerShdw blurRad="38100" dist="38100" dir="2700000" algn="tl">
                    <a:srgbClr val="000000">
                      <a:alpha val="43137"/>
                    </a:srgbClr>
                  </a:outerShdw>
                </a:effectLst>
                <a:latin typeface="Bahnschrift" panose="020B0502040204020203" pitchFamily="34" charset="0"/>
              </a:rPr>
              <a:t>symmetric</a:t>
            </a:r>
          </a:p>
          <a:p>
            <a:pPr lvl="1"/>
            <a:r>
              <a:rPr lang="en-MY" sz="2400" dirty="0">
                <a:latin typeface="Bahnschrift" panose="020B0502040204020203" pitchFamily="34" charset="0"/>
              </a:rPr>
              <a:t>If </a:t>
            </a:r>
            <a:r>
              <a:rPr lang="en-MY" sz="2400" dirty="0">
                <a:solidFill>
                  <a:srgbClr val="FFC000"/>
                </a:solidFill>
                <a:latin typeface="Bahnschrift" panose="020B0502040204020203" pitchFamily="34" charset="0"/>
              </a:rPr>
              <a:t>different keys </a:t>
            </a:r>
            <a:r>
              <a:rPr lang="en-MY" sz="2400" dirty="0">
                <a:latin typeface="Bahnschrift" panose="020B0502040204020203" pitchFamily="34" charset="0"/>
              </a:rPr>
              <a:t>are used for encryption &amp; decryption the algorithm is called </a:t>
            </a:r>
            <a:r>
              <a:rPr lang="en-MY" sz="2400" b="1" dirty="0">
                <a:solidFill>
                  <a:schemeClr val="accent1">
                    <a:lumMod val="60000"/>
                    <a:lumOff val="40000"/>
                  </a:schemeClr>
                </a:solidFill>
                <a:latin typeface="Bahnschrift" panose="020B0502040204020203" pitchFamily="34" charset="0"/>
              </a:rPr>
              <a:t>asymmetric </a:t>
            </a:r>
          </a:p>
        </p:txBody>
      </p:sp>
    </p:spTree>
    <p:extLst>
      <p:ext uri="{BB962C8B-B14F-4D97-AF65-F5344CB8AC3E}">
        <p14:creationId xmlns:p14="http://schemas.microsoft.com/office/powerpoint/2010/main" val="1976186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91345" y="-531440"/>
            <a:ext cx="9144001" cy="1371600"/>
          </a:xfrm>
        </p:spPr>
        <p:txBody>
          <a:bodyPr/>
          <a:lstStyle/>
          <a:p>
            <a:r>
              <a:rPr lang="en-US" dirty="0"/>
              <a:t>Cryptographic Systems</a:t>
            </a:r>
            <a:endParaRPr lang="en-AU" dirty="0"/>
          </a:p>
        </p:txBody>
      </p:sp>
      <p:sp>
        <p:nvSpPr>
          <p:cNvPr id="54275" name="Rectangle 3"/>
          <p:cNvSpPr>
            <a:spLocks noGrp="1" noChangeArrowheads="1"/>
          </p:cNvSpPr>
          <p:nvPr>
            <p:ph idx="1"/>
          </p:nvPr>
        </p:nvSpPr>
        <p:spPr>
          <a:xfrm>
            <a:off x="174855" y="1052736"/>
            <a:ext cx="8610600" cy="914400"/>
          </a:xfrm>
        </p:spPr>
        <p:txBody>
          <a:bodyPr>
            <a:normAutofit/>
          </a:bodyPr>
          <a:lstStyle/>
          <a:p>
            <a:r>
              <a:rPr lang="en-US" dirty="0"/>
              <a:t>Characterized along </a:t>
            </a:r>
            <a:r>
              <a:rPr lang="en-US" b="1" dirty="0">
                <a:solidFill>
                  <a:schemeClr val="accent1">
                    <a:lumMod val="60000"/>
                    <a:lumOff val="40000"/>
                  </a:schemeClr>
                </a:solidFill>
                <a:effectLst>
                  <a:outerShdw blurRad="38100" dist="38100" dir="2700000" algn="tl">
                    <a:srgbClr val="000000">
                      <a:alpha val="43137"/>
                    </a:srgbClr>
                  </a:outerShdw>
                </a:effectLst>
              </a:rPr>
              <a:t>three independent dimensions</a:t>
            </a:r>
            <a:r>
              <a:rPr lang="en-US" dirty="0"/>
              <a:t>:</a:t>
            </a:r>
          </a:p>
        </p:txBody>
      </p:sp>
      <p:graphicFrame>
        <p:nvGraphicFramePr>
          <p:cNvPr id="4" name="Diagram 3"/>
          <p:cNvGraphicFramePr/>
          <p:nvPr>
            <p:extLst>
              <p:ext uri="{D42A27DB-BD31-4B8C-83A1-F6EECF244321}">
                <p14:modId xmlns:p14="http://schemas.microsoft.com/office/powerpoint/2010/main" val="3772112522"/>
              </p:ext>
            </p:extLst>
          </p:nvPr>
        </p:nvGraphicFramePr>
        <p:xfrm>
          <a:off x="1055440" y="1628800"/>
          <a:ext cx="10009112"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2611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3" y="-10285"/>
            <a:ext cx="9144001" cy="1371600"/>
          </a:xfrm>
        </p:spPr>
        <p:txBody>
          <a:bodyPr>
            <a:normAutofit/>
          </a:bodyPr>
          <a:lstStyle/>
          <a:p>
            <a:r>
              <a:rPr lang="en-MY" sz="4400" dirty="0"/>
              <a:t>Types of Encryption Techniques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29939976"/>
              </p:ext>
            </p:extLst>
          </p:nvPr>
        </p:nvGraphicFramePr>
        <p:xfrm>
          <a:off x="335360" y="-963488"/>
          <a:ext cx="11665296" cy="92890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Rounded Corners 2">
            <a:extLst>
              <a:ext uri="{FF2B5EF4-FFF2-40B4-BE49-F238E27FC236}">
                <a16:creationId xmlns:a16="http://schemas.microsoft.com/office/drawing/2014/main" id="{FABDA78E-C19B-4599-80C0-B5BD61988333}"/>
              </a:ext>
            </a:extLst>
          </p:cNvPr>
          <p:cNvSpPr/>
          <p:nvPr/>
        </p:nvSpPr>
        <p:spPr>
          <a:xfrm>
            <a:off x="6168008" y="3429000"/>
            <a:ext cx="5940490" cy="2001416"/>
          </a:xfrm>
          <a:prstGeom prst="roundRect">
            <a:avLst/>
          </a:prstGeom>
          <a:noFill/>
          <a:ln w="57150">
            <a:solidFill>
              <a:srgbClr val="92D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453075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5016891" y="4237000"/>
            <a:ext cx="6942724" cy="798400"/>
          </a:xfrm>
          <a:prstGeom prst="rect">
            <a:avLst/>
          </a:prstGeom>
        </p:spPr>
        <p:txBody>
          <a:bodyPr spcFirstLastPara="1" wrap="square" lIns="121900" tIns="121900" rIns="121900" bIns="121900" anchor="b" anchorCtr="0">
            <a:noAutofit/>
          </a:bodyPr>
          <a:lstStyle/>
          <a:p>
            <a:r>
              <a:rPr lang="en-MY" dirty="0"/>
              <a:t>SYMMETRIC</a:t>
            </a:r>
            <a:endParaRPr dirty="0"/>
          </a:p>
        </p:txBody>
      </p:sp>
      <p:sp>
        <p:nvSpPr>
          <p:cNvPr id="207" name="Google Shape;207;p43"/>
          <p:cNvSpPr txBox="1">
            <a:spLocks noGrp="1"/>
          </p:cNvSpPr>
          <p:nvPr>
            <p:ph type="title" idx="2"/>
          </p:nvPr>
        </p:nvSpPr>
        <p:spPr>
          <a:xfrm>
            <a:off x="1397693" y="4383333"/>
            <a:ext cx="3217200" cy="1242000"/>
          </a:xfrm>
          <a:prstGeom prst="rect">
            <a:avLst/>
          </a:prstGeom>
        </p:spPr>
        <p:txBody>
          <a:bodyPr spcFirstLastPara="1" wrap="square" lIns="121900" tIns="121900" rIns="121900" bIns="121900" anchor="ctr" anchorCtr="0">
            <a:noAutofit/>
          </a:bodyPr>
          <a:lstStyle/>
          <a:p>
            <a:r>
              <a:rPr lang="en-US" dirty="0"/>
              <a:t>02</a:t>
            </a:r>
            <a:endParaRPr dirty="0"/>
          </a:p>
        </p:txBody>
      </p:sp>
      <p:sp>
        <p:nvSpPr>
          <p:cNvPr id="208" name="Google Shape;208;p43"/>
          <p:cNvSpPr txBox="1">
            <a:spLocks noGrp="1"/>
          </p:cNvSpPr>
          <p:nvPr>
            <p:ph type="subTitle" idx="1"/>
          </p:nvPr>
        </p:nvSpPr>
        <p:spPr>
          <a:xfrm>
            <a:off x="5013774" y="5005733"/>
            <a:ext cx="4091600" cy="619600"/>
          </a:xfrm>
          <a:prstGeom prst="rect">
            <a:avLst/>
          </a:prstGeom>
        </p:spPr>
        <p:txBody>
          <a:bodyPr spcFirstLastPara="1" wrap="square" lIns="121900" tIns="121900" rIns="121900" bIns="121900" anchor="t" anchorCtr="0">
            <a:noAutofit/>
          </a:bodyPr>
          <a:lstStyle/>
          <a:p>
            <a:pPr marL="0" indent="0"/>
            <a:r>
              <a:rPr lang="en-MY" dirty="0"/>
              <a:t>Simplified Model</a:t>
            </a:r>
          </a:p>
        </p:txBody>
      </p:sp>
      <p:cxnSp>
        <p:nvCxnSpPr>
          <p:cNvPr id="209" name="Google Shape;209;p43"/>
          <p:cNvCxnSpPr/>
          <p:nvPr/>
        </p:nvCxnSpPr>
        <p:spPr>
          <a:xfrm>
            <a:off x="4814333" y="4337729"/>
            <a:ext cx="0" cy="13332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3633680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524002" y="39690"/>
            <a:ext cx="9143999" cy="1412875"/>
          </a:xfrm>
        </p:spPr>
        <p:txBody>
          <a:bodyPr>
            <a:normAutofit fontScale="90000"/>
          </a:bodyPr>
          <a:lstStyle/>
          <a:p>
            <a:pPr algn="ctr" eaLnBrk="1" hangingPunct="1">
              <a:defRPr/>
            </a:pPr>
            <a:r>
              <a:rPr lang="en-US" sz="5000" dirty="0">
                <a:latin typeface="Bahnschrift" panose="020B0502040204020203" pitchFamily="34" charset="0"/>
              </a:rPr>
              <a:t>Simplified Model of </a:t>
            </a:r>
            <a:br>
              <a:rPr lang="en-US" sz="5000" dirty="0">
                <a:latin typeface="Bahnschrift" panose="020B0502040204020203" pitchFamily="34" charset="0"/>
              </a:rPr>
            </a:br>
            <a:r>
              <a:rPr lang="en-US" sz="5000" dirty="0">
                <a:latin typeface="Bahnschrift" panose="020B0502040204020203" pitchFamily="34" charset="0"/>
              </a:rPr>
              <a:t>Symmetric Encryption</a:t>
            </a:r>
            <a:endParaRPr lang="en-AU" sz="5000" dirty="0">
              <a:latin typeface="Bahnschrift" panose="020B0502040204020203" pitchFamily="34"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8873" y="1772816"/>
            <a:ext cx="8134255" cy="4536504"/>
          </a:xfrm>
          <a:prstGeom prst="rect">
            <a:avLst/>
          </a:prstGeom>
        </p:spPr>
      </p:pic>
    </p:spTree>
    <p:extLst>
      <p:ext uri="{BB962C8B-B14F-4D97-AF65-F5344CB8AC3E}">
        <p14:creationId xmlns:p14="http://schemas.microsoft.com/office/powerpoint/2010/main" val="850857055"/>
      </p:ext>
    </p:extLst>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5016891" y="4237000"/>
            <a:ext cx="6942724" cy="798400"/>
          </a:xfrm>
          <a:prstGeom prst="rect">
            <a:avLst/>
          </a:prstGeom>
        </p:spPr>
        <p:txBody>
          <a:bodyPr spcFirstLastPara="1" wrap="square" lIns="121900" tIns="121900" rIns="121900" bIns="121900" anchor="b" anchorCtr="0">
            <a:noAutofit/>
          </a:bodyPr>
          <a:lstStyle/>
          <a:p>
            <a:r>
              <a:rPr lang="en-MY" dirty="0"/>
              <a:t>Symmetric Encryption Techniques</a:t>
            </a:r>
            <a:endParaRPr dirty="0"/>
          </a:p>
        </p:txBody>
      </p:sp>
      <p:sp>
        <p:nvSpPr>
          <p:cNvPr id="207" name="Google Shape;207;p43"/>
          <p:cNvSpPr txBox="1">
            <a:spLocks noGrp="1"/>
          </p:cNvSpPr>
          <p:nvPr>
            <p:ph type="title" idx="2"/>
          </p:nvPr>
        </p:nvSpPr>
        <p:spPr>
          <a:xfrm>
            <a:off x="1397693" y="4383333"/>
            <a:ext cx="3217200" cy="1242000"/>
          </a:xfrm>
          <a:prstGeom prst="rect">
            <a:avLst/>
          </a:prstGeom>
        </p:spPr>
        <p:txBody>
          <a:bodyPr spcFirstLastPara="1" wrap="square" lIns="121900" tIns="121900" rIns="121900" bIns="121900" anchor="ctr" anchorCtr="0">
            <a:noAutofit/>
          </a:bodyPr>
          <a:lstStyle/>
          <a:p>
            <a:r>
              <a:rPr lang="en-US" dirty="0"/>
              <a:t>03</a:t>
            </a:r>
            <a:endParaRPr dirty="0"/>
          </a:p>
        </p:txBody>
      </p:sp>
      <p:sp>
        <p:nvSpPr>
          <p:cNvPr id="208" name="Google Shape;208;p43"/>
          <p:cNvSpPr txBox="1">
            <a:spLocks noGrp="1"/>
          </p:cNvSpPr>
          <p:nvPr>
            <p:ph type="subTitle" idx="1"/>
          </p:nvPr>
        </p:nvSpPr>
        <p:spPr>
          <a:xfrm>
            <a:off x="5013774" y="5005733"/>
            <a:ext cx="4091600" cy="619600"/>
          </a:xfrm>
          <a:prstGeom prst="rect">
            <a:avLst/>
          </a:prstGeom>
        </p:spPr>
        <p:txBody>
          <a:bodyPr spcFirstLastPara="1" wrap="square" lIns="121900" tIns="121900" rIns="121900" bIns="121900" anchor="t" anchorCtr="0">
            <a:noAutofit/>
          </a:bodyPr>
          <a:lstStyle/>
          <a:p>
            <a:pPr marL="0" indent="0"/>
            <a:r>
              <a:rPr lang="en-MY" dirty="0"/>
              <a:t>Stream Ciphers</a:t>
            </a:r>
          </a:p>
          <a:p>
            <a:pPr marL="0" indent="0"/>
            <a:r>
              <a:rPr lang="en-MY" dirty="0"/>
              <a:t>Block Ciphers</a:t>
            </a:r>
          </a:p>
          <a:p>
            <a:pPr marL="0" indent="0"/>
            <a:endParaRPr lang="en-MY" dirty="0"/>
          </a:p>
        </p:txBody>
      </p:sp>
      <p:cxnSp>
        <p:nvCxnSpPr>
          <p:cNvPr id="209" name="Google Shape;209;p43"/>
          <p:cNvCxnSpPr/>
          <p:nvPr/>
        </p:nvCxnSpPr>
        <p:spPr>
          <a:xfrm>
            <a:off x="4814333" y="4337729"/>
            <a:ext cx="0" cy="13332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429062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35361" y="-434405"/>
            <a:ext cx="7570787" cy="1411941"/>
          </a:xfrm>
        </p:spPr>
        <p:txBody>
          <a:bodyPr>
            <a:normAutofit/>
          </a:bodyPr>
          <a:lstStyle/>
          <a:p>
            <a:pPr eaLnBrk="1" hangingPunct="1">
              <a:defRPr/>
            </a:pPr>
            <a:r>
              <a:rPr lang="en-US" sz="4800" b="1" dirty="0">
                <a:latin typeface="Bahnschrift" panose="020B0502040204020203" pitchFamily="34" charset="0"/>
              </a:rPr>
              <a:t>Stream Cipher (recap)</a:t>
            </a:r>
            <a:endParaRPr lang="en-AU" sz="4800" b="1" dirty="0">
              <a:latin typeface="Bahnschrift" panose="020B0502040204020203" pitchFamily="34" charset="0"/>
            </a:endParaRPr>
          </a:p>
        </p:txBody>
      </p:sp>
      <p:sp>
        <p:nvSpPr>
          <p:cNvPr id="2" name="Content Placeholder 1"/>
          <p:cNvSpPr>
            <a:spLocks noGrp="1"/>
          </p:cNvSpPr>
          <p:nvPr>
            <p:ph idx="1"/>
          </p:nvPr>
        </p:nvSpPr>
        <p:spPr>
          <a:xfrm>
            <a:off x="407368" y="977537"/>
            <a:ext cx="11449272" cy="4289611"/>
          </a:xfrm>
        </p:spPr>
        <p:txBody>
          <a:bodyPr>
            <a:normAutofit/>
          </a:bodyPr>
          <a:lstStyle/>
          <a:p>
            <a:r>
              <a:rPr lang="en-US" sz="2800" dirty="0">
                <a:latin typeface="Arial" charset="0"/>
                <a:ea typeface="ＭＳ Ｐゴシック" pitchFamily="-107" charset="-128"/>
                <a:cs typeface="ＭＳ Ｐゴシック" pitchFamily="-107" charset="-128"/>
              </a:rPr>
              <a:t> </a:t>
            </a:r>
            <a:r>
              <a:rPr lang="en-US" sz="2800" dirty="0">
                <a:latin typeface="Bahnschrift" panose="020B0502040204020203" pitchFamily="34" charset="0"/>
                <a:ea typeface="ＭＳ Ｐゴシック" pitchFamily="-107" charset="-128"/>
                <a:cs typeface="ＭＳ Ｐゴシック" pitchFamily="-107" charset="-128"/>
              </a:rPr>
              <a:t>A stream cipher  is one that encrypts a digital data stream </a:t>
            </a:r>
            <a:r>
              <a:rPr lang="en-US" sz="2800" dirty="0">
                <a:solidFill>
                  <a:schemeClr val="bg2">
                    <a:lumMod val="50000"/>
                    <a:lumOff val="50000"/>
                  </a:schemeClr>
                </a:solidFill>
                <a:latin typeface="Bahnschrift" panose="020B0502040204020203" pitchFamily="34" charset="0"/>
                <a:ea typeface="ＭＳ Ｐゴシック" pitchFamily="-107" charset="-128"/>
                <a:cs typeface="ＭＳ Ｐゴシック" pitchFamily="-107" charset="-128"/>
              </a:rPr>
              <a:t>one bit or one byte at a time.</a:t>
            </a:r>
          </a:p>
          <a:p>
            <a:r>
              <a:rPr lang="en-US" sz="2800" dirty="0">
                <a:latin typeface="Bahnschrift" panose="020B0502040204020203" pitchFamily="34" charset="0"/>
                <a:ea typeface="ＭＳ Ｐゴシック" pitchFamily="-107" charset="-128"/>
                <a:cs typeface="ＭＳ Ｐゴシック" pitchFamily="-107" charset="-128"/>
              </a:rPr>
              <a:t>It must be computationally impractical to predict future portions of the bit stream based on previous portions of the bit stream</a:t>
            </a:r>
            <a:r>
              <a:rPr lang="en-US" sz="2800" dirty="0">
                <a:latin typeface="Arial" charset="0"/>
                <a:ea typeface="ＭＳ Ｐゴシック" pitchFamily="-107" charset="-128"/>
                <a:cs typeface="ＭＳ Ｐゴシック" pitchFamily="-107" charset="-128"/>
              </a:rPr>
              <a:t>. </a:t>
            </a:r>
          </a:p>
          <a:p>
            <a:endParaRPr lang="en-US" dirty="0">
              <a:solidFill>
                <a:schemeClr val="tx1"/>
              </a:solidFill>
              <a:latin typeface="Arial" charset="0"/>
              <a:ea typeface="ＭＳ Ｐゴシック" pitchFamily="-107" charset="-128"/>
              <a:cs typeface="ＭＳ Ｐゴシック" pitchFamily="-107" charset="-128"/>
            </a:endParaRPr>
          </a:p>
          <a:p>
            <a:endParaRPr lang="en-MY" dirty="0"/>
          </a:p>
        </p:txBody>
      </p:sp>
      <p:pic>
        <p:nvPicPr>
          <p:cNvPr id="1026" name="Picture 2" descr="Difference between Block Cipher and Stream Cipher - GeeksforGeeks">
            <a:extLst>
              <a:ext uri="{FF2B5EF4-FFF2-40B4-BE49-F238E27FC236}">
                <a16:creationId xmlns:a16="http://schemas.microsoft.com/office/drawing/2014/main" id="{32F824F2-9F98-43EC-B1C6-0F1D41416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9591" y="2985910"/>
            <a:ext cx="5648325" cy="45624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or encryption table">
            <a:extLst>
              <a:ext uri="{FF2B5EF4-FFF2-40B4-BE49-F238E27FC236}">
                <a16:creationId xmlns:a16="http://schemas.microsoft.com/office/drawing/2014/main" id="{A51C637A-69CF-44CE-BBB8-C6E0A4C11A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0198" y="3092525"/>
            <a:ext cx="4029054" cy="3639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98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63353" y="-416593"/>
            <a:ext cx="9144001" cy="1371600"/>
          </a:xfrm>
        </p:spPr>
        <p:txBody>
          <a:bodyPr>
            <a:normAutofit/>
          </a:bodyPr>
          <a:lstStyle/>
          <a:p>
            <a:r>
              <a:rPr lang="en-US" sz="4800" b="1" dirty="0">
                <a:latin typeface="Bahnschrift" panose="020B0502040204020203" pitchFamily="34" charset="0"/>
              </a:rPr>
              <a:t>Block Cipher</a:t>
            </a:r>
            <a:endParaRPr lang="en-AU" sz="4800" b="1" dirty="0">
              <a:latin typeface="Bahnschrift" panose="020B0502040204020203"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745511925"/>
              </p:ext>
            </p:extLst>
          </p:nvPr>
        </p:nvGraphicFramePr>
        <p:xfrm>
          <a:off x="-150430" y="722525"/>
          <a:ext cx="11627450" cy="61404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2" descr="block ciphe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367" y="2879340"/>
            <a:ext cx="2531129" cy="218860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xmlns="">
                <a:solidFill>
                  <a:srgbClr val="FFFFFF"/>
                </a:solidFill>
              </a14:hiddenFill>
            </a:ext>
          </a:extLst>
        </p:spPr>
      </p:pic>
      <p:pic>
        <p:nvPicPr>
          <p:cNvPr id="7" name="Picture 6"/>
          <p:cNvPicPr>
            <a:picLocks noChangeAspect="1"/>
          </p:cNvPicPr>
          <p:nvPr/>
        </p:nvPicPr>
        <p:blipFill>
          <a:blip r:embed="rId9"/>
          <a:stretch>
            <a:fillRect/>
          </a:stretch>
        </p:blipFill>
        <p:spPr>
          <a:xfrm>
            <a:off x="8809051" y="2879340"/>
            <a:ext cx="3312367" cy="205931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32064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8616" y="-392076"/>
            <a:ext cx="9146383" cy="1371600"/>
          </a:xfrm>
        </p:spPr>
        <p:txBody>
          <a:bodyPr>
            <a:normAutofit fontScale="90000"/>
          </a:bodyPr>
          <a:lstStyle/>
          <a:p>
            <a:r>
              <a:rPr lang="en-US" sz="4800" b="1" dirty="0">
                <a:latin typeface="Bahnschrift" panose="020B0502040204020203" pitchFamily="34" charset="0"/>
              </a:rPr>
              <a:t>Block Cipher Modes of Operation</a:t>
            </a:r>
            <a:endParaRPr lang="en-AU" sz="4800" b="1" dirty="0">
              <a:latin typeface="Bahnschrift" panose="020B0502040204020203" pitchFamily="34" charset="0"/>
            </a:endParaRPr>
          </a:p>
        </p:txBody>
      </p:sp>
      <p:sp>
        <p:nvSpPr>
          <p:cNvPr id="8" name="Content Placeholder 7">
            <a:extLst>
              <a:ext uri="{FF2B5EF4-FFF2-40B4-BE49-F238E27FC236}">
                <a16:creationId xmlns:a16="http://schemas.microsoft.com/office/drawing/2014/main" id="{58804EAE-CD50-4929-9046-E3F6206C3883}"/>
              </a:ext>
            </a:extLst>
          </p:cNvPr>
          <p:cNvSpPr>
            <a:spLocks noGrp="1"/>
          </p:cNvSpPr>
          <p:nvPr>
            <p:ph idx="1"/>
          </p:nvPr>
        </p:nvSpPr>
        <p:spPr>
          <a:xfrm>
            <a:off x="326027" y="1371599"/>
            <a:ext cx="11539946" cy="4114801"/>
          </a:xfrm>
        </p:spPr>
        <p:txBody>
          <a:bodyPr/>
          <a:lstStyle/>
          <a:p>
            <a:r>
              <a:rPr lang="en-US" dirty="0">
                <a:latin typeface="Bahnschrift SemiBold" panose="020B0502040204020203" pitchFamily="34" charset="0"/>
              </a:rPr>
              <a:t>A mode of operation describes how to repeatedly apply a cipher's single-block operation to securely transform amounts of data larger than a block</a:t>
            </a:r>
          </a:p>
          <a:p>
            <a:r>
              <a:rPr lang="en-US" dirty="0">
                <a:latin typeface="Bahnschrift SemiBold" panose="020B0502040204020203" pitchFamily="34" charset="0"/>
              </a:rPr>
              <a:t>NIST SP 800-38A: Recommendation for </a:t>
            </a:r>
            <a:r>
              <a:rPr lang="en-US" dirty="0">
                <a:solidFill>
                  <a:srgbClr val="FFC000"/>
                </a:solidFill>
                <a:latin typeface="Bahnschrift SemiBold" panose="020B0502040204020203" pitchFamily="34" charset="0"/>
              </a:rPr>
              <a:t>Block Cipher Modes of Operation.</a:t>
            </a:r>
          </a:p>
          <a:p>
            <a:pPr marL="514350" indent="-514350">
              <a:buFont typeface="+mj-lt"/>
              <a:buAutoNum type="romanUcPeriod"/>
            </a:pPr>
            <a:r>
              <a:rPr lang="en-US" dirty="0">
                <a:solidFill>
                  <a:srgbClr val="FFC000"/>
                </a:solidFill>
                <a:latin typeface="Bahnschrift SemiBold" panose="020B0502040204020203" pitchFamily="34" charset="0"/>
              </a:rPr>
              <a:t>Electronic Codebook (ECB) Mode</a:t>
            </a:r>
          </a:p>
          <a:p>
            <a:pPr marL="514350" indent="-514350">
              <a:buFont typeface="+mj-lt"/>
              <a:buAutoNum type="romanUcPeriod"/>
            </a:pPr>
            <a:r>
              <a:rPr lang="en-US" dirty="0">
                <a:solidFill>
                  <a:srgbClr val="FFC000"/>
                </a:solidFill>
                <a:latin typeface="Bahnschrift SemiBold" panose="020B0502040204020203" pitchFamily="34" charset="0"/>
              </a:rPr>
              <a:t>Cipher Block Chaining (CBC) Mode</a:t>
            </a:r>
          </a:p>
          <a:p>
            <a:pPr marL="514350" indent="-514350">
              <a:buFont typeface="+mj-lt"/>
              <a:buAutoNum type="romanUcPeriod"/>
            </a:pPr>
            <a:r>
              <a:rPr lang="en-US" dirty="0">
                <a:solidFill>
                  <a:srgbClr val="FFC000"/>
                </a:solidFill>
                <a:latin typeface="Bahnschrift SemiBold" panose="020B0502040204020203" pitchFamily="34" charset="0"/>
              </a:rPr>
              <a:t>Cipher Feedback (CFB) Mode</a:t>
            </a:r>
          </a:p>
          <a:p>
            <a:pPr marL="514350" indent="-514350">
              <a:buFont typeface="+mj-lt"/>
              <a:buAutoNum type="romanUcPeriod"/>
            </a:pPr>
            <a:r>
              <a:rPr lang="en-US" dirty="0">
                <a:solidFill>
                  <a:srgbClr val="FFC000"/>
                </a:solidFill>
                <a:latin typeface="Bahnschrift SemiBold" panose="020B0502040204020203" pitchFamily="34" charset="0"/>
              </a:rPr>
              <a:t>Output Feedback (OFB) Mode</a:t>
            </a:r>
          </a:p>
          <a:p>
            <a:pPr marL="514350" indent="-514350">
              <a:buFont typeface="+mj-lt"/>
              <a:buAutoNum type="romanUcPeriod"/>
            </a:pPr>
            <a:r>
              <a:rPr lang="en-US" dirty="0">
                <a:solidFill>
                  <a:srgbClr val="FFC000"/>
                </a:solidFill>
                <a:latin typeface="Bahnschrift SemiBold" panose="020B0502040204020203" pitchFamily="34" charset="0"/>
              </a:rPr>
              <a:t>Counter (CTR) Mode</a:t>
            </a:r>
          </a:p>
          <a:p>
            <a:pPr marL="0" indent="0">
              <a:buNone/>
            </a:pPr>
            <a:endParaRPr lang="en-US" dirty="0">
              <a:solidFill>
                <a:srgbClr val="FFC000"/>
              </a:solidFill>
              <a:latin typeface="Bahnschrift SemiBold" panose="020B0502040204020203" pitchFamily="34" charset="0"/>
            </a:endParaRPr>
          </a:p>
          <a:p>
            <a:endParaRPr lang="en-MY" dirty="0">
              <a:solidFill>
                <a:srgbClr val="FFC000"/>
              </a:solidFill>
              <a:latin typeface="Bahnschrift SemiBold" panose="020B0502040204020203" pitchFamily="34" charset="0"/>
            </a:endParaRPr>
          </a:p>
        </p:txBody>
      </p:sp>
      <p:pic>
        <p:nvPicPr>
          <p:cNvPr id="2" name="Graphic 1" descr="Presentation with media with solid fill">
            <a:hlinkClick r:id="rId3"/>
            <a:extLst>
              <a:ext uri="{FF2B5EF4-FFF2-40B4-BE49-F238E27FC236}">
                <a16:creationId xmlns:a16="http://schemas.microsoft.com/office/drawing/2014/main" id="{A93BA5DF-CDBE-B938-1959-248D001E548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87659" y="2053374"/>
            <a:ext cx="914400" cy="914400"/>
          </a:xfrm>
          <a:prstGeom prst="rect">
            <a:avLst/>
          </a:prstGeom>
        </p:spPr>
      </p:pic>
    </p:spTree>
    <p:extLst>
      <p:ext uri="{BB962C8B-B14F-4D97-AF65-F5344CB8AC3E}">
        <p14:creationId xmlns:p14="http://schemas.microsoft.com/office/powerpoint/2010/main" val="3712813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8616" y="-392076"/>
            <a:ext cx="9146383" cy="1371600"/>
          </a:xfrm>
        </p:spPr>
        <p:txBody>
          <a:bodyPr>
            <a:normAutofit fontScale="90000"/>
          </a:bodyPr>
          <a:lstStyle/>
          <a:p>
            <a:r>
              <a:rPr lang="en-US" sz="4800" b="1" dirty="0">
                <a:latin typeface="Bahnschrift" panose="020B0502040204020203" pitchFamily="34" charset="0"/>
              </a:rPr>
              <a:t>Block Cipher Modes of Operation</a:t>
            </a:r>
            <a:endParaRPr lang="en-AU" sz="4800" b="1" dirty="0">
              <a:latin typeface="Bahnschrift" panose="020B0502040204020203" pitchFamily="34" charset="0"/>
            </a:endParaRPr>
          </a:p>
        </p:txBody>
      </p:sp>
      <p:sp>
        <p:nvSpPr>
          <p:cNvPr id="8" name="Content Placeholder 7">
            <a:extLst>
              <a:ext uri="{FF2B5EF4-FFF2-40B4-BE49-F238E27FC236}">
                <a16:creationId xmlns:a16="http://schemas.microsoft.com/office/drawing/2014/main" id="{58804EAE-CD50-4929-9046-E3F6206C3883}"/>
              </a:ext>
            </a:extLst>
          </p:cNvPr>
          <p:cNvSpPr>
            <a:spLocks noGrp="1"/>
          </p:cNvSpPr>
          <p:nvPr>
            <p:ph idx="1"/>
          </p:nvPr>
        </p:nvSpPr>
        <p:spPr>
          <a:xfrm>
            <a:off x="326027" y="1371599"/>
            <a:ext cx="11539946" cy="4114801"/>
          </a:xfrm>
        </p:spPr>
        <p:txBody>
          <a:bodyPr/>
          <a:lstStyle/>
          <a:p>
            <a:pPr>
              <a:buFont typeface="Wingdings" panose="05000000000000000000" pitchFamily="2" charset="2"/>
              <a:buChar char="§"/>
            </a:pPr>
            <a:r>
              <a:rPr lang="en-US" dirty="0">
                <a:solidFill>
                  <a:srgbClr val="FFC000"/>
                </a:solidFill>
                <a:latin typeface="Bahnschrift SemiBold" panose="020B0502040204020203" pitchFamily="34" charset="0"/>
              </a:rPr>
              <a:t>Electronic Codebook (ECB) Mode</a:t>
            </a:r>
          </a:p>
          <a:p>
            <a:pPr marL="0" indent="0">
              <a:buNone/>
            </a:pPr>
            <a:endParaRPr lang="en-US" dirty="0">
              <a:solidFill>
                <a:srgbClr val="FFC000"/>
              </a:solidFill>
              <a:latin typeface="Bahnschrift SemiBold" panose="020B0502040204020203" pitchFamily="34" charset="0"/>
            </a:endParaRPr>
          </a:p>
          <a:p>
            <a:endParaRPr lang="en-MY" dirty="0">
              <a:solidFill>
                <a:srgbClr val="FFC000"/>
              </a:solidFill>
              <a:latin typeface="Bahnschrift SemiBold" panose="020B0502040204020203" pitchFamily="34" charset="0"/>
            </a:endParaRPr>
          </a:p>
        </p:txBody>
      </p:sp>
      <p:pic>
        <p:nvPicPr>
          <p:cNvPr id="2050" name="Picture 2" descr="A screenshot from NIST of the ECB mode of operation for block ciphers. It's a diagram that breaks down the encryption and decryption processes.">
            <a:extLst>
              <a:ext uri="{FF2B5EF4-FFF2-40B4-BE49-F238E27FC236}">
                <a16:creationId xmlns:a16="http://schemas.microsoft.com/office/drawing/2014/main" id="{492B3196-280A-4F21-A9AE-73523CF8D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616" y="1755499"/>
            <a:ext cx="5448300" cy="4857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3D22DCA-9AC4-4E18-8CC1-3830FE4CCE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1448" y="1879324"/>
            <a:ext cx="5724525" cy="2305050"/>
          </a:xfrm>
          <a:prstGeom prst="rect">
            <a:avLst/>
          </a:prstGeom>
          <a:solidFill>
            <a:schemeClr val="tx1"/>
          </a:solidFill>
        </p:spPr>
      </p:pic>
      <p:pic>
        <p:nvPicPr>
          <p:cNvPr id="2054" name="Picture 6">
            <a:extLst>
              <a:ext uri="{FF2B5EF4-FFF2-40B4-BE49-F238E27FC236}">
                <a16:creationId xmlns:a16="http://schemas.microsoft.com/office/drawing/2014/main" id="{0A0A8414-E421-4B6E-A388-DF1B548724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333875"/>
            <a:ext cx="5724525" cy="2305050"/>
          </a:xfrm>
          <a:prstGeom prst="rect">
            <a:avLst/>
          </a:prstGeom>
          <a:solidFill>
            <a:schemeClr val="tx1"/>
          </a:solidFill>
        </p:spPr>
      </p:pic>
    </p:spTree>
    <p:extLst>
      <p:ext uri="{BB962C8B-B14F-4D97-AF65-F5344CB8AC3E}">
        <p14:creationId xmlns:p14="http://schemas.microsoft.com/office/powerpoint/2010/main" val="92695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8616" y="-392076"/>
            <a:ext cx="9146383" cy="1371600"/>
          </a:xfrm>
        </p:spPr>
        <p:txBody>
          <a:bodyPr>
            <a:normAutofit fontScale="90000"/>
          </a:bodyPr>
          <a:lstStyle/>
          <a:p>
            <a:r>
              <a:rPr lang="en-US" sz="4800" b="1" dirty="0">
                <a:latin typeface="Bahnschrift" panose="020B0502040204020203" pitchFamily="34" charset="0"/>
              </a:rPr>
              <a:t>Block Cipher Modes of Operation</a:t>
            </a:r>
            <a:endParaRPr lang="en-AU" sz="4800" b="1" dirty="0">
              <a:latin typeface="Bahnschrift" panose="020B0502040204020203" pitchFamily="34" charset="0"/>
            </a:endParaRPr>
          </a:p>
        </p:txBody>
      </p:sp>
      <p:sp>
        <p:nvSpPr>
          <p:cNvPr id="8" name="Content Placeholder 7">
            <a:extLst>
              <a:ext uri="{FF2B5EF4-FFF2-40B4-BE49-F238E27FC236}">
                <a16:creationId xmlns:a16="http://schemas.microsoft.com/office/drawing/2014/main" id="{58804EAE-CD50-4929-9046-E3F6206C3883}"/>
              </a:ext>
            </a:extLst>
          </p:cNvPr>
          <p:cNvSpPr>
            <a:spLocks noGrp="1"/>
          </p:cNvSpPr>
          <p:nvPr>
            <p:ph idx="1"/>
          </p:nvPr>
        </p:nvSpPr>
        <p:spPr>
          <a:xfrm>
            <a:off x="326027" y="1371600"/>
            <a:ext cx="11539946" cy="4114801"/>
          </a:xfrm>
        </p:spPr>
        <p:txBody>
          <a:bodyPr/>
          <a:lstStyle/>
          <a:p>
            <a:pPr>
              <a:buFont typeface="Wingdings" panose="05000000000000000000" pitchFamily="2" charset="2"/>
              <a:buChar char="§"/>
            </a:pPr>
            <a:r>
              <a:rPr lang="en-US" dirty="0">
                <a:solidFill>
                  <a:srgbClr val="FFC000"/>
                </a:solidFill>
                <a:latin typeface="Bahnschrift SemiBold" panose="020B0502040204020203" pitchFamily="34" charset="0"/>
              </a:rPr>
              <a:t>Cipher Block Chaining (CBC) Mode</a:t>
            </a:r>
          </a:p>
          <a:p>
            <a:pPr marL="0" indent="0">
              <a:buNone/>
            </a:pPr>
            <a:endParaRPr lang="en-US" dirty="0">
              <a:solidFill>
                <a:srgbClr val="FFC000"/>
              </a:solidFill>
              <a:latin typeface="Bahnschrift SemiBold" panose="020B0502040204020203" pitchFamily="34" charset="0"/>
            </a:endParaRPr>
          </a:p>
          <a:p>
            <a:endParaRPr lang="en-MY" dirty="0">
              <a:solidFill>
                <a:srgbClr val="FFC000"/>
              </a:solidFill>
              <a:latin typeface="Bahnschrift SemiBold" panose="020B0502040204020203" pitchFamily="34" charset="0"/>
            </a:endParaRPr>
          </a:p>
        </p:txBody>
      </p:sp>
      <p:pic>
        <p:nvPicPr>
          <p:cNvPr id="3074" name="Picture 2" descr="A screenshot from NIST of the CBC mode of operation for block ciphers. It's a diagram that breaks down the encryption and decryption processes.">
            <a:extLst>
              <a:ext uri="{FF2B5EF4-FFF2-40B4-BE49-F238E27FC236}">
                <a16:creationId xmlns:a16="http://schemas.microsoft.com/office/drawing/2014/main" id="{75B78942-A392-4354-8601-3EE3FC913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616" y="1925638"/>
            <a:ext cx="5438775" cy="45815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ipher block chaining (CBC) mode encryption">
            <a:extLst>
              <a:ext uri="{FF2B5EF4-FFF2-40B4-BE49-F238E27FC236}">
                <a16:creationId xmlns:a16="http://schemas.microsoft.com/office/drawing/2014/main" id="{BE9740CF-F1AA-444C-B81D-3170F9DB2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4802" y="1371599"/>
            <a:ext cx="5715000" cy="2305050"/>
          </a:xfrm>
          <a:prstGeom prst="rect">
            <a:avLst/>
          </a:prstGeom>
          <a:solidFill>
            <a:schemeClr val="tx1"/>
          </a:solidFill>
        </p:spPr>
      </p:pic>
      <p:pic>
        <p:nvPicPr>
          <p:cNvPr id="3078" name="Picture 6" descr="Cipher block chaining (CBC) mode decryption">
            <a:extLst>
              <a:ext uri="{FF2B5EF4-FFF2-40B4-BE49-F238E27FC236}">
                <a16:creationId xmlns:a16="http://schemas.microsoft.com/office/drawing/2014/main" id="{41640D59-AD78-41D6-9BF9-7AB2D60896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4802" y="4068725"/>
            <a:ext cx="5715000" cy="2305050"/>
          </a:xfrm>
          <a:prstGeom prst="rect">
            <a:avLst/>
          </a:prstGeom>
          <a:solidFill>
            <a:schemeClr val="tx1"/>
          </a:solidFill>
        </p:spPr>
      </p:pic>
      <p:sp>
        <p:nvSpPr>
          <p:cNvPr id="2" name="Rectangle: Rounded Corners 1">
            <a:extLst>
              <a:ext uri="{FF2B5EF4-FFF2-40B4-BE49-F238E27FC236}">
                <a16:creationId xmlns:a16="http://schemas.microsoft.com/office/drawing/2014/main" id="{59C74550-40B3-5EB2-A5F5-9DD907299341}"/>
              </a:ext>
            </a:extLst>
          </p:cNvPr>
          <p:cNvSpPr/>
          <p:nvPr/>
        </p:nvSpPr>
        <p:spPr>
          <a:xfrm>
            <a:off x="5764802" y="1813302"/>
            <a:ext cx="1410913" cy="433952"/>
          </a:xfrm>
          <a:prstGeom prst="roundRect">
            <a:avLst/>
          </a:prstGeom>
          <a:solidFill>
            <a:srgbClr val="5FC8F7">
              <a:alpha val="10196"/>
            </a:srgbClr>
          </a:solidFill>
          <a:ln w="19050">
            <a:solidFill>
              <a:srgbClr val="CC2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716700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8616" y="-392076"/>
            <a:ext cx="9146383" cy="1371600"/>
          </a:xfrm>
        </p:spPr>
        <p:txBody>
          <a:bodyPr>
            <a:normAutofit fontScale="90000"/>
          </a:bodyPr>
          <a:lstStyle/>
          <a:p>
            <a:r>
              <a:rPr lang="en-US" sz="4800" b="1" dirty="0">
                <a:latin typeface="Bahnschrift" panose="020B0502040204020203" pitchFamily="34" charset="0"/>
              </a:rPr>
              <a:t>Block Cipher Modes of Operation</a:t>
            </a:r>
            <a:endParaRPr lang="en-AU" sz="4800" b="1" dirty="0">
              <a:latin typeface="Bahnschrift" panose="020B0502040204020203" pitchFamily="34" charset="0"/>
            </a:endParaRPr>
          </a:p>
        </p:txBody>
      </p:sp>
      <p:sp>
        <p:nvSpPr>
          <p:cNvPr id="8" name="Content Placeholder 7">
            <a:extLst>
              <a:ext uri="{FF2B5EF4-FFF2-40B4-BE49-F238E27FC236}">
                <a16:creationId xmlns:a16="http://schemas.microsoft.com/office/drawing/2014/main" id="{58804EAE-CD50-4929-9046-E3F6206C3883}"/>
              </a:ext>
            </a:extLst>
          </p:cNvPr>
          <p:cNvSpPr>
            <a:spLocks noGrp="1"/>
          </p:cNvSpPr>
          <p:nvPr>
            <p:ph idx="1"/>
          </p:nvPr>
        </p:nvSpPr>
        <p:spPr>
          <a:xfrm>
            <a:off x="326027" y="1371599"/>
            <a:ext cx="11539946" cy="4114801"/>
          </a:xfrm>
        </p:spPr>
        <p:txBody>
          <a:bodyPr/>
          <a:lstStyle/>
          <a:p>
            <a:pPr>
              <a:buFont typeface="Wingdings" panose="05000000000000000000" pitchFamily="2" charset="2"/>
              <a:buChar char="§"/>
            </a:pPr>
            <a:r>
              <a:rPr lang="en-US" dirty="0">
                <a:solidFill>
                  <a:srgbClr val="FFC000"/>
                </a:solidFill>
                <a:latin typeface="Bahnschrift SemiBold" panose="020B0502040204020203" pitchFamily="34" charset="0"/>
              </a:rPr>
              <a:t>Cipher Feedback (CFB) Mode</a:t>
            </a:r>
          </a:p>
          <a:p>
            <a:endParaRPr lang="en-MY" dirty="0">
              <a:solidFill>
                <a:srgbClr val="FFC000"/>
              </a:solidFill>
              <a:latin typeface="Bahnschrift SemiBold" panose="020B0502040204020203" pitchFamily="34" charset="0"/>
            </a:endParaRPr>
          </a:p>
        </p:txBody>
      </p:sp>
      <p:pic>
        <p:nvPicPr>
          <p:cNvPr id="4098" name="Picture 2" descr="A screenshot from NIST of the CFB mode of operation for block ciphers. It's a diagram that breaks down the encryption and decryption processes.">
            <a:extLst>
              <a:ext uri="{FF2B5EF4-FFF2-40B4-BE49-F238E27FC236}">
                <a16:creationId xmlns:a16="http://schemas.microsoft.com/office/drawing/2014/main" id="{057BE0E6-E9CB-4846-B22C-BEBC5C794B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616" y="2001838"/>
            <a:ext cx="5476875" cy="44291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BE09943-1CDD-470A-9353-4ECD441820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2902" y="1371599"/>
            <a:ext cx="5724525" cy="2305050"/>
          </a:xfrm>
          <a:prstGeom prst="rect">
            <a:avLst/>
          </a:prstGeom>
          <a:solidFill>
            <a:schemeClr val="tx1"/>
          </a:solidFill>
        </p:spPr>
      </p:pic>
      <p:pic>
        <p:nvPicPr>
          <p:cNvPr id="4102" name="Picture 6">
            <a:extLst>
              <a:ext uri="{FF2B5EF4-FFF2-40B4-BE49-F238E27FC236}">
                <a16:creationId xmlns:a16="http://schemas.microsoft.com/office/drawing/2014/main" id="{655AE003-9B5E-4706-9EAF-C07F99E6B5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8469" y="4086226"/>
            <a:ext cx="5724525" cy="2305050"/>
          </a:xfrm>
          <a:prstGeom prst="rect">
            <a:avLst/>
          </a:prstGeom>
          <a:solidFill>
            <a:schemeClr val="tx1"/>
          </a:solidFill>
        </p:spPr>
      </p:pic>
    </p:spTree>
    <p:extLst>
      <p:ext uri="{BB962C8B-B14F-4D97-AF65-F5344CB8AC3E}">
        <p14:creationId xmlns:p14="http://schemas.microsoft.com/office/powerpoint/2010/main" val="2899597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8616" y="-392076"/>
            <a:ext cx="9146383" cy="1371600"/>
          </a:xfrm>
        </p:spPr>
        <p:txBody>
          <a:bodyPr>
            <a:normAutofit fontScale="90000"/>
          </a:bodyPr>
          <a:lstStyle/>
          <a:p>
            <a:r>
              <a:rPr lang="en-US" sz="4800" b="1" dirty="0">
                <a:latin typeface="Bahnschrift" panose="020B0502040204020203" pitchFamily="34" charset="0"/>
              </a:rPr>
              <a:t>Block Cipher Modes of Operation</a:t>
            </a:r>
            <a:endParaRPr lang="en-AU" sz="4800" b="1" dirty="0">
              <a:latin typeface="Bahnschrift" panose="020B0502040204020203" pitchFamily="34" charset="0"/>
            </a:endParaRPr>
          </a:p>
        </p:txBody>
      </p:sp>
      <p:sp>
        <p:nvSpPr>
          <p:cNvPr id="8" name="Content Placeholder 7">
            <a:extLst>
              <a:ext uri="{FF2B5EF4-FFF2-40B4-BE49-F238E27FC236}">
                <a16:creationId xmlns:a16="http://schemas.microsoft.com/office/drawing/2014/main" id="{58804EAE-CD50-4929-9046-E3F6206C3883}"/>
              </a:ext>
            </a:extLst>
          </p:cNvPr>
          <p:cNvSpPr>
            <a:spLocks noGrp="1"/>
          </p:cNvSpPr>
          <p:nvPr>
            <p:ph idx="1"/>
          </p:nvPr>
        </p:nvSpPr>
        <p:spPr>
          <a:xfrm>
            <a:off x="198616" y="1371599"/>
            <a:ext cx="11539946" cy="4114801"/>
          </a:xfrm>
        </p:spPr>
        <p:txBody>
          <a:bodyPr/>
          <a:lstStyle/>
          <a:p>
            <a:pPr>
              <a:buFont typeface="Wingdings" panose="05000000000000000000" pitchFamily="2" charset="2"/>
              <a:buChar char="§"/>
            </a:pPr>
            <a:r>
              <a:rPr lang="en-US" dirty="0">
                <a:solidFill>
                  <a:srgbClr val="FFC000"/>
                </a:solidFill>
                <a:latin typeface="Bahnschrift SemiBold" panose="020B0502040204020203" pitchFamily="34" charset="0"/>
              </a:rPr>
              <a:t>Output Feedback (OFB) Mode</a:t>
            </a:r>
          </a:p>
          <a:p>
            <a:pPr marL="0" indent="0">
              <a:buNone/>
            </a:pPr>
            <a:endParaRPr lang="en-US" dirty="0">
              <a:solidFill>
                <a:srgbClr val="FFC000"/>
              </a:solidFill>
              <a:latin typeface="Bahnschrift SemiBold" panose="020B0502040204020203" pitchFamily="34" charset="0"/>
            </a:endParaRPr>
          </a:p>
          <a:p>
            <a:endParaRPr lang="en-MY" dirty="0">
              <a:solidFill>
                <a:srgbClr val="FFC000"/>
              </a:solidFill>
              <a:latin typeface="Bahnschrift SemiBold" panose="020B0502040204020203" pitchFamily="34" charset="0"/>
            </a:endParaRPr>
          </a:p>
        </p:txBody>
      </p:sp>
      <p:pic>
        <p:nvPicPr>
          <p:cNvPr id="5122" name="Picture 2" descr="A screenshot from NIST of the OFB mode of operation for block ciphers. It's a diagram that breaks down the encryption and decryption processes.">
            <a:extLst>
              <a:ext uri="{FF2B5EF4-FFF2-40B4-BE49-F238E27FC236}">
                <a16:creationId xmlns:a16="http://schemas.microsoft.com/office/drawing/2014/main" id="{197A5252-09E1-4A23-9CA2-F7B7FA7DE9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027" y="1862138"/>
            <a:ext cx="5467350" cy="45053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9A2C0BC6-84F1-4C79-96EF-0DD0BD94C7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9215"/>
          <a:stretch/>
        </p:blipFill>
        <p:spPr bwMode="auto">
          <a:xfrm>
            <a:off x="6141448" y="1371599"/>
            <a:ext cx="5724525" cy="1862138"/>
          </a:xfrm>
          <a:prstGeom prst="rect">
            <a:avLst/>
          </a:prstGeom>
          <a:solidFill>
            <a:schemeClr val="tx1"/>
          </a:solidFill>
        </p:spPr>
      </p:pic>
      <p:pic>
        <p:nvPicPr>
          <p:cNvPr id="5126" name="Picture 6">
            <a:extLst>
              <a:ext uri="{FF2B5EF4-FFF2-40B4-BE49-F238E27FC236}">
                <a16:creationId xmlns:a16="http://schemas.microsoft.com/office/drawing/2014/main" id="{2B12200E-D70B-46AD-B5FD-C37629EBFC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8072" y="4114800"/>
            <a:ext cx="5724525" cy="2305050"/>
          </a:xfrm>
          <a:prstGeom prst="rect">
            <a:avLst/>
          </a:prstGeom>
          <a:solidFill>
            <a:schemeClr val="tx1"/>
          </a:solidFill>
        </p:spPr>
      </p:pic>
    </p:spTree>
    <p:extLst>
      <p:ext uri="{BB962C8B-B14F-4D97-AF65-F5344CB8AC3E}">
        <p14:creationId xmlns:p14="http://schemas.microsoft.com/office/powerpoint/2010/main" val="3107238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8616" y="-392076"/>
            <a:ext cx="9146383" cy="1371600"/>
          </a:xfrm>
        </p:spPr>
        <p:txBody>
          <a:bodyPr>
            <a:normAutofit fontScale="90000"/>
          </a:bodyPr>
          <a:lstStyle/>
          <a:p>
            <a:r>
              <a:rPr lang="en-US" sz="4800" b="1" dirty="0">
                <a:latin typeface="Bahnschrift" panose="020B0502040204020203" pitchFamily="34" charset="0"/>
              </a:rPr>
              <a:t>Block Cipher Modes of Operation</a:t>
            </a:r>
            <a:endParaRPr lang="en-AU" sz="4800" b="1" dirty="0">
              <a:latin typeface="Bahnschrift" panose="020B0502040204020203" pitchFamily="34" charset="0"/>
            </a:endParaRPr>
          </a:p>
        </p:txBody>
      </p:sp>
      <p:sp>
        <p:nvSpPr>
          <p:cNvPr id="8" name="Content Placeholder 7">
            <a:extLst>
              <a:ext uri="{FF2B5EF4-FFF2-40B4-BE49-F238E27FC236}">
                <a16:creationId xmlns:a16="http://schemas.microsoft.com/office/drawing/2014/main" id="{58804EAE-CD50-4929-9046-E3F6206C3883}"/>
              </a:ext>
            </a:extLst>
          </p:cNvPr>
          <p:cNvSpPr>
            <a:spLocks noGrp="1"/>
          </p:cNvSpPr>
          <p:nvPr>
            <p:ph idx="1"/>
          </p:nvPr>
        </p:nvSpPr>
        <p:spPr>
          <a:xfrm>
            <a:off x="326027" y="1371599"/>
            <a:ext cx="11539946" cy="4114801"/>
          </a:xfrm>
        </p:spPr>
        <p:txBody>
          <a:bodyPr/>
          <a:lstStyle/>
          <a:p>
            <a:pPr>
              <a:buFont typeface="Wingdings" panose="05000000000000000000" pitchFamily="2" charset="2"/>
              <a:buChar char="§"/>
            </a:pPr>
            <a:r>
              <a:rPr lang="en-US" dirty="0">
                <a:solidFill>
                  <a:srgbClr val="FFC000"/>
                </a:solidFill>
                <a:latin typeface="Bahnschrift SemiBold" panose="020B0502040204020203" pitchFamily="34" charset="0"/>
              </a:rPr>
              <a:t>Counter (CTR) Mode</a:t>
            </a:r>
          </a:p>
          <a:p>
            <a:pPr marL="0" indent="0">
              <a:buNone/>
            </a:pPr>
            <a:endParaRPr lang="en-US" dirty="0">
              <a:solidFill>
                <a:srgbClr val="FFC000"/>
              </a:solidFill>
              <a:latin typeface="Bahnschrift SemiBold" panose="020B0502040204020203" pitchFamily="34" charset="0"/>
            </a:endParaRPr>
          </a:p>
          <a:p>
            <a:endParaRPr lang="en-MY" dirty="0">
              <a:solidFill>
                <a:srgbClr val="FFC000"/>
              </a:solidFill>
              <a:latin typeface="Bahnschrift SemiBold" panose="020B0502040204020203" pitchFamily="34" charset="0"/>
            </a:endParaRPr>
          </a:p>
        </p:txBody>
      </p:sp>
      <p:pic>
        <p:nvPicPr>
          <p:cNvPr id="6146" name="Picture 2" descr="A screenshot from NIST of the CTR mode of operation for block ciphers. It's a diagram that breaks down the encryption and decryption processes.">
            <a:extLst>
              <a:ext uri="{FF2B5EF4-FFF2-40B4-BE49-F238E27FC236}">
                <a16:creationId xmlns:a16="http://schemas.microsoft.com/office/drawing/2014/main" id="{F779A001-59D5-4F84-B32B-0C1BA286D9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616" y="1878013"/>
            <a:ext cx="5495925" cy="45243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578B2174-A066-4B6F-87A9-043179E5F8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0393" y="1835150"/>
            <a:ext cx="5724525" cy="2305050"/>
          </a:xfrm>
          <a:prstGeom prst="rect">
            <a:avLst/>
          </a:prstGeom>
          <a:solidFill>
            <a:schemeClr val="tx1"/>
          </a:solidFill>
        </p:spPr>
      </p:pic>
      <p:pic>
        <p:nvPicPr>
          <p:cNvPr id="6150" name="Picture 6">
            <a:extLst>
              <a:ext uri="{FF2B5EF4-FFF2-40B4-BE49-F238E27FC236}">
                <a16:creationId xmlns:a16="http://schemas.microsoft.com/office/drawing/2014/main" id="{0799AD7D-80ED-4DDE-8409-23653C5F0D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0392" y="4333875"/>
            <a:ext cx="5724525" cy="2305050"/>
          </a:xfrm>
          <a:prstGeom prst="rect">
            <a:avLst/>
          </a:prstGeom>
          <a:solidFill>
            <a:schemeClr val="tx1"/>
          </a:solidFill>
        </p:spPr>
      </p:pic>
    </p:spTree>
    <p:extLst>
      <p:ext uri="{BB962C8B-B14F-4D97-AF65-F5344CB8AC3E}">
        <p14:creationId xmlns:p14="http://schemas.microsoft.com/office/powerpoint/2010/main" val="4002268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81DB4-0AB8-CDA3-9FE2-EAC58FA70C57}"/>
              </a:ext>
            </a:extLst>
          </p:cNvPr>
          <p:cNvSpPr>
            <a:spLocks noGrp="1"/>
          </p:cNvSpPr>
          <p:nvPr>
            <p:ph type="title"/>
          </p:nvPr>
        </p:nvSpPr>
        <p:spPr>
          <a:xfrm>
            <a:off x="123320" y="-685800"/>
            <a:ext cx="9146383" cy="1371600"/>
          </a:xfrm>
        </p:spPr>
        <p:txBody>
          <a:bodyPr>
            <a:normAutofit/>
          </a:bodyPr>
          <a:lstStyle/>
          <a:p>
            <a:r>
              <a:rPr kumimoji="0" lang="en-US" sz="4000" b="1" i="0" u="none" strike="noStrike" kern="1200" cap="none" spc="100" normalizeH="0" baseline="0" noProof="0" dirty="0">
                <a:ln>
                  <a:noFill/>
                </a:ln>
                <a:solidFill>
                  <a:prstClr val="white"/>
                </a:solidFill>
                <a:effectLst/>
                <a:uLnTx/>
                <a:uFillTx/>
                <a:latin typeface="Bahnschrift" panose="020B0502040204020203" pitchFamily="34" charset="0"/>
                <a:ea typeface="+mj-ea"/>
                <a:cs typeface="+mj-cs"/>
              </a:rPr>
              <a:t>Block Cipher Modes of Operation</a:t>
            </a:r>
            <a:endParaRPr lang="en-MY" sz="3200" dirty="0"/>
          </a:p>
        </p:txBody>
      </p:sp>
      <p:graphicFrame>
        <p:nvGraphicFramePr>
          <p:cNvPr id="4" name="Table 4">
            <a:extLst>
              <a:ext uri="{FF2B5EF4-FFF2-40B4-BE49-F238E27FC236}">
                <a16:creationId xmlns:a16="http://schemas.microsoft.com/office/drawing/2014/main" id="{90973D02-D348-BEA7-63D6-E02A97F36969}"/>
              </a:ext>
            </a:extLst>
          </p:cNvPr>
          <p:cNvGraphicFramePr>
            <a:graphicFrameLocks noGrp="1"/>
          </p:cNvGraphicFramePr>
          <p:nvPr>
            <p:ph idx="1"/>
            <p:extLst>
              <p:ext uri="{D42A27DB-BD31-4B8C-83A1-F6EECF244321}">
                <p14:modId xmlns:p14="http://schemas.microsoft.com/office/powerpoint/2010/main" val="2099828035"/>
              </p:ext>
            </p:extLst>
          </p:nvPr>
        </p:nvGraphicFramePr>
        <p:xfrm>
          <a:off x="123320" y="685800"/>
          <a:ext cx="11945359" cy="6009115"/>
        </p:xfrm>
        <a:graphic>
          <a:graphicData uri="http://schemas.openxmlformats.org/drawingml/2006/table">
            <a:tbl>
              <a:tblPr firstRow="1" bandRow="1">
                <a:tableStyleId>{5C22544A-7EE6-4342-B048-85BDC9FD1C3A}</a:tableStyleId>
              </a:tblPr>
              <a:tblGrid>
                <a:gridCol w="830513">
                  <a:extLst>
                    <a:ext uri="{9D8B030D-6E8A-4147-A177-3AD203B41FA5}">
                      <a16:colId xmlns:a16="http://schemas.microsoft.com/office/drawing/2014/main" val="119958428"/>
                    </a:ext>
                  </a:extLst>
                </a:gridCol>
                <a:gridCol w="2732607">
                  <a:extLst>
                    <a:ext uri="{9D8B030D-6E8A-4147-A177-3AD203B41FA5}">
                      <a16:colId xmlns:a16="http://schemas.microsoft.com/office/drawing/2014/main" val="3090147398"/>
                    </a:ext>
                  </a:extLst>
                </a:gridCol>
                <a:gridCol w="3434022">
                  <a:extLst>
                    <a:ext uri="{9D8B030D-6E8A-4147-A177-3AD203B41FA5}">
                      <a16:colId xmlns:a16="http://schemas.microsoft.com/office/drawing/2014/main" val="438518217"/>
                    </a:ext>
                  </a:extLst>
                </a:gridCol>
                <a:gridCol w="4948217">
                  <a:extLst>
                    <a:ext uri="{9D8B030D-6E8A-4147-A177-3AD203B41FA5}">
                      <a16:colId xmlns:a16="http://schemas.microsoft.com/office/drawing/2014/main" val="3481144983"/>
                    </a:ext>
                  </a:extLst>
                </a:gridCol>
              </a:tblGrid>
              <a:tr h="460096">
                <a:tc>
                  <a:txBody>
                    <a:bodyPr/>
                    <a:lstStyle/>
                    <a:p>
                      <a:pPr fontAlgn="b"/>
                      <a:r>
                        <a:rPr lang="en-MY" b="1" dirty="0">
                          <a:effectLst/>
                        </a:rPr>
                        <a:t>Mode</a:t>
                      </a:r>
                    </a:p>
                  </a:txBody>
                  <a:tcPr anchor="b">
                    <a:solidFill>
                      <a:schemeClr val="tx2">
                        <a:lumMod val="25000"/>
                      </a:schemeClr>
                    </a:solidFill>
                  </a:tcPr>
                </a:tc>
                <a:tc>
                  <a:txBody>
                    <a:bodyPr/>
                    <a:lstStyle/>
                    <a:p>
                      <a:pPr fontAlgn="b"/>
                      <a:r>
                        <a:rPr lang="en-MY" b="1" dirty="0">
                          <a:effectLst/>
                        </a:rPr>
                        <a:t>Strengths</a:t>
                      </a:r>
                    </a:p>
                  </a:txBody>
                  <a:tcPr anchor="b">
                    <a:solidFill>
                      <a:schemeClr val="tx2">
                        <a:lumMod val="25000"/>
                      </a:schemeClr>
                    </a:solidFill>
                  </a:tcPr>
                </a:tc>
                <a:tc>
                  <a:txBody>
                    <a:bodyPr/>
                    <a:lstStyle/>
                    <a:p>
                      <a:pPr fontAlgn="b"/>
                      <a:r>
                        <a:rPr lang="en-MY" b="1" dirty="0">
                          <a:effectLst/>
                        </a:rPr>
                        <a:t>Weaknesses</a:t>
                      </a:r>
                    </a:p>
                  </a:txBody>
                  <a:tcPr anchor="b">
                    <a:solidFill>
                      <a:schemeClr val="tx2">
                        <a:lumMod val="25000"/>
                      </a:schemeClr>
                    </a:solidFill>
                  </a:tcPr>
                </a:tc>
                <a:tc>
                  <a:txBody>
                    <a:bodyPr/>
                    <a:lstStyle/>
                    <a:p>
                      <a:pPr fontAlgn="b"/>
                      <a:r>
                        <a:rPr lang="en-MY" b="1" dirty="0">
                          <a:effectLst/>
                        </a:rPr>
                        <a:t>Application</a:t>
                      </a:r>
                    </a:p>
                  </a:txBody>
                  <a:tcPr anchor="b">
                    <a:solidFill>
                      <a:schemeClr val="tx2">
                        <a:lumMod val="25000"/>
                      </a:schemeClr>
                    </a:solidFill>
                  </a:tcPr>
                </a:tc>
                <a:extLst>
                  <a:ext uri="{0D108BD9-81ED-4DB2-BD59-A6C34878D82A}">
                    <a16:rowId xmlns:a16="http://schemas.microsoft.com/office/drawing/2014/main" val="3963274092"/>
                  </a:ext>
                </a:extLst>
              </a:tr>
              <a:tr h="810878">
                <a:tc>
                  <a:txBody>
                    <a:bodyPr/>
                    <a:lstStyle/>
                    <a:p>
                      <a:pPr fontAlgn="base"/>
                      <a:r>
                        <a:rPr lang="en-MY" dirty="0">
                          <a:effectLst/>
                        </a:rPr>
                        <a:t>ECB</a:t>
                      </a:r>
                    </a:p>
                  </a:txBody>
                  <a:tcPr anchor="ctr"/>
                </a:tc>
                <a:tc>
                  <a:txBody>
                    <a:bodyPr/>
                    <a:lstStyle/>
                    <a:p>
                      <a:pPr fontAlgn="base"/>
                      <a:r>
                        <a:rPr lang="en-US">
                          <a:effectLst/>
                        </a:rPr>
                        <a:t>- Simple and easy to implement.</a:t>
                      </a:r>
                    </a:p>
                  </a:txBody>
                  <a:tcPr anchor="ctr"/>
                </a:tc>
                <a:tc>
                  <a:txBody>
                    <a:bodyPr/>
                    <a:lstStyle/>
                    <a:p>
                      <a:pPr fontAlgn="base"/>
                      <a:r>
                        <a:rPr lang="en-US">
                          <a:effectLst/>
                        </a:rPr>
                        <a:t>- Identical plaintext blocks result in identical ciphertext blocks.</a:t>
                      </a:r>
                    </a:p>
                  </a:txBody>
                  <a:tcPr anchor="ctr"/>
                </a:tc>
                <a:tc>
                  <a:txBody>
                    <a:bodyPr/>
                    <a:lstStyle/>
                    <a:p>
                      <a:pPr fontAlgn="base"/>
                      <a:r>
                        <a:rPr lang="en-US" dirty="0">
                          <a:effectLst/>
                        </a:rPr>
                        <a:t>- Legacy encryption systems.</a:t>
                      </a:r>
                    </a:p>
                    <a:p>
                      <a:pPr fontAlgn="base"/>
                      <a:r>
                        <a:rPr lang="en-US" dirty="0">
                          <a:effectLst/>
                        </a:rPr>
                        <a:t>- Disk encryption for individual files.</a:t>
                      </a:r>
                    </a:p>
                    <a:p>
                      <a:pPr fontAlgn="base"/>
                      <a:r>
                        <a:rPr lang="en-US" dirty="0">
                          <a:effectLst/>
                        </a:rPr>
                        <a:t>(limited use due to its weakness)</a:t>
                      </a:r>
                    </a:p>
                  </a:txBody>
                  <a:tcPr anchor="ctr"/>
                </a:tc>
                <a:extLst>
                  <a:ext uri="{0D108BD9-81ED-4DB2-BD59-A6C34878D82A}">
                    <a16:rowId xmlns:a16="http://schemas.microsoft.com/office/drawing/2014/main" val="669095359"/>
                  </a:ext>
                </a:extLst>
              </a:tr>
              <a:tr h="1134484">
                <a:tc>
                  <a:txBody>
                    <a:bodyPr/>
                    <a:lstStyle/>
                    <a:p>
                      <a:pPr fontAlgn="base"/>
                      <a:r>
                        <a:rPr lang="en-MY" dirty="0">
                          <a:effectLst/>
                        </a:rPr>
                        <a:t>CBC</a:t>
                      </a:r>
                    </a:p>
                  </a:txBody>
                  <a:tcPr anchor="ctr"/>
                </a:tc>
                <a:tc>
                  <a:txBody>
                    <a:bodyPr/>
                    <a:lstStyle/>
                    <a:p>
                      <a:pPr fontAlgn="base"/>
                      <a:r>
                        <a:rPr lang="en-MY">
                          <a:effectLst/>
                        </a:rPr>
                        <a:t>- Provides confidentiality and integrity.</a:t>
                      </a:r>
                    </a:p>
                  </a:txBody>
                  <a:tcPr anchor="ctr"/>
                </a:tc>
                <a:tc>
                  <a:txBody>
                    <a:bodyPr/>
                    <a:lstStyle/>
                    <a:p>
                      <a:pPr fontAlgn="base"/>
                      <a:r>
                        <a:rPr lang="en-US">
                          <a:effectLst/>
                        </a:rPr>
                        <a:t>- Slower than ECB due to dependency on previous ciphertext blocks (sequential processing).</a:t>
                      </a:r>
                    </a:p>
                  </a:txBody>
                  <a:tcPr anchor="ctr"/>
                </a:tc>
                <a:tc>
                  <a:txBody>
                    <a:bodyPr/>
                    <a:lstStyle/>
                    <a:p>
                      <a:pPr fontAlgn="base"/>
                      <a:r>
                        <a:rPr lang="en-MY" dirty="0">
                          <a:effectLst/>
                        </a:rPr>
                        <a:t>- Secure communication protocols (e.g., TLS).</a:t>
                      </a:r>
                    </a:p>
                    <a:p>
                      <a:pPr fontAlgn="base"/>
                      <a:r>
                        <a:rPr lang="en-MY" dirty="0">
                          <a:effectLst/>
                        </a:rPr>
                        <a:t>-  Full-disk encryption (e.g., BitLocker, </a:t>
                      </a:r>
                      <a:r>
                        <a:rPr lang="en-MY" dirty="0" err="1">
                          <a:effectLst/>
                        </a:rPr>
                        <a:t>FileVault</a:t>
                      </a:r>
                      <a:r>
                        <a:rPr lang="en-MY" dirty="0">
                          <a:effectLst/>
                        </a:rPr>
                        <a:t>).</a:t>
                      </a:r>
                    </a:p>
                    <a:p>
                      <a:pPr fontAlgn="base"/>
                      <a:r>
                        <a:rPr lang="en-MY" dirty="0">
                          <a:effectLst/>
                        </a:rPr>
                        <a:t>-  VPN connections.</a:t>
                      </a:r>
                    </a:p>
                  </a:txBody>
                  <a:tcPr anchor="ctr"/>
                </a:tc>
                <a:extLst>
                  <a:ext uri="{0D108BD9-81ED-4DB2-BD59-A6C34878D82A}">
                    <a16:rowId xmlns:a16="http://schemas.microsoft.com/office/drawing/2014/main" val="152554408"/>
                  </a:ext>
                </a:extLst>
              </a:tr>
              <a:tr h="794139">
                <a:tc>
                  <a:txBody>
                    <a:bodyPr/>
                    <a:lstStyle/>
                    <a:p>
                      <a:pPr fontAlgn="base"/>
                      <a:r>
                        <a:rPr lang="en-MY" dirty="0">
                          <a:effectLst/>
                        </a:rPr>
                        <a:t>CFB</a:t>
                      </a:r>
                    </a:p>
                  </a:txBody>
                  <a:tcPr anchor="ctr"/>
                </a:tc>
                <a:tc>
                  <a:txBody>
                    <a:bodyPr/>
                    <a:lstStyle/>
                    <a:p>
                      <a:pPr fontAlgn="base"/>
                      <a:r>
                        <a:rPr lang="en-US">
                          <a:effectLst/>
                        </a:rPr>
                        <a:t>- Real-time encryption for streaming data.</a:t>
                      </a:r>
                    </a:p>
                  </a:txBody>
                  <a:tcPr anchor="ctr"/>
                </a:tc>
                <a:tc>
                  <a:txBody>
                    <a:bodyPr/>
                    <a:lstStyle/>
                    <a:p>
                      <a:pPr fontAlgn="base"/>
                      <a:r>
                        <a:rPr lang="en-US">
                          <a:effectLst/>
                        </a:rPr>
                        <a:t>- Sensitive to bit errors, as an error affects subsequent blocks.</a:t>
                      </a:r>
                    </a:p>
                  </a:txBody>
                  <a:tcPr anchor="ctr"/>
                </a:tc>
                <a:tc>
                  <a:txBody>
                    <a:bodyPr/>
                    <a:lstStyle/>
                    <a:p>
                      <a:pPr fontAlgn="base"/>
                      <a:r>
                        <a:rPr lang="en-US" dirty="0">
                          <a:effectLst/>
                        </a:rPr>
                        <a:t>- Secure voice communication systems.</a:t>
                      </a:r>
                    </a:p>
                    <a:p>
                      <a:pPr fontAlgn="base"/>
                      <a:r>
                        <a:rPr lang="en-US" dirty="0">
                          <a:effectLst/>
                        </a:rPr>
                        <a:t>- Disk encryption for virtual machines.</a:t>
                      </a:r>
                    </a:p>
                  </a:txBody>
                  <a:tcPr anchor="ctr"/>
                </a:tc>
                <a:extLst>
                  <a:ext uri="{0D108BD9-81ED-4DB2-BD59-A6C34878D82A}">
                    <a16:rowId xmlns:a16="http://schemas.microsoft.com/office/drawing/2014/main" val="2389757064"/>
                  </a:ext>
                </a:extLst>
              </a:tr>
              <a:tr h="1134484">
                <a:tc>
                  <a:txBody>
                    <a:bodyPr/>
                    <a:lstStyle/>
                    <a:p>
                      <a:pPr fontAlgn="base"/>
                      <a:r>
                        <a:rPr lang="en-MY" dirty="0">
                          <a:effectLst/>
                        </a:rPr>
                        <a:t>OFB</a:t>
                      </a:r>
                    </a:p>
                  </a:txBody>
                  <a:tcPr anchor="ctr"/>
                </a:tc>
                <a:tc>
                  <a:txBody>
                    <a:bodyPr/>
                    <a:lstStyle/>
                    <a:p>
                      <a:pPr fontAlgn="base"/>
                      <a:r>
                        <a:rPr lang="en-MY">
                          <a:effectLst/>
                        </a:rPr>
                        <a:t>- Self-synchronizing and parallelizable.</a:t>
                      </a:r>
                    </a:p>
                  </a:txBody>
                  <a:tcPr anchor="ctr"/>
                </a:tc>
                <a:tc>
                  <a:txBody>
                    <a:bodyPr/>
                    <a:lstStyle/>
                    <a:p>
                      <a:pPr fontAlgn="base"/>
                      <a:r>
                        <a:rPr lang="en-US" dirty="0">
                          <a:effectLst/>
                        </a:rPr>
                        <a:t>- Error propagation; </a:t>
                      </a:r>
                    </a:p>
                    <a:p>
                      <a:pPr fontAlgn="base"/>
                      <a:r>
                        <a:rPr lang="en-US" dirty="0">
                          <a:effectLst/>
                        </a:rPr>
                        <a:t>a single error doesn't disrupt decryption, but subsequent blocks can be affected.</a:t>
                      </a:r>
                    </a:p>
                  </a:txBody>
                  <a:tcPr anchor="ctr"/>
                </a:tc>
                <a:tc>
                  <a:txBody>
                    <a:bodyPr/>
                    <a:lstStyle/>
                    <a:p>
                      <a:pPr fontAlgn="base"/>
                      <a:r>
                        <a:rPr lang="en-US" dirty="0">
                          <a:effectLst/>
                        </a:rPr>
                        <a:t>- Secure data transmission in unreliable channels.</a:t>
                      </a:r>
                    </a:p>
                    <a:p>
                      <a:pPr fontAlgn="base"/>
                      <a:r>
                        <a:rPr lang="en-US" dirty="0">
                          <a:effectLst/>
                        </a:rPr>
                        <a:t>- Secure remote access systems.</a:t>
                      </a:r>
                    </a:p>
                  </a:txBody>
                  <a:tcPr anchor="ctr"/>
                </a:tc>
                <a:extLst>
                  <a:ext uri="{0D108BD9-81ED-4DB2-BD59-A6C34878D82A}">
                    <a16:rowId xmlns:a16="http://schemas.microsoft.com/office/drawing/2014/main" val="2386424972"/>
                  </a:ext>
                </a:extLst>
              </a:tr>
              <a:tr h="1134484">
                <a:tc>
                  <a:txBody>
                    <a:bodyPr/>
                    <a:lstStyle/>
                    <a:p>
                      <a:pPr fontAlgn="base"/>
                      <a:r>
                        <a:rPr lang="en-MY" dirty="0">
                          <a:effectLst/>
                        </a:rPr>
                        <a:t>CTR</a:t>
                      </a:r>
                    </a:p>
                  </a:txBody>
                  <a:tcPr anchor="ctr"/>
                </a:tc>
                <a:tc>
                  <a:txBody>
                    <a:bodyPr/>
                    <a:lstStyle/>
                    <a:p>
                      <a:pPr fontAlgn="base"/>
                      <a:r>
                        <a:rPr lang="en-US">
                          <a:effectLst/>
                        </a:rPr>
                        <a:t>- High-speed encryption and parallel processing.</a:t>
                      </a:r>
                    </a:p>
                  </a:txBody>
                  <a:tcPr anchor="ctr"/>
                </a:tc>
                <a:tc>
                  <a:txBody>
                    <a:bodyPr/>
                    <a:lstStyle/>
                    <a:p>
                      <a:pPr fontAlgn="base"/>
                      <a:r>
                        <a:rPr lang="en-US" dirty="0">
                          <a:effectLst/>
                        </a:rPr>
                        <a:t>- No integrity protection (encryption only).</a:t>
                      </a:r>
                    </a:p>
                    <a:p>
                      <a:pPr marL="0" indent="0" fontAlgn="base">
                        <a:buFontTx/>
                        <a:buNone/>
                      </a:pPr>
                      <a:r>
                        <a:rPr lang="en-US" dirty="0">
                          <a:effectLst/>
                        </a:rPr>
                        <a:t>-Requires a unique nonce/counter for each message to maintain security</a:t>
                      </a:r>
                    </a:p>
                  </a:txBody>
                  <a:tcPr anchor="ctr"/>
                </a:tc>
                <a:tc>
                  <a:txBody>
                    <a:bodyPr/>
                    <a:lstStyle/>
                    <a:p>
                      <a:pPr fontAlgn="base"/>
                      <a:r>
                        <a:rPr lang="en-MY" dirty="0">
                          <a:effectLst/>
                        </a:rPr>
                        <a:t>- Full-disk encryption for SSDs.</a:t>
                      </a:r>
                    </a:p>
                    <a:p>
                      <a:pPr fontAlgn="base"/>
                      <a:r>
                        <a:rPr lang="en-MY" dirty="0">
                          <a:effectLst/>
                        </a:rPr>
                        <a:t>- Secure communication protocols.</a:t>
                      </a:r>
                    </a:p>
                    <a:p>
                      <a:pPr fontAlgn="base"/>
                      <a:r>
                        <a:rPr lang="en-MY" dirty="0">
                          <a:effectLst/>
                        </a:rPr>
                        <a:t>- Network encryption</a:t>
                      </a:r>
                    </a:p>
                  </a:txBody>
                  <a:tcPr anchor="ctr"/>
                </a:tc>
                <a:extLst>
                  <a:ext uri="{0D108BD9-81ED-4DB2-BD59-A6C34878D82A}">
                    <a16:rowId xmlns:a16="http://schemas.microsoft.com/office/drawing/2014/main" val="1671224611"/>
                  </a:ext>
                </a:extLst>
              </a:tr>
            </a:tbl>
          </a:graphicData>
        </a:graphic>
      </p:graphicFrame>
    </p:spTree>
    <p:extLst>
      <p:ext uri="{BB962C8B-B14F-4D97-AF65-F5344CB8AC3E}">
        <p14:creationId xmlns:p14="http://schemas.microsoft.com/office/powerpoint/2010/main" val="259193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5016891" y="4237000"/>
            <a:ext cx="6942724" cy="798400"/>
          </a:xfrm>
          <a:prstGeom prst="rect">
            <a:avLst/>
          </a:prstGeom>
        </p:spPr>
        <p:txBody>
          <a:bodyPr spcFirstLastPara="1" wrap="square" lIns="121900" tIns="121900" rIns="121900" bIns="121900" anchor="b" anchorCtr="0">
            <a:noAutofit/>
          </a:bodyPr>
          <a:lstStyle/>
          <a:p>
            <a:r>
              <a:rPr lang="en-MY" dirty="0"/>
              <a:t>Symmetric Encryption Technique</a:t>
            </a:r>
            <a:endParaRPr dirty="0"/>
          </a:p>
        </p:txBody>
      </p:sp>
      <p:sp>
        <p:nvSpPr>
          <p:cNvPr id="207" name="Google Shape;207;p43"/>
          <p:cNvSpPr txBox="1">
            <a:spLocks noGrp="1"/>
          </p:cNvSpPr>
          <p:nvPr>
            <p:ph type="title" idx="2"/>
          </p:nvPr>
        </p:nvSpPr>
        <p:spPr>
          <a:xfrm>
            <a:off x="1397693" y="4383333"/>
            <a:ext cx="3217200" cy="1242000"/>
          </a:xfrm>
          <a:prstGeom prst="rect">
            <a:avLst/>
          </a:prstGeom>
        </p:spPr>
        <p:txBody>
          <a:bodyPr spcFirstLastPara="1" wrap="square" lIns="121900" tIns="121900" rIns="121900" bIns="121900" anchor="ctr" anchorCtr="0">
            <a:noAutofit/>
          </a:bodyPr>
          <a:lstStyle/>
          <a:p>
            <a:r>
              <a:rPr lang="en-US" dirty="0"/>
              <a:t>04</a:t>
            </a:r>
            <a:endParaRPr dirty="0"/>
          </a:p>
        </p:txBody>
      </p:sp>
      <p:sp>
        <p:nvSpPr>
          <p:cNvPr id="208" name="Google Shape;208;p43"/>
          <p:cNvSpPr txBox="1">
            <a:spLocks noGrp="1"/>
          </p:cNvSpPr>
          <p:nvPr>
            <p:ph type="subTitle" idx="1"/>
          </p:nvPr>
        </p:nvSpPr>
        <p:spPr>
          <a:xfrm>
            <a:off x="5013774" y="5005733"/>
            <a:ext cx="4091600" cy="619600"/>
          </a:xfrm>
          <a:prstGeom prst="rect">
            <a:avLst/>
          </a:prstGeom>
        </p:spPr>
        <p:txBody>
          <a:bodyPr spcFirstLastPara="1" wrap="square" lIns="121900" tIns="121900" rIns="121900" bIns="121900" anchor="t" anchorCtr="0">
            <a:noAutofit/>
          </a:bodyPr>
          <a:lstStyle/>
          <a:p>
            <a:pPr marL="0" indent="0"/>
            <a:r>
              <a:rPr lang="en-MY" dirty="0"/>
              <a:t>Feistel Structure / Cipher</a:t>
            </a:r>
          </a:p>
          <a:p>
            <a:pPr marL="0" indent="0"/>
            <a:endParaRPr lang="en-MY" dirty="0"/>
          </a:p>
        </p:txBody>
      </p:sp>
      <p:cxnSp>
        <p:nvCxnSpPr>
          <p:cNvPr id="209" name="Google Shape;209;p43"/>
          <p:cNvCxnSpPr/>
          <p:nvPr/>
        </p:nvCxnSpPr>
        <p:spPr>
          <a:xfrm>
            <a:off x="4814333" y="4337729"/>
            <a:ext cx="0" cy="13332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1782789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63352" y="188641"/>
            <a:ext cx="8686800" cy="1139825"/>
          </a:xfrm>
        </p:spPr>
        <p:txBody>
          <a:bodyPr>
            <a:normAutofit/>
          </a:bodyPr>
          <a:lstStyle/>
          <a:p>
            <a:pPr eaLnBrk="1" hangingPunct="1">
              <a:defRPr/>
            </a:pPr>
            <a:r>
              <a:rPr lang="en-AU" sz="4800" b="1" dirty="0">
                <a:latin typeface="Bahnschrift" panose="020B0502040204020203" pitchFamily="34" charset="0"/>
              </a:rPr>
              <a:t>What is a </a:t>
            </a:r>
            <a:r>
              <a:rPr lang="en-AU" sz="4800" b="1" dirty="0">
                <a:solidFill>
                  <a:schemeClr val="accent3"/>
                </a:solidFill>
                <a:latin typeface="Bahnschrift" panose="020B0502040204020203" pitchFamily="34" charset="0"/>
              </a:rPr>
              <a:t>Feistel Cipher</a:t>
            </a:r>
            <a:r>
              <a:rPr lang="en-AU" sz="4800" b="1" dirty="0">
                <a:latin typeface="Bahnschrift" panose="020B0502040204020203" pitchFamily="34" charset="0"/>
              </a:rPr>
              <a:t>?</a:t>
            </a:r>
          </a:p>
        </p:txBody>
      </p:sp>
      <p:sp>
        <p:nvSpPr>
          <p:cNvPr id="4" name="Content Placeholder 3"/>
          <p:cNvSpPr>
            <a:spLocks noGrp="1"/>
          </p:cNvSpPr>
          <p:nvPr>
            <p:ph idx="1"/>
          </p:nvPr>
        </p:nvSpPr>
        <p:spPr>
          <a:xfrm>
            <a:off x="231822" y="1556793"/>
            <a:ext cx="11696826" cy="4867835"/>
          </a:xfrm>
        </p:spPr>
        <p:txBody>
          <a:bodyPr>
            <a:normAutofit/>
          </a:bodyPr>
          <a:lstStyle/>
          <a:p>
            <a:r>
              <a:rPr lang="en-US" sz="3200" dirty="0">
                <a:latin typeface="Bahnschrift" panose="020B0502040204020203" pitchFamily="34" charset="0"/>
              </a:rPr>
              <a:t>Feistel cipher is a symmetric structure used in the design of many block ciphers.</a:t>
            </a:r>
          </a:p>
          <a:p>
            <a:r>
              <a:rPr lang="en-US" sz="3200" dirty="0">
                <a:latin typeface="Bahnschrift" panose="020B0502040204020203" pitchFamily="34" charset="0"/>
              </a:rPr>
              <a:t>Named after Horst Feistel, a German-American cryptographer.</a:t>
            </a:r>
          </a:p>
          <a:p>
            <a:r>
              <a:rPr lang="en-US" sz="3200" dirty="0">
                <a:latin typeface="Bahnschrift" panose="020B0502040204020203" pitchFamily="34" charset="0"/>
              </a:rPr>
              <a:t>Purpose:</a:t>
            </a:r>
          </a:p>
          <a:p>
            <a:pPr lvl="1" algn="just"/>
            <a:r>
              <a:rPr lang="en-US" sz="2800" dirty="0">
                <a:latin typeface="Bahnschrift" panose="020B0502040204020203" pitchFamily="34" charset="0"/>
              </a:rPr>
              <a:t>To securely transform plaintext into ciphertext using a series of repetitive steps and round functions.</a:t>
            </a:r>
            <a:endParaRPr lang="en-US" sz="2600" dirty="0">
              <a:latin typeface="Bahnschrift" panose="020B0502040204020203" pitchFamily="34" charset="0"/>
            </a:endParaRPr>
          </a:p>
          <a:p>
            <a:pPr marL="231775" lvl="1" indent="0" algn="just">
              <a:buNone/>
            </a:pPr>
            <a:endParaRPr lang="en-US" sz="2800" dirty="0">
              <a:latin typeface="Bahnschrift" panose="020B0502040204020203" pitchFamily="34" charset="0"/>
            </a:endParaRPr>
          </a:p>
          <a:p>
            <a:endParaRPr lang="en-US" dirty="0"/>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p:txBody>
      </p:sp>
    </p:spTree>
    <p:extLst>
      <p:ext uri="{BB962C8B-B14F-4D97-AF65-F5344CB8AC3E}">
        <p14:creationId xmlns:p14="http://schemas.microsoft.com/office/powerpoint/2010/main" val="163143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18828" y="0"/>
            <a:ext cx="8686800" cy="1139825"/>
          </a:xfrm>
        </p:spPr>
        <p:txBody>
          <a:bodyPr>
            <a:normAutofit/>
          </a:bodyPr>
          <a:lstStyle/>
          <a:p>
            <a:pPr eaLnBrk="1" hangingPunct="1">
              <a:defRPr/>
            </a:pPr>
            <a:r>
              <a:rPr lang="en-AU" sz="4800" b="1" dirty="0">
                <a:latin typeface="Bahnschrift" panose="020B0502040204020203" pitchFamily="34" charset="0"/>
              </a:rPr>
              <a:t>Feistel Cipher - Introduction</a:t>
            </a:r>
          </a:p>
        </p:txBody>
      </p:sp>
      <p:sp>
        <p:nvSpPr>
          <p:cNvPr id="4" name="Content Placeholder 3"/>
          <p:cNvSpPr>
            <a:spLocks noGrp="1"/>
          </p:cNvSpPr>
          <p:nvPr>
            <p:ph idx="1"/>
          </p:nvPr>
        </p:nvSpPr>
        <p:spPr>
          <a:xfrm>
            <a:off x="231822" y="1556793"/>
            <a:ext cx="11696826" cy="4867835"/>
          </a:xfrm>
        </p:spPr>
        <p:txBody>
          <a:bodyPr>
            <a:normAutofit/>
          </a:bodyPr>
          <a:lstStyle/>
          <a:p>
            <a:r>
              <a:rPr lang="en-US" sz="3200" dirty="0">
                <a:latin typeface="Bahnschrift" panose="020B0502040204020203" pitchFamily="34" charset="0"/>
              </a:rPr>
              <a:t>Proposed the use of a cipher that alternates substitutions and permutations</a:t>
            </a:r>
          </a:p>
          <a:p>
            <a:r>
              <a:rPr lang="en-US" sz="3200" dirty="0">
                <a:latin typeface="Bahnschrift" panose="020B0502040204020203" pitchFamily="34" charset="0"/>
              </a:rPr>
              <a:t>Is the </a:t>
            </a:r>
            <a:r>
              <a:rPr lang="en-US" sz="3200" b="1" dirty="0">
                <a:solidFill>
                  <a:schemeClr val="tx2">
                    <a:lumMod val="60000"/>
                    <a:lumOff val="40000"/>
                  </a:schemeClr>
                </a:solidFill>
                <a:effectLst>
                  <a:outerShdw blurRad="38100" dist="38100" dir="2700000" algn="tl">
                    <a:srgbClr val="000000">
                      <a:alpha val="43137"/>
                    </a:srgbClr>
                  </a:outerShdw>
                </a:effectLst>
                <a:latin typeface="Bahnschrift" panose="020B0502040204020203" pitchFamily="34" charset="0"/>
              </a:rPr>
              <a:t>structure </a:t>
            </a:r>
            <a:r>
              <a:rPr lang="en-US" sz="3200" dirty="0">
                <a:latin typeface="Bahnschrift" panose="020B0502040204020203" pitchFamily="34" charset="0"/>
              </a:rPr>
              <a:t>used by many significant symmetric block ciphers currently in use</a:t>
            </a:r>
          </a:p>
          <a:p>
            <a:endParaRPr lang="en-US" dirty="0"/>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p:txBody>
      </p:sp>
      <p:graphicFrame>
        <p:nvGraphicFramePr>
          <p:cNvPr id="6" name="Diagram 5"/>
          <p:cNvGraphicFramePr/>
          <p:nvPr>
            <p:extLst>
              <p:ext uri="{D42A27DB-BD31-4B8C-83A1-F6EECF244321}">
                <p14:modId xmlns:p14="http://schemas.microsoft.com/office/powerpoint/2010/main" val="1033687668"/>
              </p:ext>
            </p:extLst>
          </p:nvPr>
        </p:nvGraphicFramePr>
        <p:xfrm>
          <a:off x="418828" y="3963205"/>
          <a:ext cx="11771585" cy="2894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1174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18828" y="0"/>
            <a:ext cx="8686800" cy="1139825"/>
          </a:xfrm>
        </p:spPr>
        <p:txBody>
          <a:bodyPr>
            <a:normAutofit/>
          </a:bodyPr>
          <a:lstStyle/>
          <a:p>
            <a:pPr eaLnBrk="1" hangingPunct="1">
              <a:defRPr/>
            </a:pPr>
            <a:r>
              <a:rPr lang="en-AU" sz="4800" b="1" dirty="0">
                <a:latin typeface="Bahnschrift" panose="020B0502040204020203" pitchFamily="34" charset="0"/>
              </a:rPr>
              <a:t>Feistel Cipher - Introduction</a:t>
            </a:r>
          </a:p>
        </p:txBody>
      </p:sp>
      <p:sp>
        <p:nvSpPr>
          <p:cNvPr id="4" name="Content Placeholder 3"/>
          <p:cNvSpPr>
            <a:spLocks noGrp="1"/>
          </p:cNvSpPr>
          <p:nvPr>
            <p:ph idx="1"/>
          </p:nvPr>
        </p:nvSpPr>
        <p:spPr>
          <a:xfrm>
            <a:off x="231822" y="1556793"/>
            <a:ext cx="11696826" cy="4867835"/>
          </a:xfrm>
        </p:spPr>
        <p:txBody>
          <a:bodyPr>
            <a:normAutofit/>
          </a:bodyPr>
          <a:lstStyle/>
          <a:p>
            <a:r>
              <a:rPr lang="en-US" sz="3200" dirty="0">
                <a:solidFill>
                  <a:srgbClr val="FFC000"/>
                </a:solidFill>
                <a:latin typeface="Bahnschrift" panose="020B0502040204020203" pitchFamily="34" charset="0"/>
              </a:rPr>
              <a:t>Round Functions</a:t>
            </a:r>
          </a:p>
          <a:p>
            <a:pPr algn="just">
              <a:lnSpc>
                <a:spcPct val="150000"/>
              </a:lnSpc>
            </a:pPr>
            <a:r>
              <a:rPr lang="en-US" sz="3200" dirty="0">
                <a:latin typeface="Bahnschrift" panose="020B0502040204020203" pitchFamily="34" charset="0"/>
              </a:rPr>
              <a:t>A round function is a set of operations applied </a:t>
            </a:r>
            <a:r>
              <a:rPr lang="en-US" sz="3200" dirty="0">
                <a:solidFill>
                  <a:srgbClr val="FFC000"/>
                </a:solidFill>
                <a:latin typeface="Bahnschrift" panose="020B0502040204020203" pitchFamily="34" charset="0"/>
              </a:rPr>
              <a:t>repeatedly</a:t>
            </a:r>
            <a:r>
              <a:rPr lang="en-US" sz="3200" dirty="0">
                <a:latin typeface="Bahnschrift" panose="020B0502040204020203" pitchFamily="34" charset="0"/>
              </a:rPr>
              <a:t> to </a:t>
            </a:r>
            <a:r>
              <a:rPr lang="en-US" sz="3200" dirty="0">
                <a:solidFill>
                  <a:srgbClr val="FFC000"/>
                </a:solidFill>
                <a:latin typeface="Bahnschrift" panose="020B0502040204020203" pitchFamily="34" charset="0"/>
              </a:rPr>
              <a:t>data and a round key during each round </a:t>
            </a:r>
            <a:r>
              <a:rPr lang="en-US" sz="3200" dirty="0">
                <a:latin typeface="Bahnschrift" panose="020B0502040204020203" pitchFamily="34" charset="0"/>
              </a:rPr>
              <a:t>of the encryption process to progressively </a:t>
            </a:r>
            <a:r>
              <a:rPr lang="en-US" sz="3200" dirty="0">
                <a:solidFill>
                  <a:srgbClr val="FFC000"/>
                </a:solidFill>
                <a:latin typeface="Bahnschrift" panose="020B0502040204020203" pitchFamily="34" charset="0"/>
              </a:rPr>
              <a:t>transform plaintext into ciphertext</a:t>
            </a:r>
            <a:r>
              <a:rPr lang="en-US" sz="2000" dirty="0"/>
              <a:t>.</a:t>
            </a:r>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p:txBody>
      </p:sp>
    </p:spTree>
    <p:extLst>
      <p:ext uri="{BB962C8B-B14F-4D97-AF65-F5344CB8AC3E}">
        <p14:creationId xmlns:p14="http://schemas.microsoft.com/office/powerpoint/2010/main" val="3534828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89" y="116632"/>
            <a:ext cx="10351279" cy="792088"/>
          </a:xfrm>
        </p:spPr>
        <p:txBody>
          <a:bodyPr/>
          <a:lstStyle/>
          <a:p>
            <a:pPr eaLnBrk="1" hangingPunct="1">
              <a:defRPr/>
            </a:pPr>
            <a:r>
              <a:rPr lang="en-AU" sz="5400" b="1" dirty="0"/>
              <a:t>Feistel Cipher – Steps</a:t>
            </a:r>
          </a:p>
        </p:txBody>
      </p:sp>
      <p:pic>
        <p:nvPicPr>
          <p:cNvPr id="7" name="Picture 2" descr="Encryption Feistel Cipher Key Generation And Round">
            <a:extLst>
              <a:ext uri="{FF2B5EF4-FFF2-40B4-BE49-F238E27FC236}">
                <a16:creationId xmlns:a16="http://schemas.microsoft.com/office/drawing/2014/main" id="{1FC10EDD-94CD-73BD-04DA-C5CBC6914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9232" y="1131376"/>
            <a:ext cx="4439553" cy="53546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style>
          <a:lnRef idx="0">
            <a:schemeClr val="accent1"/>
          </a:lnRef>
          <a:fillRef idx="3">
            <a:schemeClr val="accent1"/>
          </a:fillRef>
          <a:effectRef idx="3">
            <a:schemeClr val="accent1"/>
          </a:effectRef>
          <a:fontRef idx="minor">
            <a:schemeClr val="lt1"/>
          </a:fontRef>
        </p:style>
      </p:pic>
      <p:sp>
        <p:nvSpPr>
          <p:cNvPr id="8" name="Content Placeholder 3">
            <a:extLst>
              <a:ext uri="{FF2B5EF4-FFF2-40B4-BE49-F238E27FC236}">
                <a16:creationId xmlns:a16="http://schemas.microsoft.com/office/drawing/2014/main" id="{8EFEE1CC-F3B4-8F41-43D4-DC6FBD5F646C}"/>
              </a:ext>
            </a:extLst>
          </p:cNvPr>
          <p:cNvSpPr>
            <a:spLocks noGrp="1"/>
          </p:cNvSpPr>
          <p:nvPr>
            <p:ph idx="1"/>
          </p:nvPr>
        </p:nvSpPr>
        <p:spPr>
          <a:xfrm>
            <a:off x="231822" y="1131377"/>
            <a:ext cx="6928395" cy="5920352"/>
          </a:xfrm>
        </p:spPr>
        <p:txBody>
          <a:bodyPr>
            <a:normAutofit fontScale="92500" lnSpcReduction="20000"/>
          </a:bodyPr>
          <a:lstStyle/>
          <a:p>
            <a:r>
              <a:rPr lang="en-US" sz="3600" dirty="0">
                <a:solidFill>
                  <a:schemeClr val="accent3"/>
                </a:solidFill>
                <a:latin typeface="Bahnschrift" panose="020B0502040204020203" pitchFamily="34" charset="0"/>
              </a:rPr>
              <a:t>Steps:</a:t>
            </a:r>
          </a:p>
          <a:p>
            <a:pPr marL="514350" indent="-514350" algn="just">
              <a:buFont typeface="+mj-lt"/>
              <a:buAutoNum type="arabicPeriod"/>
            </a:pPr>
            <a:r>
              <a:rPr lang="en-US" sz="3600" dirty="0">
                <a:solidFill>
                  <a:schemeClr val="accent1"/>
                </a:solidFill>
                <a:latin typeface="Bahnschrift" panose="020B0502040204020203" pitchFamily="34" charset="0"/>
              </a:rPr>
              <a:t>Divide Plaintext:</a:t>
            </a:r>
          </a:p>
          <a:p>
            <a:pPr marL="973137" lvl="2" indent="-514350" algn="just"/>
            <a:r>
              <a:rPr lang="en-US" sz="3000" dirty="0">
                <a:latin typeface="Bahnschrift" panose="020B0502040204020203" pitchFamily="34" charset="0"/>
              </a:rPr>
              <a:t>Split plaintext block into two equal halves: L0 and R0.</a:t>
            </a:r>
          </a:p>
          <a:p>
            <a:pPr marL="514350" indent="-514350" algn="just">
              <a:buFont typeface="+mj-lt"/>
              <a:buAutoNum type="arabicPeriod"/>
            </a:pPr>
            <a:r>
              <a:rPr lang="en-US" sz="3600" dirty="0">
                <a:solidFill>
                  <a:schemeClr val="accent1"/>
                </a:solidFill>
                <a:latin typeface="Bahnschrift" panose="020B0502040204020203" pitchFamily="34" charset="0"/>
              </a:rPr>
              <a:t>Round Function:</a:t>
            </a:r>
          </a:p>
          <a:p>
            <a:pPr marL="973137" lvl="2" indent="-514350" algn="just"/>
            <a:r>
              <a:rPr lang="en-US" sz="3000" dirty="0">
                <a:latin typeface="Bahnschrift" panose="020B0502040204020203" pitchFamily="34" charset="0"/>
              </a:rPr>
              <a:t>Apply a round function (F) to one half and XOR the result with the other half.</a:t>
            </a:r>
          </a:p>
          <a:p>
            <a:pPr marL="514350" indent="-514350" algn="just">
              <a:buFont typeface="+mj-lt"/>
              <a:buAutoNum type="arabicPeriod"/>
            </a:pPr>
            <a:r>
              <a:rPr lang="en-US" sz="3600" dirty="0">
                <a:solidFill>
                  <a:schemeClr val="accent1"/>
                </a:solidFill>
                <a:latin typeface="Bahnschrift" panose="020B0502040204020203" pitchFamily="34" charset="0"/>
              </a:rPr>
              <a:t>Swap:</a:t>
            </a:r>
          </a:p>
          <a:p>
            <a:pPr lvl="2" algn="just"/>
            <a:r>
              <a:rPr lang="en-US" sz="3000" dirty="0">
                <a:latin typeface="Bahnschrift" panose="020B0502040204020203" pitchFamily="34" charset="0"/>
              </a:rPr>
              <a:t>	Swap the halves.</a:t>
            </a:r>
          </a:p>
          <a:p>
            <a:pPr marL="514350" indent="-514350" algn="just">
              <a:buFont typeface="+mj-lt"/>
              <a:buAutoNum type="arabicPeriod"/>
            </a:pPr>
            <a:r>
              <a:rPr lang="en-US" sz="3600" dirty="0">
                <a:solidFill>
                  <a:schemeClr val="accent1"/>
                </a:solidFill>
                <a:latin typeface="Bahnschrift" panose="020B0502040204020203" pitchFamily="34" charset="0"/>
              </a:rPr>
              <a:t>Repeat:</a:t>
            </a:r>
          </a:p>
          <a:p>
            <a:pPr lvl="2" algn="just"/>
            <a:r>
              <a:rPr lang="en-US" sz="3000" dirty="0">
                <a:latin typeface="Bahnschrift" panose="020B0502040204020203" pitchFamily="34" charset="0"/>
              </a:rPr>
              <a:t>Perform multiple rounds (iterations) of the process.</a:t>
            </a:r>
            <a:endParaRPr lang="en-US" sz="2239" dirty="0"/>
          </a:p>
          <a:p>
            <a:pPr marL="342900" lvl="1" indent="-342900">
              <a:spcBef>
                <a:spcPts val="2400"/>
              </a:spcBef>
              <a:buClr>
                <a:schemeClr val="accent1">
                  <a:lumMod val="60000"/>
                  <a:lumOff val="40000"/>
                </a:schemeClr>
              </a:buClr>
            </a:pPr>
            <a:endParaRPr lang="en-US" sz="2839" dirty="0"/>
          </a:p>
          <a:p>
            <a:pPr marL="342900" lvl="1" indent="-342900">
              <a:spcBef>
                <a:spcPts val="2400"/>
              </a:spcBef>
              <a:buClr>
                <a:schemeClr val="accent1">
                  <a:lumMod val="60000"/>
                  <a:lumOff val="40000"/>
                </a:schemeClr>
              </a:buClr>
            </a:pPr>
            <a:endParaRPr lang="en-US" sz="2839" dirty="0"/>
          </a:p>
        </p:txBody>
      </p:sp>
    </p:spTree>
    <p:extLst>
      <p:ext uri="{BB962C8B-B14F-4D97-AF65-F5344CB8AC3E}">
        <p14:creationId xmlns:p14="http://schemas.microsoft.com/office/powerpoint/2010/main" val="3450925482"/>
      </p:ext>
    </p:extLst>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Feistel Cipher Encryp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464" y="211050"/>
            <a:ext cx="5328717" cy="6496882"/>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Box 4"/>
          <p:cNvSpPr txBox="1"/>
          <p:nvPr/>
        </p:nvSpPr>
        <p:spPr>
          <a:xfrm>
            <a:off x="6083821" y="2557517"/>
            <a:ext cx="4449736" cy="892552"/>
          </a:xfrm>
          <a:prstGeom prst="rect">
            <a:avLst/>
          </a:prstGeom>
          <a:solidFill>
            <a:schemeClr val="bg2">
              <a:lumMod val="75000"/>
              <a:lumOff val="25000"/>
            </a:schemeClr>
          </a:solidFill>
          <a:ln>
            <a:solidFill>
              <a:schemeClr val="bg2">
                <a:lumMod val="75000"/>
                <a:lumOff val="25000"/>
              </a:schemeClr>
            </a:solidFill>
          </a:ln>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en-MY" b="1" dirty="0">
                <a:effectLst>
                  <a:outerShdw blurRad="38100" dist="38100" dir="2700000" algn="tl">
                    <a:srgbClr val="000000">
                      <a:alpha val="43137"/>
                    </a:srgbClr>
                  </a:outerShdw>
                </a:effectLst>
              </a:rPr>
              <a:t>F = Round Function</a:t>
            </a:r>
          </a:p>
          <a:p>
            <a:pPr marL="285750" indent="-285750">
              <a:buFont typeface="Arial" panose="020B0604020202020204" pitchFamily="34" charset="0"/>
              <a:buChar char="•"/>
            </a:pPr>
            <a:r>
              <a:rPr lang="en-MY" sz="1600" i="1" dirty="0">
                <a:solidFill>
                  <a:schemeClr val="tx1"/>
                </a:solidFill>
              </a:rPr>
              <a:t>Perform substitution and permutation</a:t>
            </a:r>
          </a:p>
          <a:p>
            <a:r>
              <a:rPr lang="en-MY" b="1" dirty="0" err="1">
                <a:solidFill>
                  <a:schemeClr val="tx1"/>
                </a:solidFill>
              </a:rPr>
              <a:t>F</a:t>
            </a:r>
            <a:r>
              <a:rPr lang="en-MY" b="1" dirty="0" err="1">
                <a:solidFill>
                  <a:srgbClr val="FF0000"/>
                </a:solidFill>
              </a:rPr>
              <a:t>x</a:t>
            </a:r>
            <a:r>
              <a:rPr lang="en-MY" b="1" dirty="0">
                <a:solidFill>
                  <a:schemeClr val="tx1"/>
                </a:solidFill>
              </a:rPr>
              <a:t> = </a:t>
            </a:r>
            <a:r>
              <a:rPr lang="en-MY" b="1" dirty="0">
                <a:solidFill>
                  <a:srgbClr val="FF0000"/>
                </a:solidFill>
              </a:rPr>
              <a:t>XOR</a:t>
            </a:r>
            <a:r>
              <a:rPr lang="en-MY" b="1" dirty="0">
                <a:solidFill>
                  <a:schemeClr val="tx1"/>
                </a:solidFill>
              </a:rPr>
              <a:t> (</a:t>
            </a:r>
            <a:r>
              <a:rPr lang="en-MY" b="1" dirty="0" err="1">
                <a:solidFill>
                  <a:schemeClr val="tx1"/>
                </a:solidFill>
              </a:rPr>
              <a:t>RE</a:t>
            </a:r>
            <a:r>
              <a:rPr lang="en-MY" b="1" dirty="0" err="1">
                <a:solidFill>
                  <a:srgbClr val="FF0000"/>
                </a:solidFill>
              </a:rPr>
              <a:t>x</a:t>
            </a:r>
            <a:r>
              <a:rPr lang="en-MY" b="1" dirty="0">
                <a:solidFill>
                  <a:schemeClr val="tx1"/>
                </a:solidFill>
              </a:rPr>
              <a:t>, </a:t>
            </a:r>
            <a:r>
              <a:rPr lang="en-MY" b="1" dirty="0" err="1">
                <a:solidFill>
                  <a:schemeClr val="tx1"/>
                </a:solidFill>
              </a:rPr>
              <a:t>K</a:t>
            </a:r>
            <a:r>
              <a:rPr lang="en-MY" b="1" dirty="0" err="1">
                <a:solidFill>
                  <a:srgbClr val="FF0000"/>
                </a:solidFill>
              </a:rPr>
              <a:t>x</a:t>
            </a:r>
            <a:r>
              <a:rPr lang="en-MY" b="1" dirty="0">
                <a:solidFill>
                  <a:schemeClr val="tx1"/>
                </a:solidFill>
              </a:rPr>
              <a:t>)</a:t>
            </a:r>
          </a:p>
        </p:txBody>
      </p:sp>
      <p:sp>
        <p:nvSpPr>
          <p:cNvPr id="7" name="TextBox 6"/>
          <p:cNvSpPr txBox="1"/>
          <p:nvPr/>
        </p:nvSpPr>
        <p:spPr>
          <a:xfrm>
            <a:off x="6061772" y="1962380"/>
            <a:ext cx="4449737"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MY" b="1" dirty="0" err="1">
                <a:effectLst>
                  <a:outerShdw blurRad="38100" dist="38100" dir="2700000" algn="tl">
                    <a:srgbClr val="000000">
                      <a:alpha val="43137"/>
                    </a:srgbClr>
                  </a:outerShdw>
                </a:effectLst>
              </a:rPr>
              <a:t>K</a:t>
            </a:r>
            <a:r>
              <a:rPr lang="en-MY" b="1" dirty="0" err="1">
                <a:solidFill>
                  <a:srgbClr val="FFC000"/>
                </a:solidFill>
                <a:effectLst>
                  <a:outerShdw blurRad="38100" dist="38100" dir="2700000" algn="tl">
                    <a:srgbClr val="000000">
                      <a:alpha val="43137"/>
                    </a:srgbClr>
                  </a:outerShdw>
                </a:effectLst>
              </a:rPr>
              <a:t>x</a:t>
            </a:r>
            <a:r>
              <a:rPr lang="en-MY" b="1" dirty="0">
                <a:effectLst>
                  <a:outerShdw blurRad="38100" dist="38100" dir="2700000" algn="tl">
                    <a:srgbClr val="000000">
                      <a:alpha val="43137"/>
                    </a:srgbClr>
                  </a:outerShdw>
                </a:effectLst>
              </a:rPr>
              <a:t> = Round Key</a:t>
            </a:r>
          </a:p>
        </p:txBody>
      </p:sp>
      <p:sp>
        <p:nvSpPr>
          <p:cNvPr id="8" name="TextBox 7"/>
          <p:cNvSpPr txBox="1"/>
          <p:nvPr/>
        </p:nvSpPr>
        <p:spPr>
          <a:xfrm>
            <a:off x="6078885" y="211050"/>
            <a:ext cx="4432624" cy="646331"/>
          </a:xfrm>
          <a:prstGeom prst="rect">
            <a:avLst/>
          </a:prstGeom>
          <a:solidFill>
            <a:schemeClr val="accent5">
              <a:lumMod val="60000"/>
              <a:lumOff val="40000"/>
            </a:schemeClr>
          </a:solidFill>
          <a:ln/>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MY" b="1" dirty="0" err="1">
                <a:solidFill>
                  <a:schemeClr val="bg1"/>
                </a:solidFill>
                <a:effectLst>
                  <a:outerShdw blurRad="38100" dist="38100" dir="2700000" algn="tl">
                    <a:srgbClr val="000000">
                      <a:alpha val="43137"/>
                    </a:srgbClr>
                  </a:outerShdw>
                </a:effectLst>
              </a:rPr>
              <a:t>LE</a:t>
            </a:r>
            <a:r>
              <a:rPr lang="en-MY" b="1" dirty="0" err="1">
                <a:solidFill>
                  <a:schemeClr val="bg1"/>
                </a:solidFill>
                <a:effectLst>
                  <a:outerShdw blurRad="38100" dist="38100" dir="2700000" algn="tl">
                    <a:srgbClr val="000000">
                      <a:alpha val="43137"/>
                    </a:srgbClr>
                  </a:outerShdw>
                </a:effectLst>
                <a:latin typeface="Courier" pitchFamily="49" charset="0"/>
              </a:rPr>
              <a:t>x</a:t>
            </a:r>
            <a:r>
              <a:rPr lang="en-MY" b="1" dirty="0">
                <a:solidFill>
                  <a:schemeClr val="bg1"/>
                </a:solidFill>
                <a:effectLst>
                  <a:outerShdw blurRad="38100" dist="38100" dir="2700000" algn="tl">
                    <a:srgbClr val="000000">
                      <a:alpha val="43137"/>
                    </a:srgbClr>
                  </a:outerShdw>
                </a:effectLst>
              </a:rPr>
              <a:t>= Left half </a:t>
            </a:r>
          </a:p>
          <a:p>
            <a:pPr marL="285750" indent="-285750">
              <a:buFont typeface="Arial" panose="020B0604020202020204" pitchFamily="34" charset="0"/>
              <a:buChar char="•"/>
            </a:pPr>
            <a:r>
              <a:rPr lang="en-MY" dirty="0">
                <a:solidFill>
                  <a:schemeClr val="bg1"/>
                </a:solidFill>
              </a:rPr>
              <a:t>Left half of the plaintext block</a:t>
            </a:r>
          </a:p>
        </p:txBody>
      </p:sp>
      <p:sp>
        <p:nvSpPr>
          <p:cNvPr id="9" name="TextBox 8"/>
          <p:cNvSpPr txBox="1"/>
          <p:nvPr/>
        </p:nvSpPr>
        <p:spPr>
          <a:xfrm>
            <a:off x="6078887" y="1055159"/>
            <a:ext cx="4432623" cy="646331"/>
          </a:xfrm>
          <a:prstGeom prst="rect">
            <a:avLst/>
          </a:prstGeom>
          <a:solidFill>
            <a:schemeClr val="accent5">
              <a:lumMod val="75000"/>
            </a:schemeClr>
          </a:solidFill>
          <a:ln>
            <a:solidFill>
              <a:schemeClr val="accent5">
                <a:lumMod val="75000"/>
              </a:schemeClr>
            </a:solidFill>
          </a:ln>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MY" b="1" dirty="0" err="1">
                <a:solidFill>
                  <a:schemeClr val="bg2"/>
                </a:solidFill>
                <a:effectLst>
                  <a:outerShdw blurRad="38100" dist="38100" dir="2700000" algn="tl">
                    <a:srgbClr val="000000">
                      <a:alpha val="43137"/>
                    </a:srgbClr>
                  </a:outerShdw>
                </a:effectLst>
              </a:rPr>
              <a:t>REx</a:t>
            </a:r>
            <a:r>
              <a:rPr lang="en-MY" b="1" dirty="0">
                <a:effectLst>
                  <a:outerShdw blurRad="38100" dist="38100" dir="2700000" algn="tl">
                    <a:srgbClr val="000000">
                      <a:alpha val="43137"/>
                    </a:srgbClr>
                  </a:outerShdw>
                </a:effectLst>
              </a:rPr>
              <a:t> = Right half </a:t>
            </a:r>
          </a:p>
          <a:p>
            <a:pPr marL="285750" indent="-285750">
              <a:buFont typeface="Arial" panose="020B0604020202020204" pitchFamily="34" charset="0"/>
              <a:buChar char="•"/>
            </a:pPr>
            <a:r>
              <a:rPr lang="en-MY" dirty="0"/>
              <a:t>Right half of the plaintext block </a:t>
            </a:r>
          </a:p>
        </p:txBody>
      </p:sp>
      <p:pic>
        <p:nvPicPr>
          <p:cNvPr id="10" name="Picture 9"/>
          <p:cNvPicPr>
            <a:picLocks noChangeAspect="1"/>
          </p:cNvPicPr>
          <p:nvPr/>
        </p:nvPicPr>
        <p:blipFill>
          <a:blip r:embed="rId4"/>
          <a:stretch>
            <a:fillRect/>
          </a:stretch>
        </p:blipFill>
        <p:spPr>
          <a:xfrm>
            <a:off x="6091247" y="4241144"/>
            <a:ext cx="4449737" cy="2616856"/>
          </a:xfrm>
          <a:prstGeom prst="rect">
            <a:avLst/>
          </a:prstGeom>
        </p:spPr>
      </p:pic>
      <p:sp>
        <p:nvSpPr>
          <p:cNvPr id="11" name="Flowchart: Or 10"/>
          <p:cNvSpPr/>
          <p:nvPr/>
        </p:nvSpPr>
        <p:spPr>
          <a:xfrm>
            <a:off x="6095967" y="3658375"/>
            <a:ext cx="432048" cy="432048"/>
          </a:xfrm>
          <a:prstGeom prst="flowChartOr">
            <a:avLst/>
          </a:prstGeom>
          <a:solidFill>
            <a:schemeClr val="bg2">
              <a:lumMod val="25000"/>
              <a:lumOff val="75000"/>
            </a:schemeClr>
          </a:solidFill>
          <a:ln>
            <a:solidFill>
              <a:schemeClr val="bg2">
                <a:alpha val="7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MY"/>
          </a:p>
        </p:txBody>
      </p:sp>
      <p:sp>
        <p:nvSpPr>
          <p:cNvPr id="12" name="TextBox 11"/>
          <p:cNvSpPr txBox="1"/>
          <p:nvPr/>
        </p:nvSpPr>
        <p:spPr>
          <a:xfrm>
            <a:off x="6664420" y="3721091"/>
            <a:ext cx="802720"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MY" b="1" dirty="0">
                <a:solidFill>
                  <a:schemeClr val="bg2"/>
                </a:solidFill>
              </a:rPr>
              <a:t>= XOR</a:t>
            </a:r>
          </a:p>
        </p:txBody>
      </p:sp>
    </p:spTree>
    <p:extLst>
      <p:ext uri="{BB962C8B-B14F-4D97-AF65-F5344CB8AC3E}">
        <p14:creationId xmlns:p14="http://schemas.microsoft.com/office/powerpoint/2010/main" val="1418046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Feistel cipher diagram en.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056184"/>
            <a:ext cx="5472608" cy="5608598"/>
          </a:xfrm>
          <a:prstGeom prst="rect">
            <a:avLst/>
          </a:prstGeom>
          <a:solidFill>
            <a:schemeClr val="tx1"/>
          </a:solidFill>
        </p:spPr>
      </p:pic>
      <p:sp>
        <p:nvSpPr>
          <p:cNvPr id="5" name="Title 4"/>
          <p:cNvSpPr>
            <a:spLocks noGrp="1"/>
          </p:cNvSpPr>
          <p:nvPr>
            <p:ph type="title"/>
          </p:nvPr>
        </p:nvSpPr>
        <p:spPr>
          <a:xfrm>
            <a:off x="407369" y="-315416"/>
            <a:ext cx="9144001" cy="1371600"/>
          </a:xfrm>
        </p:spPr>
        <p:txBody>
          <a:bodyPr>
            <a:normAutofit/>
          </a:bodyPr>
          <a:lstStyle/>
          <a:p>
            <a:r>
              <a:rPr lang="en-AU" sz="4800" b="1" dirty="0"/>
              <a:t>Feistel Cipher – Decryption</a:t>
            </a:r>
            <a:endParaRPr lang="en-MY" sz="4800" b="1" dirty="0"/>
          </a:p>
        </p:txBody>
      </p:sp>
      <p:sp>
        <p:nvSpPr>
          <p:cNvPr id="4" name="TextBox 3"/>
          <p:cNvSpPr txBox="1"/>
          <p:nvPr/>
        </p:nvSpPr>
        <p:spPr>
          <a:xfrm>
            <a:off x="263352" y="1494137"/>
            <a:ext cx="5347034" cy="5262979"/>
          </a:xfrm>
          <a:prstGeom prst="rect">
            <a:avLst/>
          </a:prstGeom>
          <a:noFill/>
        </p:spPr>
        <p:txBody>
          <a:bodyPr wrap="square" rtlCol="0">
            <a:spAutoFit/>
          </a:bodyPr>
          <a:lstStyle/>
          <a:p>
            <a:pPr marL="342900" indent="-342900" algn="just">
              <a:buFont typeface="Arial" panose="020B0604020202020204" pitchFamily="34" charset="0"/>
              <a:buChar char="•"/>
            </a:pPr>
            <a:r>
              <a:rPr lang="en-MY" sz="2800" dirty="0">
                <a:latin typeface="Bahnschrift" panose="020B0502040204020203" pitchFamily="34" charset="0"/>
              </a:rPr>
              <a:t>The decryption algorithm is exactly the same as the encryption algorithm with the only difference that the round keys are used in the reverse order.</a:t>
            </a:r>
          </a:p>
          <a:p>
            <a:pPr marL="342900" indent="-342900" algn="just">
              <a:buFont typeface="Arial" panose="020B0604020202020204" pitchFamily="34" charset="0"/>
              <a:buChar char="•"/>
            </a:pPr>
            <a:r>
              <a:rPr lang="en-MY" sz="2800" dirty="0">
                <a:latin typeface="Bahnschrift" panose="020B0502040204020203" pitchFamily="34" charset="0"/>
              </a:rPr>
              <a:t>The output of each round during decryption is the input to the corresponding round during encryption except for the left-right switch between the two halves. </a:t>
            </a:r>
          </a:p>
        </p:txBody>
      </p:sp>
    </p:spTree>
    <p:extLst>
      <p:ext uri="{BB962C8B-B14F-4D97-AF65-F5344CB8AC3E}">
        <p14:creationId xmlns:p14="http://schemas.microsoft.com/office/powerpoint/2010/main" val="3800580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63353" y="202797"/>
            <a:ext cx="9144001" cy="785325"/>
          </a:xfrm>
        </p:spPr>
        <p:txBody>
          <a:bodyPr>
            <a:noAutofit/>
          </a:bodyPr>
          <a:lstStyle/>
          <a:p>
            <a:pPr eaLnBrk="1" hangingPunct="1">
              <a:defRPr/>
            </a:pPr>
            <a:r>
              <a:rPr lang="en-AU" sz="4800" b="1" dirty="0"/>
              <a:t>Feistel Cipher - Design Features</a:t>
            </a:r>
          </a:p>
        </p:txBody>
      </p:sp>
      <p:graphicFrame>
        <p:nvGraphicFramePr>
          <p:cNvPr id="7" name="Diagram 6">
            <a:extLst>
              <a:ext uri="{FF2B5EF4-FFF2-40B4-BE49-F238E27FC236}">
                <a16:creationId xmlns:a16="http://schemas.microsoft.com/office/drawing/2014/main" id="{35641544-8AA4-F201-1E18-4D970AEE9639}"/>
              </a:ext>
            </a:extLst>
          </p:cNvPr>
          <p:cNvGraphicFramePr/>
          <p:nvPr>
            <p:extLst>
              <p:ext uri="{D42A27DB-BD31-4B8C-83A1-F6EECF244321}">
                <p14:modId xmlns:p14="http://schemas.microsoft.com/office/powerpoint/2010/main" val="1480223700"/>
              </p:ext>
            </p:extLst>
          </p:nvPr>
        </p:nvGraphicFramePr>
        <p:xfrm>
          <a:off x="263353" y="1236536"/>
          <a:ext cx="11771825"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8255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2C79-90EA-47E0-9C4B-B43CF16C2DCD}"/>
              </a:ext>
            </a:extLst>
          </p:cNvPr>
          <p:cNvSpPr>
            <a:spLocks noGrp="1"/>
          </p:cNvSpPr>
          <p:nvPr>
            <p:ph type="title"/>
          </p:nvPr>
        </p:nvSpPr>
        <p:spPr>
          <a:xfrm>
            <a:off x="732327" y="0"/>
            <a:ext cx="9146383" cy="1371600"/>
          </a:xfrm>
        </p:spPr>
        <p:txBody>
          <a:bodyPr>
            <a:normAutofit/>
          </a:bodyPr>
          <a:lstStyle/>
          <a:p>
            <a:r>
              <a:rPr lang="en-MY" sz="6000" dirty="0">
                <a:solidFill>
                  <a:schemeClr val="accent3"/>
                </a:solidFill>
                <a:latin typeface="Bahnschrift" panose="020B0502040204020203" pitchFamily="34" charset="0"/>
              </a:rPr>
              <a:t>Quiz 1</a:t>
            </a:r>
          </a:p>
        </p:txBody>
      </p:sp>
      <p:sp>
        <p:nvSpPr>
          <p:cNvPr id="3" name="Content Placeholder 2">
            <a:extLst>
              <a:ext uri="{FF2B5EF4-FFF2-40B4-BE49-F238E27FC236}">
                <a16:creationId xmlns:a16="http://schemas.microsoft.com/office/drawing/2014/main" id="{24FD8C46-D6F6-40D9-ACD6-14A459B1C3B5}"/>
              </a:ext>
            </a:extLst>
          </p:cNvPr>
          <p:cNvSpPr>
            <a:spLocks noGrp="1"/>
          </p:cNvSpPr>
          <p:nvPr>
            <p:ph idx="1"/>
          </p:nvPr>
        </p:nvSpPr>
        <p:spPr>
          <a:xfrm>
            <a:off x="212503" y="2559624"/>
            <a:ext cx="11767688" cy="4114801"/>
          </a:xfrm>
        </p:spPr>
        <p:txBody>
          <a:bodyPr>
            <a:normAutofit/>
          </a:bodyPr>
          <a:lstStyle/>
          <a:p>
            <a:r>
              <a:rPr lang="en-MY" sz="4000" dirty="0">
                <a:latin typeface="Bahnschrift" panose="020B0502040204020203" pitchFamily="34" charset="0"/>
              </a:rPr>
              <a:t>List all design features proposed by Feistel cipher/structure.</a:t>
            </a:r>
          </a:p>
        </p:txBody>
      </p:sp>
      <p:pic>
        <p:nvPicPr>
          <p:cNvPr id="1026" name="Picture 2" descr="Premium Vector | Quiz logo or poll questionnaire icon symbol">
            <a:extLst>
              <a:ext uri="{FF2B5EF4-FFF2-40B4-BE49-F238E27FC236}">
                <a16:creationId xmlns:a16="http://schemas.microsoft.com/office/drawing/2014/main" id="{6661CB48-1E16-4413-B4D6-4F7D611C36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929" t="19094" r="15782" b="26449"/>
          <a:stretch/>
        </p:blipFill>
        <p:spPr bwMode="auto">
          <a:xfrm>
            <a:off x="9349273" y="183575"/>
            <a:ext cx="2332653" cy="1887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15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5016891" y="4237000"/>
            <a:ext cx="6942724" cy="798400"/>
          </a:xfrm>
          <a:prstGeom prst="rect">
            <a:avLst/>
          </a:prstGeom>
        </p:spPr>
        <p:txBody>
          <a:bodyPr spcFirstLastPara="1" wrap="square" lIns="121900" tIns="121900" rIns="121900" bIns="121900" anchor="b" anchorCtr="0">
            <a:noAutofit/>
          </a:bodyPr>
          <a:lstStyle/>
          <a:p>
            <a:r>
              <a:rPr lang="en-MY" dirty="0"/>
              <a:t>Symmetric Encryption Algorithm</a:t>
            </a:r>
            <a:endParaRPr dirty="0"/>
          </a:p>
        </p:txBody>
      </p:sp>
      <p:sp>
        <p:nvSpPr>
          <p:cNvPr id="207" name="Google Shape;207;p43"/>
          <p:cNvSpPr txBox="1">
            <a:spLocks noGrp="1"/>
          </p:cNvSpPr>
          <p:nvPr>
            <p:ph type="title" idx="2"/>
          </p:nvPr>
        </p:nvSpPr>
        <p:spPr>
          <a:xfrm>
            <a:off x="1397693" y="4383333"/>
            <a:ext cx="3217200" cy="1242000"/>
          </a:xfrm>
          <a:prstGeom prst="rect">
            <a:avLst/>
          </a:prstGeom>
        </p:spPr>
        <p:txBody>
          <a:bodyPr spcFirstLastPara="1" wrap="square" lIns="121900" tIns="121900" rIns="121900" bIns="121900" anchor="ctr" anchorCtr="0">
            <a:noAutofit/>
          </a:bodyPr>
          <a:lstStyle/>
          <a:p>
            <a:r>
              <a:rPr lang="en-US" dirty="0"/>
              <a:t>05</a:t>
            </a:r>
            <a:endParaRPr dirty="0"/>
          </a:p>
        </p:txBody>
      </p:sp>
      <p:sp>
        <p:nvSpPr>
          <p:cNvPr id="208" name="Google Shape;208;p43"/>
          <p:cNvSpPr txBox="1">
            <a:spLocks noGrp="1"/>
          </p:cNvSpPr>
          <p:nvPr>
            <p:ph type="subTitle" idx="1"/>
          </p:nvPr>
        </p:nvSpPr>
        <p:spPr>
          <a:xfrm>
            <a:off x="5013774" y="5005733"/>
            <a:ext cx="4091600" cy="619600"/>
          </a:xfrm>
          <a:prstGeom prst="rect">
            <a:avLst/>
          </a:prstGeom>
        </p:spPr>
        <p:txBody>
          <a:bodyPr spcFirstLastPara="1" wrap="square" lIns="121900" tIns="121900" rIns="121900" bIns="121900" anchor="t" anchorCtr="0">
            <a:noAutofit/>
          </a:bodyPr>
          <a:lstStyle/>
          <a:p>
            <a:pPr marL="0" indent="0"/>
            <a:r>
              <a:rPr lang="en-MY" dirty="0"/>
              <a:t>Data Encryption Standard (DES)</a:t>
            </a:r>
          </a:p>
          <a:p>
            <a:pPr marL="0" indent="0"/>
            <a:endParaRPr lang="en-MY" dirty="0"/>
          </a:p>
        </p:txBody>
      </p:sp>
      <p:cxnSp>
        <p:nvCxnSpPr>
          <p:cNvPr id="209" name="Google Shape;209;p43"/>
          <p:cNvCxnSpPr/>
          <p:nvPr/>
        </p:nvCxnSpPr>
        <p:spPr>
          <a:xfrm>
            <a:off x="4814333" y="4337729"/>
            <a:ext cx="0" cy="13332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3899485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908593" y="2082653"/>
            <a:ext cx="4467328" cy="4289611"/>
          </a:xfrm>
        </p:spPr>
        <p:txBody>
          <a:bodyPr>
            <a:normAutofit/>
          </a:bodyPr>
          <a:lstStyle/>
          <a:p>
            <a:r>
              <a:rPr lang="en-MY" sz="4800" b="1" dirty="0">
                <a:latin typeface="Bahnschrift" panose="020B0502040204020203" pitchFamily="34" charset="0"/>
              </a:rPr>
              <a:t>Major symmetric block cipher algorithms / schemes</a:t>
            </a:r>
          </a:p>
        </p:txBody>
      </p:sp>
      <p:sp>
        <p:nvSpPr>
          <p:cNvPr id="5" name="Rectangle 2"/>
          <p:cNvSpPr>
            <a:spLocks noGrp="1" noChangeArrowheads="1"/>
          </p:cNvSpPr>
          <p:nvPr>
            <p:ph type="title"/>
          </p:nvPr>
        </p:nvSpPr>
        <p:spPr>
          <a:xfrm>
            <a:off x="263353" y="-416593"/>
            <a:ext cx="9144001" cy="1371600"/>
          </a:xfrm>
        </p:spPr>
        <p:txBody>
          <a:bodyPr>
            <a:normAutofit/>
          </a:bodyPr>
          <a:lstStyle/>
          <a:p>
            <a:r>
              <a:rPr lang="en-US" sz="4800" b="1" dirty="0">
                <a:latin typeface="Bahnschrift" panose="020B0502040204020203" pitchFamily="34" charset="0"/>
              </a:rPr>
              <a:t>Block Cipher</a:t>
            </a:r>
            <a:endParaRPr lang="en-AU" sz="4800" b="1" dirty="0">
              <a:latin typeface="Bahnschrift" panose="020B0502040204020203" pitchFamily="34" charset="0"/>
            </a:endParaRPr>
          </a:p>
        </p:txBody>
      </p:sp>
      <p:graphicFrame>
        <p:nvGraphicFramePr>
          <p:cNvPr id="3" name="Diagram 2"/>
          <p:cNvGraphicFramePr/>
          <p:nvPr/>
        </p:nvGraphicFramePr>
        <p:xfrm>
          <a:off x="4439817" y="955007"/>
          <a:ext cx="8125883" cy="541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92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63353" y="-387424"/>
            <a:ext cx="9144001" cy="1371600"/>
          </a:xfrm>
        </p:spPr>
        <p:txBody>
          <a:bodyPr>
            <a:normAutofit/>
          </a:bodyPr>
          <a:lstStyle/>
          <a:p>
            <a:pPr eaLnBrk="1" hangingPunct="1">
              <a:defRPr/>
            </a:pPr>
            <a:r>
              <a:rPr lang="en-AU" sz="4400" b="1" dirty="0"/>
              <a:t>Data Encryption Standard (DES)</a:t>
            </a:r>
          </a:p>
        </p:txBody>
      </p:sp>
      <p:sp>
        <p:nvSpPr>
          <p:cNvPr id="4" name="Content Placeholder 3"/>
          <p:cNvSpPr>
            <a:spLocks noGrp="1"/>
          </p:cNvSpPr>
          <p:nvPr>
            <p:ph idx="1"/>
          </p:nvPr>
        </p:nvSpPr>
        <p:spPr>
          <a:xfrm>
            <a:off x="263353" y="1340768"/>
            <a:ext cx="11593287" cy="5328592"/>
          </a:xfrm>
        </p:spPr>
        <p:txBody>
          <a:bodyPr>
            <a:noAutofit/>
          </a:bodyPr>
          <a:lstStyle/>
          <a:p>
            <a:pPr algn="just"/>
            <a:r>
              <a:rPr lang="en-US" sz="2800" dirty="0">
                <a:latin typeface="Bahnschrift" panose="020B0502040204020203" pitchFamily="34" charset="0"/>
              </a:rPr>
              <a:t>Issued in 1977 by the National Bureau of Standards (now NIST) as Federal Information Processing Standard 46</a:t>
            </a:r>
          </a:p>
          <a:p>
            <a:pPr algn="just"/>
            <a:r>
              <a:rPr lang="en-US" sz="2800" dirty="0">
                <a:latin typeface="Bahnschrift" panose="020B0502040204020203" pitchFamily="34" charset="0"/>
              </a:rPr>
              <a:t>Was the most widely used encryption scheme until the introduction of the Advanced Encryption Standard (AES) in 2001</a:t>
            </a:r>
          </a:p>
          <a:p>
            <a:pPr algn="just"/>
            <a:r>
              <a:rPr lang="en-US" sz="2800" dirty="0">
                <a:latin typeface="Bahnschrift" panose="020B0502040204020203" pitchFamily="34" charset="0"/>
              </a:rPr>
              <a:t>Algorithm itself is referred to as the </a:t>
            </a:r>
            <a:r>
              <a:rPr lang="en-US" sz="2800" dirty="0">
                <a:solidFill>
                  <a:schemeClr val="bg2">
                    <a:lumMod val="50000"/>
                    <a:lumOff val="50000"/>
                  </a:schemeClr>
                </a:solidFill>
                <a:latin typeface="Bahnschrift" panose="020B0502040204020203" pitchFamily="34" charset="0"/>
              </a:rPr>
              <a:t>Data Encryption Algorithm (DEA)</a:t>
            </a:r>
          </a:p>
          <a:p>
            <a:pPr lvl="1" algn="just"/>
            <a:r>
              <a:rPr lang="en-US" sz="2600" dirty="0">
                <a:latin typeface="Bahnschrift" panose="020B0502040204020203" pitchFamily="34" charset="0"/>
              </a:rPr>
              <a:t>Based on Feistel Cipher / Structure</a:t>
            </a:r>
          </a:p>
          <a:p>
            <a:pPr lvl="1" algn="just"/>
            <a:r>
              <a:rPr lang="en-US" sz="2600" dirty="0">
                <a:latin typeface="Bahnschrift" panose="020B0502040204020203" pitchFamily="34" charset="0"/>
              </a:rPr>
              <a:t>Data are encrypted in </a:t>
            </a:r>
            <a:r>
              <a:rPr lang="en-US" sz="2600" b="1" dirty="0">
                <a:solidFill>
                  <a:schemeClr val="bg2">
                    <a:lumMod val="50000"/>
                    <a:lumOff val="50000"/>
                  </a:schemeClr>
                </a:solidFill>
                <a:latin typeface="Bahnschrift" panose="020B0502040204020203" pitchFamily="34" charset="0"/>
              </a:rPr>
              <a:t>64-bit blocks </a:t>
            </a:r>
          </a:p>
          <a:p>
            <a:pPr lvl="1" algn="just"/>
            <a:r>
              <a:rPr lang="en-US" sz="2600" dirty="0">
                <a:latin typeface="Bahnschrift" panose="020B0502040204020203" pitchFamily="34" charset="0"/>
              </a:rPr>
              <a:t>The algorithm transforms </a:t>
            </a:r>
            <a:r>
              <a:rPr lang="en-US" sz="2600" dirty="0">
                <a:solidFill>
                  <a:schemeClr val="bg2">
                    <a:lumMod val="50000"/>
                    <a:lumOff val="50000"/>
                  </a:schemeClr>
                </a:solidFill>
                <a:latin typeface="Bahnschrift" panose="020B0502040204020203" pitchFamily="34" charset="0"/>
              </a:rPr>
              <a:t>64-bit input </a:t>
            </a:r>
            <a:r>
              <a:rPr lang="en-US" sz="2600" dirty="0">
                <a:latin typeface="Bahnschrift" panose="020B0502040204020203" pitchFamily="34" charset="0"/>
              </a:rPr>
              <a:t>in a series of steps into a </a:t>
            </a:r>
            <a:r>
              <a:rPr lang="en-US" sz="2600" dirty="0">
                <a:solidFill>
                  <a:schemeClr val="bg2">
                    <a:lumMod val="50000"/>
                    <a:lumOff val="50000"/>
                  </a:schemeClr>
                </a:solidFill>
                <a:latin typeface="Bahnschrift" panose="020B0502040204020203" pitchFamily="34" charset="0"/>
              </a:rPr>
              <a:t>64-bit output</a:t>
            </a:r>
          </a:p>
          <a:p>
            <a:pPr lvl="1" algn="just"/>
            <a:r>
              <a:rPr lang="en-US" sz="2600" dirty="0">
                <a:latin typeface="Bahnschrift" panose="020B0502040204020203" pitchFamily="34" charset="0"/>
              </a:rPr>
              <a:t>The same steps, with the same key, are used to reverse the encryption</a:t>
            </a:r>
          </a:p>
        </p:txBody>
      </p:sp>
      <p:pic>
        <p:nvPicPr>
          <p:cNvPr id="3" name="Graphic 2" descr="Presentation with media with solid fill">
            <a:hlinkClick r:id="rId3"/>
            <a:extLst>
              <a:ext uri="{FF2B5EF4-FFF2-40B4-BE49-F238E27FC236}">
                <a16:creationId xmlns:a16="http://schemas.microsoft.com/office/drawing/2014/main" id="{40765682-E051-505E-6D14-8B7180D7A1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07354" y="69776"/>
            <a:ext cx="914400" cy="914400"/>
          </a:xfrm>
          <a:prstGeom prst="rect">
            <a:avLst/>
          </a:prstGeom>
        </p:spPr>
      </p:pic>
    </p:spTree>
    <p:extLst>
      <p:ext uri="{BB962C8B-B14F-4D97-AF65-F5344CB8AC3E}">
        <p14:creationId xmlns:p14="http://schemas.microsoft.com/office/powerpoint/2010/main" val="297860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orient="vert"/>
          </p:nvPr>
        </p:nvSpPr>
        <p:spPr>
          <a:xfrm rot="16200000">
            <a:off x="1420758" y="695438"/>
            <a:ext cx="1524001" cy="4126845"/>
          </a:xfrm>
        </p:spPr>
        <p:txBody>
          <a:bodyPr>
            <a:noAutofit/>
          </a:bodyPr>
          <a:lstStyle/>
          <a:p>
            <a:r>
              <a:rPr lang="en-MY" sz="4000" b="1" dirty="0"/>
              <a:t>DES</a:t>
            </a:r>
            <a:br>
              <a:rPr lang="en-MY" sz="3200" b="1" dirty="0">
                <a:solidFill>
                  <a:schemeClr val="bg2">
                    <a:lumMod val="50000"/>
                    <a:lumOff val="50000"/>
                  </a:schemeClr>
                </a:solidFill>
              </a:rPr>
            </a:br>
            <a:r>
              <a:rPr lang="en-MY" sz="3200" b="1" dirty="0"/>
              <a:t>Two main operations </a:t>
            </a:r>
            <a:br>
              <a:rPr lang="en-MY" sz="3200" b="1" dirty="0">
                <a:solidFill>
                  <a:schemeClr val="bg2">
                    <a:lumMod val="50000"/>
                    <a:lumOff val="50000"/>
                  </a:schemeClr>
                </a:solidFill>
              </a:rPr>
            </a:br>
            <a:r>
              <a:rPr lang="en-MY" sz="3200" b="1" dirty="0"/>
              <a:t>1) </a:t>
            </a:r>
            <a:r>
              <a:rPr lang="en-MY" sz="3200" b="1" dirty="0">
                <a:solidFill>
                  <a:schemeClr val="bg2">
                    <a:lumMod val="50000"/>
                    <a:lumOff val="50000"/>
                  </a:schemeClr>
                </a:solidFill>
              </a:rPr>
              <a:t>Key Generation</a:t>
            </a:r>
            <a:br>
              <a:rPr lang="en-MY" sz="3200" b="1" dirty="0"/>
            </a:br>
            <a:r>
              <a:rPr lang="en-MY" sz="3200" b="1" dirty="0"/>
              <a:t>2) </a:t>
            </a:r>
            <a:r>
              <a:rPr lang="en-MY" sz="3200" b="1" dirty="0">
                <a:solidFill>
                  <a:schemeClr val="accent3">
                    <a:lumMod val="60000"/>
                    <a:lumOff val="40000"/>
                  </a:schemeClr>
                </a:solidFill>
              </a:rPr>
              <a:t>Encryption </a:t>
            </a:r>
            <a:br>
              <a:rPr lang="en-MY" sz="4000" b="1" dirty="0"/>
            </a:br>
            <a:endParaRPr lang="en-MY" sz="4000" b="1" dirty="0"/>
          </a:p>
        </p:txBody>
      </p:sp>
      <p:pic>
        <p:nvPicPr>
          <p:cNvPr id="10242" name="Picture 2" descr="DES (Data Encryption Standard) | Cybra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6181" y="515130"/>
            <a:ext cx="7826483" cy="6342870"/>
          </a:xfrm>
          <a:prstGeom prst="rect">
            <a:avLst/>
          </a:prstGeom>
          <a:solidFill>
            <a:schemeClr val="tx1"/>
          </a:solidFill>
        </p:spPr>
      </p:pic>
      <p:sp>
        <p:nvSpPr>
          <p:cNvPr id="3" name="TextBox 2">
            <a:extLst>
              <a:ext uri="{FF2B5EF4-FFF2-40B4-BE49-F238E27FC236}">
                <a16:creationId xmlns:a16="http://schemas.microsoft.com/office/drawing/2014/main" id="{74D2305E-64BF-4B5F-A7B5-16F1A525D2CB}"/>
              </a:ext>
            </a:extLst>
          </p:cNvPr>
          <p:cNvSpPr txBox="1"/>
          <p:nvPr/>
        </p:nvSpPr>
        <p:spPr>
          <a:xfrm>
            <a:off x="5617029" y="70921"/>
            <a:ext cx="2034073" cy="40011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MY" sz="2000" b="1" dirty="0"/>
              <a:t>ENCRYPTION</a:t>
            </a:r>
            <a:endParaRPr lang="en-MY" b="1" dirty="0"/>
          </a:p>
        </p:txBody>
      </p:sp>
      <p:sp>
        <p:nvSpPr>
          <p:cNvPr id="5" name="TextBox 4">
            <a:extLst>
              <a:ext uri="{FF2B5EF4-FFF2-40B4-BE49-F238E27FC236}">
                <a16:creationId xmlns:a16="http://schemas.microsoft.com/office/drawing/2014/main" id="{A2474A63-0C2E-4D9B-83A0-44E5B584588E}"/>
              </a:ext>
            </a:extLst>
          </p:cNvPr>
          <p:cNvSpPr txBox="1"/>
          <p:nvPr/>
        </p:nvSpPr>
        <p:spPr>
          <a:xfrm>
            <a:off x="9367935" y="70921"/>
            <a:ext cx="2261118" cy="400110"/>
          </a:xfrm>
          <a:prstGeom prst="rect">
            <a:avLst/>
          </a:prstGeom>
          <a:solidFill>
            <a:schemeClr val="bg2">
              <a:lumMod val="50000"/>
              <a:lumOff val="50000"/>
            </a:schemeClr>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MY" sz="2000" b="1" dirty="0"/>
              <a:t>KEY GENERATION</a:t>
            </a:r>
            <a:endParaRPr lang="en-MY" b="1" dirty="0"/>
          </a:p>
        </p:txBody>
      </p:sp>
      <p:grpSp>
        <p:nvGrpSpPr>
          <p:cNvPr id="4" name="Group 3">
            <a:extLst>
              <a:ext uri="{FF2B5EF4-FFF2-40B4-BE49-F238E27FC236}">
                <a16:creationId xmlns:a16="http://schemas.microsoft.com/office/drawing/2014/main" id="{15FEA76F-3706-6243-D7B2-B0142BA8C81D}"/>
              </a:ext>
            </a:extLst>
          </p:cNvPr>
          <p:cNvGrpSpPr/>
          <p:nvPr/>
        </p:nvGrpSpPr>
        <p:grpSpPr>
          <a:xfrm>
            <a:off x="111152" y="3397227"/>
            <a:ext cx="2879314" cy="3237500"/>
            <a:chOff x="601727" y="1858888"/>
            <a:chExt cx="2879314" cy="3237500"/>
          </a:xfrm>
        </p:grpSpPr>
        <p:sp>
          <p:nvSpPr>
            <p:cNvPr id="6" name="TextBox 5">
              <a:extLst>
                <a:ext uri="{FF2B5EF4-FFF2-40B4-BE49-F238E27FC236}">
                  <a16:creationId xmlns:a16="http://schemas.microsoft.com/office/drawing/2014/main" id="{7DD2DFB2-AC9B-6DC4-CAE1-32CFC7FB527A}"/>
                </a:ext>
              </a:extLst>
            </p:cNvPr>
            <p:cNvSpPr txBox="1"/>
            <p:nvPr/>
          </p:nvSpPr>
          <p:spPr>
            <a:xfrm>
              <a:off x="601728" y="1858888"/>
              <a:ext cx="2879313"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a:solidFill>
                    <a:prstClr val="white"/>
                  </a:solidFill>
                  <a:latin typeface="Corbel"/>
                </a:rPr>
                <a:t>Block Size = 64 bits</a:t>
              </a:r>
            </a:p>
          </p:txBody>
        </p:sp>
        <p:sp>
          <p:nvSpPr>
            <p:cNvPr id="7" name="TextBox 6">
              <a:extLst>
                <a:ext uri="{FF2B5EF4-FFF2-40B4-BE49-F238E27FC236}">
                  <a16:creationId xmlns:a16="http://schemas.microsoft.com/office/drawing/2014/main" id="{D41FA350-5DED-F183-07A9-BF99FA426A03}"/>
                </a:ext>
              </a:extLst>
            </p:cNvPr>
            <p:cNvSpPr txBox="1"/>
            <p:nvPr/>
          </p:nvSpPr>
          <p:spPr>
            <a:xfrm>
              <a:off x="601727" y="4128800"/>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a:solidFill>
                    <a:prstClr val="white"/>
                  </a:solidFill>
                  <a:latin typeface="Corbel"/>
                </a:rPr>
                <a:t>No of Rounds = 16 </a:t>
              </a:r>
            </a:p>
          </p:txBody>
        </p:sp>
        <p:sp>
          <p:nvSpPr>
            <p:cNvPr id="8" name="TextBox 7">
              <a:extLst>
                <a:ext uri="{FF2B5EF4-FFF2-40B4-BE49-F238E27FC236}">
                  <a16:creationId xmlns:a16="http://schemas.microsoft.com/office/drawing/2014/main" id="{2B9D51FB-2E73-C81A-53DC-233444055D58}"/>
                </a:ext>
              </a:extLst>
            </p:cNvPr>
            <p:cNvSpPr txBox="1"/>
            <p:nvPr/>
          </p:nvSpPr>
          <p:spPr>
            <a:xfrm>
              <a:off x="601727" y="4696278"/>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none" rtlCol="0">
              <a:spAutoFit/>
            </a:bodyPr>
            <a:lstStyle/>
            <a:p>
              <a:r>
                <a:rPr lang="en-MY" sz="2000" b="1" dirty="0">
                  <a:solidFill>
                    <a:prstClr val="white"/>
                  </a:solidFill>
                  <a:latin typeface="Corbel"/>
                </a:rPr>
                <a:t>Cipher text size = 64 bits</a:t>
              </a:r>
            </a:p>
          </p:txBody>
        </p:sp>
        <p:sp>
          <p:nvSpPr>
            <p:cNvPr id="9" name="TextBox 8">
              <a:extLst>
                <a:ext uri="{FF2B5EF4-FFF2-40B4-BE49-F238E27FC236}">
                  <a16:creationId xmlns:a16="http://schemas.microsoft.com/office/drawing/2014/main" id="{C5DD3B7D-7314-E640-8713-5B4C5EDAB8EC}"/>
                </a:ext>
              </a:extLst>
            </p:cNvPr>
            <p:cNvSpPr txBox="1"/>
            <p:nvPr/>
          </p:nvSpPr>
          <p:spPr>
            <a:xfrm>
              <a:off x="601727" y="3561322"/>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a:solidFill>
                    <a:prstClr val="white"/>
                  </a:solidFill>
                  <a:latin typeface="Corbel"/>
                </a:rPr>
                <a:t>No of Subkeys = 16 </a:t>
              </a:r>
            </a:p>
          </p:txBody>
        </p:sp>
        <p:sp>
          <p:nvSpPr>
            <p:cNvPr id="10" name="TextBox 9">
              <a:extLst>
                <a:ext uri="{FF2B5EF4-FFF2-40B4-BE49-F238E27FC236}">
                  <a16:creationId xmlns:a16="http://schemas.microsoft.com/office/drawing/2014/main" id="{CCB569DE-6B50-BEF3-3B59-C935C791F5A7}"/>
                </a:ext>
              </a:extLst>
            </p:cNvPr>
            <p:cNvSpPr txBox="1"/>
            <p:nvPr/>
          </p:nvSpPr>
          <p:spPr>
            <a:xfrm>
              <a:off x="601727" y="2993844"/>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err="1">
                  <a:solidFill>
                    <a:prstClr val="white"/>
                  </a:solidFill>
                  <a:latin typeface="Corbel"/>
                </a:rPr>
                <a:t>SubKey</a:t>
              </a:r>
              <a:r>
                <a:rPr lang="en-MY" sz="2000" b="1" dirty="0">
                  <a:solidFill>
                    <a:prstClr val="white"/>
                  </a:solidFill>
                  <a:latin typeface="Corbel"/>
                </a:rPr>
                <a:t> Size = 48 bits</a:t>
              </a:r>
            </a:p>
          </p:txBody>
        </p:sp>
        <p:sp>
          <p:nvSpPr>
            <p:cNvPr id="11" name="TextBox 10">
              <a:extLst>
                <a:ext uri="{FF2B5EF4-FFF2-40B4-BE49-F238E27FC236}">
                  <a16:creationId xmlns:a16="http://schemas.microsoft.com/office/drawing/2014/main" id="{6873FF22-C56D-0A96-C232-8B5907BB5417}"/>
                </a:ext>
              </a:extLst>
            </p:cNvPr>
            <p:cNvSpPr txBox="1"/>
            <p:nvPr/>
          </p:nvSpPr>
          <p:spPr>
            <a:xfrm>
              <a:off x="601727" y="2426366"/>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a:solidFill>
                    <a:prstClr val="white"/>
                  </a:solidFill>
                  <a:latin typeface="Corbel"/>
                </a:rPr>
                <a:t>Key Size = 64 bits</a:t>
              </a:r>
            </a:p>
          </p:txBody>
        </p:sp>
      </p:grpSp>
    </p:spTree>
    <p:extLst>
      <p:ext uri="{BB962C8B-B14F-4D97-AF65-F5344CB8AC3E}">
        <p14:creationId xmlns:p14="http://schemas.microsoft.com/office/powerpoint/2010/main" val="392144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280400" y="6108700"/>
            <a:ext cx="184666" cy="369332"/>
          </a:xfrm>
          <a:prstGeom prst="rect">
            <a:avLst/>
          </a:prstGeom>
          <a:noFill/>
        </p:spPr>
        <p:txBody>
          <a:bodyPr wrap="none" rtlCol="0">
            <a:spAutoFit/>
          </a:bodyPr>
          <a:lstStyle/>
          <a:p>
            <a:endParaRPr lang="en-US" dirty="0">
              <a:solidFill>
                <a:prstClr val="white"/>
              </a:solidFill>
              <a:latin typeface="Corbel"/>
            </a:endParaRP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0"/>
            <a:ext cx="9144000" cy="685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1"/>
          <p:cNvSpPr txBox="1">
            <a:spLocks/>
          </p:cNvSpPr>
          <p:nvPr/>
        </p:nvSpPr>
        <p:spPr>
          <a:xfrm>
            <a:off x="408322" y="223273"/>
            <a:ext cx="2526197" cy="3528393"/>
          </a:xfrm>
          <a:prstGeom prst="rect">
            <a:avLst/>
          </a:prstGeom>
        </p:spPr>
        <p:txBody>
          <a:bodyPr>
            <a:no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MY" sz="4000" b="1" dirty="0">
                <a:solidFill>
                  <a:prstClr val="white"/>
                </a:solidFill>
                <a:latin typeface="Corbel"/>
              </a:rPr>
              <a:t>DES</a:t>
            </a:r>
            <a:br>
              <a:rPr lang="en-MY" sz="4000" b="1" dirty="0">
                <a:solidFill>
                  <a:prstClr val="white"/>
                </a:solidFill>
                <a:latin typeface="Corbel"/>
              </a:rPr>
            </a:br>
            <a:r>
              <a:rPr lang="en-MY" sz="3200" b="1" dirty="0">
                <a:solidFill>
                  <a:schemeClr val="accent3"/>
                </a:solidFill>
                <a:latin typeface="Corbel"/>
              </a:rPr>
              <a:t>Single Round </a:t>
            </a:r>
            <a:r>
              <a:rPr lang="en-MY" sz="3200" b="1" dirty="0">
                <a:solidFill>
                  <a:srgbClr val="001027">
                    <a:lumMod val="50000"/>
                    <a:lumOff val="50000"/>
                  </a:srgbClr>
                </a:solidFill>
                <a:latin typeface="Corbel"/>
              </a:rPr>
              <a:t>Operation of DES Algorithm</a:t>
            </a:r>
            <a:br>
              <a:rPr lang="en-MY" sz="4000" b="1" dirty="0">
                <a:solidFill>
                  <a:prstClr val="white"/>
                </a:solidFill>
                <a:latin typeface="Corbel"/>
              </a:rPr>
            </a:br>
            <a:endParaRPr lang="en-MY" sz="4000" b="1" dirty="0">
              <a:solidFill>
                <a:prstClr val="white"/>
              </a:solidFill>
              <a:latin typeface="Corbel"/>
            </a:endParaRPr>
          </a:p>
        </p:txBody>
      </p:sp>
      <p:grpSp>
        <p:nvGrpSpPr>
          <p:cNvPr id="13" name="Group 12">
            <a:extLst>
              <a:ext uri="{FF2B5EF4-FFF2-40B4-BE49-F238E27FC236}">
                <a16:creationId xmlns:a16="http://schemas.microsoft.com/office/drawing/2014/main" id="{8735EA67-B4B5-24F4-D276-4930524B64E0}"/>
              </a:ext>
            </a:extLst>
          </p:cNvPr>
          <p:cNvGrpSpPr/>
          <p:nvPr/>
        </p:nvGrpSpPr>
        <p:grpSpPr>
          <a:xfrm>
            <a:off x="111152" y="3397227"/>
            <a:ext cx="2879314" cy="3237500"/>
            <a:chOff x="601727" y="1858888"/>
            <a:chExt cx="2879314" cy="3237500"/>
          </a:xfrm>
        </p:grpSpPr>
        <p:sp>
          <p:nvSpPr>
            <p:cNvPr id="7" name="TextBox 6">
              <a:extLst>
                <a:ext uri="{FF2B5EF4-FFF2-40B4-BE49-F238E27FC236}">
                  <a16:creationId xmlns:a16="http://schemas.microsoft.com/office/drawing/2014/main" id="{2262D5ED-80F8-EF58-45D3-4AA99BC63AA2}"/>
                </a:ext>
              </a:extLst>
            </p:cNvPr>
            <p:cNvSpPr txBox="1"/>
            <p:nvPr/>
          </p:nvSpPr>
          <p:spPr>
            <a:xfrm>
              <a:off x="601728" y="1858888"/>
              <a:ext cx="2879313"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a:solidFill>
                    <a:prstClr val="white"/>
                  </a:solidFill>
                  <a:latin typeface="Corbel"/>
                </a:rPr>
                <a:t>Block Size = 64 bits</a:t>
              </a:r>
            </a:p>
          </p:txBody>
        </p:sp>
        <p:sp>
          <p:nvSpPr>
            <p:cNvPr id="8" name="TextBox 7">
              <a:extLst>
                <a:ext uri="{FF2B5EF4-FFF2-40B4-BE49-F238E27FC236}">
                  <a16:creationId xmlns:a16="http://schemas.microsoft.com/office/drawing/2014/main" id="{C0A1A141-2582-C9A2-D5F3-3BC1271168C6}"/>
                </a:ext>
              </a:extLst>
            </p:cNvPr>
            <p:cNvSpPr txBox="1"/>
            <p:nvPr/>
          </p:nvSpPr>
          <p:spPr>
            <a:xfrm>
              <a:off x="601727" y="4128800"/>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a:solidFill>
                    <a:prstClr val="white"/>
                  </a:solidFill>
                  <a:latin typeface="Corbel"/>
                </a:rPr>
                <a:t>No of Rounds = 16 </a:t>
              </a:r>
            </a:p>
          </p:txBody>
        </p:sp>
        <p:sp>
          <p:nvSpPr>
            <p:cNvPr id="9" name="TextBox 8">
              <a:extLst>
                <a:ext uri="{FF2B5EF4-FFF2-40B4-BE49-F238E27FC236}">
                  <a16:creationId xmlns:a16="http://schemas.microsoft.com/office/drawing/2014/main" id="{EC6788F8-70A7-14FE-2EE0-659C0887096C}"/>
                </a:ext>
              </a:extLst>
            </p:cNvPr>
            <p:cNvSpPr txBox="1"/>
            <p:nvPr/>
          </p:nvSpPr>
          <p:spPr>
            <a:xfrm>
              <a:off x="601727" y="4696278"/>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none" rtlCol="0">
              <a:spAutoFit/>
            </a:bodyPr>
            <a:lstStyle/>
            <a:p>
              <a:r>
                <a:rPr lang="en-MY" sz="2000" b="1" dirty="0">
                  <a:solidFill>
                    <a:prstClr val="white"/>
                  </a:solidFill>
                  <a:latin typeface="Corbel"/>
                </a:rPr>
                <a:t>Cipher text size = 64 bits</a:t>
              </a:r>
            </a:p>
          </p:txBody>
        </p:sp>
        <p:sp>
          <p:nvSpPr>
            <p:cNvPr id="10" name="TextBox 9">
              <a:extLst>
                <a:ext uri="{FF2B5EF4-FFF2-40B4-BE49-F238E27FC236}">
                  <a16:creationId xmlns:a16="http://schemas.microsoft.com/office/drawing/2014/main" id="{D0A4F11D-FD86-04C9-2F12-85F6A6ED48E9}"/>
                </a:ext>
              </a:extLst>
            </p:cNvPr>
            <p:cNvSpPr txBox="1"/>
            <p:nvPr/>
          </p:nvSpPr>
          <p:spPr>
            <a:xfrm>
              <a:off x="601727" y="3561322"/>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a:solidFill>
                    <a:prstClr val="white"/>
                  </a:solidFill>
                  <a:latin typeface="Corbel"/>
                </a:rPr>
                <a:t>No of Subkeys = 16 </a:t>
              </a:r>
            </a:p>
          </p:txBody>
        </p:sp>
        <p:sp>
          <p:nvSpPr>
            <p:cNvPr id="11" name="TextBox 10">
              <a:extLst>
                <a:ext uri="{FF2B5EF4-FFF2-40B4-BE49-F238E27FC236}">
                  <a16:creationId xmlns:a16="http://schemas.microsoft.com/office/drawing/2014/main" id="{F25D58F3-9008-3C30-BA10-601B7B70D274}"/>
                </a:ext>
              </a:extLst>
            </p:cNvPr>
            <p:cNvSpPr txBox="1"/>
            <p:nvPr/>
          </p:nvSpPr>
          <p:spPr>
            <a:xfrm>
              <a:off x="601727" y="2993844"/>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err="1">
                  <a:solidFill>
                    <a:prstClr val="white"/>
                  </a:solidFill>
                  <a:latin typeface="Corbel"/>
                </a:rPr>
                <a:t>SubKey</a:t>
              </a:r>
              <a:r>
                <a:rPr lang="en-MY" sz="2000" b="1" dirty="0">
                  <a:solidFill>
                    <a:prstClr val="white"/>
                  </a:solidFill>
                  <a:latin typeface="Corbel"/>
                </a:rPr>
                <a:t> Size = 48 bits</a:t>
              </a:r>
            </a:p>
          </p:txBody>
        </p:sp>
        <p:sp>
          <p:nvSpPr>
            <p:cNvPr id="12" name="TextBox 11">
              <a:extLst>
                <a:ext uri="{FF2B5EF4-FFF2-40B4-BE49-F238E27FC236}">
                  <a16:creationId xmlns:a16="http://schemas.microsoft.com/office/drawing/2014/main" id="{417F2348-B199-F6D8-204A-FB0DD7CBA7DC}"/>
                </a:ext>
              </a:extLst>
            </p:cNvPr>
            <p:cNvSpPr txBox="1"/>
            <p:nvPr/>
          </p:nvSpPr>
          <p:spPr>
            <a:xfrm>
              <a:off x="601727" y="2426366"/>
              <a:ext cx="2879314" cy="40011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en-MY" sz="2000" b="1" dirty="0">
                  <a:solidFill>
                    <a:prstClr val="white"/>
                  </a:solidFill>
                  <a:latin typeface="Corbel"/>
                </a:rPr>
                <a:t>Key Size = 64 bits</a:t>
              </a:r>
            </a:p>
          </p:txBody>
        </p:sp>
      </p:grpSp>
      <p:sp>
        <p:nvSpPr>
          <p:cNvPr id="14" name="TextBox 13">
            <a:extLst>
              <a:ext uri="{FF2B5EF4-FFF2-40B4-BE49-F238E27FC236}">
                <a16:creationId xmlns:a16="http://schemas.microsoft.com/office/drawing/2014/main" id="{5057BAF6-E25C-5545-A8CC-1E1776728B79}"/>
              </a:ext>
            </a:extLst>
          </p:cNvPr>
          <p:cNvSpPr txBox="1"/>
          <p:nvPr/>
        </p:nvSpPr>
        <p:spPr>
          <a:xfrm>
            <a:off x="5078963" y="198358"/>
            <a:ext cx="2034073" cy="40011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MY" sz="2000" b="1" dirty="0"/>
              <a:t>ENCRYPTION</a:t>
            </a:r>
            <a:endParaRPr lang="en-MY" b="1" dirty="0"/>
          </a:p>
        </p:txBody>
      </p:sp>
      <p:sp>
        <p:nvSpPr>
          <p:cNvPr id="15" name="TextBox 14">
            <a:extLst>
              <a:ext uri="{FF2B5EF4-FFF2-40B4-BE49-F238E27FC236}">
                <a16:creationId xmlns:a16="http://schemas.microsoft.com/office/drawing/2014/main" id="{CA69D967-79DB-AFE4-FEC1-01A6CD260E89}"/>
              </a:ext>
            </a:extLst>
          </p:cNvPr>
          <p:cNvSpPr txBox="1"/>
          <p:nvPr/>
        </p:nvSpPr>
        <p:spPr>
          <a:xfrm>
            <a:off x="9143999" y="198358"/>
            <a:ext cx="2261118" cy="400110"/>
          </a:xfrm>
          <a:prstGeom prst="rect">
            <a:avLst/>
          </a:prstGeom>
          <a:solidFill>
            <a:schemeClr val="bg2">
              <a:lumMod val="50000"/>
              <a:lumOff val="50000"/>
            </a:schemeClr>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MY" sz="2000" b="1" dirty="0"/>
              <a:t>KEY GENERATION</a:t>
            </a:r>
            <a:endParaRPr lang="en-MY" b="1" dirty="0"/>
          </a:p>
        </p:txBody>
      </p:sp>
    </p:spTree>
    <p:extLst>
      <p:ext uri="{BB962C8B-B14F-4D97-AF65-F5344CB8AC3E}">
        <p14:creationId xmlns:p14="http://schemas.microsoft.com/office/powerpoint/2010/main" val="3923904439"/>
      </p:ext>
    </p:extLst>
  </p:cSld>
  <p:clrMapOvr>
    <a:masterClrMapping/>
  </p:clrMapOvr>
  <p:transition spd="med">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Rectangle 3"/>
          <p:cNvSpPr>
            <a:spLocks noGrp="1" noChangeArrowheads="1"/>
          </p:cNvSpPr>
          <p:nvPr>
            <p:ph type="body" sz="half" idx="1"/>
          </p:nvPr>
        </p:nvSpPr>
        <p:spPr>
          <a:xfrm>
            <a:off x="191344" y="1484784"/>
            <a:ext cx="6552728" cy="5472608"/>
          </a:xfrm>
        </p:spPr>
        <p:txBody>
          <a:bodyPr>
            <a:normAutofit/>
          </a:bodyPr>
          <a:lstStyle/>
          <a:p>
            <a:r>
              <a:rPr lang="en-US" altLang="zh-TW" sz="3600" dirty="0">
                <a:solidFill>
                  <a:schemeClr val="bg2">
                    <a:lumMod val="50000"/>
                    <a:lumOff val="50000"/>
                  </a:schemeClr>
                </a:solidFill>
              </a:rPr>
              <a:t>Avalanche effect </a:t>
            </a:r>
            <a:r>
              <a:rPr lang="en-US" altLang="zh-TW" sz="3600" dirty="0"/>
              <a:t>in DES</a:t>
            </a:r>
          </a:p>
          <a:p>
            <a:pPr lvl="1"/>
            <a:r>
              <a:rPr lang="en-US" altLang="zh-TW" sz="3200" dirty="0"/>
              <a:t>If a </a:t>
            </a:r>
            <a:r>
              <a:rPr lang="en-US" altLang="zh-TW" sz="3200" dirty="0">
                <a:solidFill>
                  <a:schemeClr val="bg2">
                    <a:lumMod val="50000"/>
                    <a:lumOff val="50000"/>
                  </a:schemeClr>
                </a:solidFill>
              </a:rPr>
              <a:t>small change </a:t>
            </a:r>
            <a:r>
              <a:rPr lang="en-US" altLang="zh-TW" sz="3200" dirty="0"/>
              <a:t>in either the plaintext or the key, the ciphertext should change </a:t>
            </a:r>
            <a:r>
              <a:rPr lang="en-US" altLang="zh-TW" sz="3200" dirty="0">
                <a:solidFill>
                  <a:srgbClr val="FF0000"/>
                </a:solidFill>
              </a:rPr>
              <a:t>markedly / significantly</a:t>
            </a:r>
            <a:r>
              <a:rPr lang="en-US" altLang="zh-TW" sz="3200" dirty="0"/>
              <a:t>.</a:t>
            </a:r>
          </a:p>
          <a:p>
            <a:r>
              <a:rPr lang="en-US" altLang="zh-TW" sz="3600" dirty="0"/>
              <a:t>DES exhibits a </a:t>
            </a:r>
            <a:r>
              <a:rPr lang="en-US" altLang="zh-TW" sz="3600" dirty="0">
                <a:solidFill>
                  <a:schemeClr val="bg2">
                    <a:lumMod val="50000"/>
                    <a:lumOff val="50000"/>
                  </a:schemeClr>
                </a:solidFill>
              </a:rPr>
              <a:t>strong avalanche effect.</a:t>
            </a:r>
          </a:p>
        </p:txBody>
      </p:sp>
      <p:pic>
        <p:nvPicPr>
          <p:cNvPr id="190469" name="Picture 5"/>
          <p:cNvPicPr>
            <a:picLocks noGrp="1" noChangeAspect="1" noChangeArrowheads="1"/>
          </p:cNvPicPr>
          <p:nvPr>
            <p:ph type="clipArt" sz="half" idx="2"/>
          </p:nvPr>
        </p:nvPicPr>
        <p:blipFill>
          <a:blip r:embed="rId2">
            <a:extLst>
              <a:ext uri="{28A0092B-C50C-407E-A947-70E740481C1C}">
                <a14:useLocalDpi xmlns:a14="http://schemas.microsoft.com/office/drawing/2010/main" val="0"/>
              </a:ext>
            </a:extLst>
          </a:blip>
          <a:srcRect l="24529" t="3922" r="24529" b="11765"/>
          <a:stretch>
            <a:fillRect/>
          </a:stretch>
        </p:blipFill>
        <p:spPr>
          <a:xfrm>
            <a:off x="6843194" y="666427"/>
            <a:ext cx="5157461" cy="5865001"/>
          </a:xfrm>
        </p:spPr>
      </p:pic>
      <p:sp>
        <p:nvSpPr>
          <p:cNvPr id="5" name="Rectangle 2"/>
          <p:cNvSpPr txBox="1">
            <a:spLocks noChangeArrowheads="1"/>
          </p:cNvSpPr>
          <p:nvPr/>
        </p:nvSpPr>
        <p:spPr>
          <a:xfrm>
            <a:off x="191345" y="-459432"/>
            <a:ext cx="9144001" cy="13716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altLang="zh-TW" sz="4400" dirty="0">
                <a:solidFill>
                  <a:prstClr val="white"/>
                </a:solidFill>
                <a:latin typeface="Bahnschrift" panose="020B0502040204020203" pitchFamily="34" charset="0"/>
                <a:ea typeface="微軟正黑體" panose="020B0604030504040204" pitchFamily="34" charset="-120"/>
              </a:rPr>
              <a:t>Strength of DES</a:t>
            </a:r>
          </a:p>
        </p:txBody>
      </p:sp>
    </p:spTree>
    <p:extLst>
      <p:ext uri="{BB962C8B-B14F-4D97-AF65-F5344CB8AC3E}">
        <p14:creationId xmlns:p14="http://schemas.microsoft.com/office/powerpoint/2010/main" val="2101297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FA91DF-82DC-4D05-86C8-57F615576AD9}"/>
              </a:ext>
            </a:extLst>
          </p:cNvPr>
          <p:cNvPicPr>
            <a:picLocks noChangeAspect="1"/>
          </p:cNvPicPr>
          <p:nvPr/>
        </p:nvPicPr>
        <p:blipFill>
          <a:blip r:embed="rId2"/>
          <a:stretch>
            <a:fillRect/>
          </a:stretch>
        </p:blipFill>
        <p:spPr>
          <a:xfrm>
            <a:off x="281682" y="2023866"/>
            <a:ext cx="11624179" cy="4694175"/>
          </a:xfrm>
          <a:prstGeom prst="rect">
            <a:avLst/>
          </a:prstGeom>
        </p:spPr>
      </p:pic>
      <p:sp>
        <p:nvSpPr>
          <p:cNvPr id="7" name="Rectangle 2">
            <a:extLst>
              <a:ext uri="{FF2B5EF4-FFF2-40B4-BE49-F238E27FC236}">
                <a16:creationId xmlns:a16="http://schemas.microsoft.com/office/drawing/2014/main" id="{41D1A9F7-1BB9-4595-AEFE-210BA973B57A}"/>
              </a:ext>
            </a:extLst>
          </p:cNvPr>
          <p:cNvSpPr txBox="1">
            <a:spLocks noChangeArrowheads="1"/>
          </p:cNvSpPr>
          <p:nvPr/>
        </p:nvSpPr>
        <p:spPr>
          <a:xfrm>
            <a:off x="191345" y="-459432"/>
            <a:ext cx="9144001" cy="13716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altLang="zh-TW" sz="4400" dirty="0">
                <a:solidFill>
                  <a:prstClr val="white"/>
                </a:solidFill>
                <a:latin typeface="Bahnschrift" panose="020B0502040204020203" pitchFamily="34" charset="0"/>
                <a:ea typeface="微軟正黑體" panose="020B0604030504040204" pitchFamily="34" charset="-120"/>
              </a:rPr>
              <a:t>Strength of DES</a:t>
            </a:r>
          </a:p>
        </p:txBody>
      </p:sp>
      <p:sp>
        <p:nvSpPr>
          <p:cNvPr id="8" name="Rectangle 3">
            <a:extLst>
              <a:ext uri="{FF2B5EF4-FFF2-40B4-BE49-F238E27FC236}">
                <a16:creationId xmlns:a16="http://schemas.microsoft.com/office/drawing/2014/main" id="{ABCB9387-5686-41E0-8CA7-FB9ECC478FDF}"/>
              </a:ext>
            </a:extLst>
          </p:cNvPr>
          <p:cNvSpPr>
            <a:spLocks noGrp="1" noChangeArrowheads="1"/>
          </p:cNvSpPr>
          <p:nvPr>
            <p:ph type="body" sz="half" idx="1"/>
          </p:nvPr>
        </p:nvSpPr>
        <p:spPr>
          <a:xfrm>
            <a:off x="161265" y="1245433"/>
            <a:ext cx="6552728" cy="5472608"/>
          </a:xfrm>
        </p:spPr>
        <p:txBody>
          <a:bodyPr>
            <a:normAutofit/>
          </a:bodyPr>
          <a:lstStyle/>
          <a:p>
            <a:r>
              <a:rPr lang="en-US" altLang="zh-TW" sz="3600" dirty="0">
                <a:solidFill>
                  <a:schemeClr val="bg2">
                    <a:lumMod val="50000"/>
                    <a:lumOff val="50000"/>
                  </a:schemeClr>
                </a:solidFill>
              </a:rPr>
              <a:t>Avalanche effect </a:t>
            </a:r>
            <a:r>
              <a:rPr lang="en-US" altLang="zh-TW" sz="3600" dirty="0"/>
              <a:t>in DES</a:t>
            </a:r>
          </a:p>
        </p:txBody>
      </p:sp>
      <p:sp>
        <p:nvSpPr>
          <p:cNvPr id="9" name="Rectangle: Rounded Corners 8">
            <a:extLst>
              <a:ext uri="{FF2B5EF4-FFF2-40B4-BE49-F238E27FC236}">
                <a16:creationId xmlns:a16="http://schemas.microsoft.com/office/drawing/2014/main" id="{8E345F15-D79F-4582-8562-BC4937300525}"/>
              </a:ext>
            </a:extLst>
          </p:cNvPr>
          <p:cNvSpPr/>
          <p:nvPr/>
        </p:nvSpPr>
        <p:spPr>
          <a:xfrm>
            <a:off x="5542383" y="5668550"/>
            <a:ext cx="205273" cy="335902"/>
          </a:xfrm>
          <a:prstGeom prst="roundRect">
            <a:avLst/>
          </a:prstGeom>
          <a:noFill/>
          <a:ln w="38100">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439932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335361" y="-243408"/>
            <a:ext cx="9144001" cy="1371600"/>
          </a:xfrm>
        </p:spPr>
        <p:txBody>
          <a:bodyPr>
            <a:normAutofit/>
          </a:bodyPr>
          <a:lstStyle/>
          <a:p>
            <a:r>
              <a:rPr lang="en-US" altLang="zh-TW" sz="4400" b="1" dirty="0"/>
              <a:t>DES Limitations </a:t>
            </a:r>
          </a:p>
        </p:txBody>
      </p:sp>
      <p:sp>
        <p:nvSpPr>
          <p:cNvPr id="191491" name="Rectangle 3"/>
          <p:cNvSpPr>
            <a:spLocks noGrp="1" noChangeArrowheads="1"/>
          </p:cNvSpPr>
          <p:nvPr>
            <p:ph type="body" idx="1"/>
          </p:nvPr>
        </p:nvSpPr>
        <p:spPr>
          <a:xfrm>
            <a:off x="911424" y="1484785"/>
            <a:ext cx="10975776" cy="5132991"/>
          </a:xfrm>
        </p:spPr>
        <p:txBody>
          <a:bodyPr>
            <a:normAutofit fontScale="92500" lnSpcReduction="20000"/>
          </a:bodyPr>
          <a:lstStyle/>
          <a:p>
            <a:r>
              <a:rPr lang="en-US" altLang="zh-TW" sz="4400" dirty="0">
                <a:latin typeface="Bahnschrift" panose="020B0502040204020203" pitchFamily="34" charset="0"/>
              </a:rPr>
              <a:t>DES was proved insecure </a:t>
            </a:r>
          </a:p>
          <a:p>
            <a:r>
              <a:rPr lang="en-US" altLang="zh-TW" sz="4400" dirty="0">
                <a:solidFill>
                  <a:srgbClr val="FF0000"/>
                </a:solidFill>
                <a:latin typeface="Bahnschrift" panose="020B0502040204020203" pitchFamily="34" charset="0"/>
              </a:rPr>
              <a:t>Brute-force attack</a:t>
            </a:r>
          </a:p>
          <a:p>
            <a:pPr marL="231775" lvl="1" indent="0">
              <a:buNone/>
            </a:pPr>
            <a:endParaRPr lang="en-AU" altLang="zh-TW" sz="4000" dirty="0">
              <a:latin typeface="Bahnschrift" panose="020B0502040204020203" pitchFamily="34" charset="0"/>
            </a:endParaRPr>
          </a:p>
          <a:p>
            <a:pPr marL="231775" lvl="1" indent="0">
              <a:buNone/>
            </a:pPr>
            <a:endParaRPr lang="en-AU" altLang="zh-TW" sz="4000" dirty="0">
              <a:latin typeface="Bahnschrift" panose="020B0502040204020203" pitchFamily="34" charset="0"/>
            </a:endParaRPr>
          </a:p>
          <a:p>
            <a:endParaRPr lang="en-AU" altLang="zh-TW" sz="4400" dirty="0">
              <a:latin typeface="Bahnschrift" panose="020B0502040204020203" pitchFamily="34" charset="0"/>
            </a:endParaRPr>
          </a:p>
          <a:p>
            <a:endParaRPr lang="en-AU" altLang="zh-TW" sz="4400" dirty="0">
              <a:latin typeface="Bahnschrift" panose="020B0502040204020203" pitchFamily="34" charset="0"/>
            </a:endParaRPr>
          </a:p>
          <a:p>
            <a:endParaRPr lang="en-AU" altLang="zh-TW" sz="4400" dirty="0">
              <a:latin typeface="Bahnschrift" panose="020B0502040204020203" pitchFamily="34" charset="0"/>
            </a:endParaRPr>
          </a:p>
          <a:p>
            <a:r>
              <a:rPr lang="en-AU" altLang="zh-TW" sz="4400" dirty="0">
                <a:latin typeface="Bahnschrift" panose="020B0502040204020203" pitchFamily="34" charset="0"/>
              </a:rPr>
              <a:t>Main weakness : The length of keys (Key Size)</a:t>
            </a:r>
          </a:p>
          <a:p>
            <a:pPr lvl="1"/>
            <a:endParaRPr lang="en-AU" altLang="zh-TW" sz="4000" dirty="0">
              <a:latin typeface="Bahnschrift" panose="020B0502040204020203" pitchFamily="34" charset="0"/>
            </a:endParaRPr>
          </a:p>
          <a:p>
            <a:endParaRPr lang="en-US" altLang="zh-TW" dirty="0"/>
          </a:p>
        </p:txBody>
      </p:sp>
      <p:pic>
        <p:nvPicPr>
          <p:cNvPr id="2050" name="Picture 2" descr="DES_2-aes_encryption.">
            <a:extLst>
              <a:ext uri="{FF2B5EF4-FFF2-40B4-BE49-F238E27FC236}">
                <a16:creationId xmlns:a16="http://schemas.microsoft.com/office/drawing/2014/main" id="{70506320-BB02-1569-88AC-920F802B11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73" t="10463"/>
          <a:stretch/>
        </p:blipFill>
        <p:spPr bwMode="auto">
          <a:xfrm>
            <a:off x="1319301" y="2789695"/>
            <a:ext cx="7176119" cy="2857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623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2C79-90EA-47E0-9C4B-B43CF16C2DCD}"/>
              </a:ext>
            </a:extLst>
          </p:cNvPr>
          <p:cNvSpPr>
            <a:spLocks noGrp="1"/>
          </p:cNvSpPr>
          <p:nvPr>
            <p:ph type="title"/>
          </p:nvPr>
        </p:nvSpPr>
        <p:spPr>
          <a:xfrm>
            <a:off x="732327" y="0"/>
            <a:ext cx="9146383" cy="1371600"/>
          </a:xfrm>
        </p:spPr>
        <p:txBody>
          <a:bodyPr>
            <a:normAutofit/>
          </a:bodyPr>
          <a:lstStyle/>
          <a:p>
            <a:r>
              <a:rPr lang="en-MY" sz="6000" dirty="0">
                <a:solidFill>
                  <a:schemeClr val="accent3"/>
                </a:solidFill>
                <a:latin typeface="Bahnschrift" panose="020B0502040204020203" pitchFamily="34" charset="0"/>
              </a:rPr>
              <a:t>Quiz 2</a:t>
            </a:r>
          </a:p>
        </p:txBody>
      </p:sp>
      <p:sp>
        <p:nvSpPr>
          <p:cNvPr id="3" name="Content Placeholder 2">
            <a:extLst>
              <a:ext uri="{FF2B5EF4-FFF2-40B4-BE49-F238E27FC236}">
                <a16:creationId xmlns:a16="http://schemas.microsoft.com/office/drawing/2014/main" id="{24FD8C46-D6F6-40D9-ACD6-14A459B1C3B5}"/>
              </a:ext>
            </a:extLst>
          </p:cNvPr>
          <p:cNvSpPr>
            <a:spLocks noGrp="1"/>
          </p:cNvSpPr>
          <p:nvPr>
            <p:ph idx="1"/>
          </p:nvPr>
        </p:nvSpPr>
        <p:spPr>
          <a:xfrm>
            <a:off x="1214865" y="2388434"/>
            <a:ext cx="9136770" cy="4114801"/>
          </a:xfrm>
        </p:spPr>
        <p:txBody>
          <a:bodyPr>
            <a:normAutofit/>
          </a:bodyPr>
          <a:lstStyle/>
          <a:p>
            <a:pPr marL="742950" indent="-742950">
              <a:buFont typeface="+mj-lt"/>
              <a:buAutoNum type="arabicPeriod"/>
            </a:pPr>
            <a:r>
              <a:rPr lang="en-MY" sz="4000" dirty="0">
                <a:latin typeface="Bahnschrift" panose="020B0502040204020203" pitchFamily="34" charset="0"/>
              </a:rPr>
              <a:t>What is the block size of DES?</a:t>
            </a:r>
          </a:p>
          <a:p>
            <a:pPr marL="742950" indent="-742950">
              <a:buFont typeface="+mj-lt"/>
              <a:buAutoNum type="arabicPeriod"/>
            </a:pPr>
            <a:r>
              <a:rPr lang="en-MY" sz="4000" dirty="0">
                <a:latin typeface="Bahnschrift" panose="020B0502040204020203" pitchFamily="34" charset="0"/>
              </a:rPr>
              <a:t>What is the length of key (Key size) of DES?</a:t>
            </a:r>
          </a:p>
          <a:p>
            <a:pPr marL="742950" indent="-742950">
              <a:buFont typeface="+mj-lt"/>
              <a:buAutoNum type="arabicPeriod"/>
            </a:pPr>
            <a:r>
              <a:rPr lang="en-MY" sz="4000" dirty="0">
                <a:latin typeface="Bahnschrift" panose="020B0502040204020203" pitchFamily="34" charset="0"/>
              </a:rPr>
              <a:t>How many rounds in DES?</a:t>
            </a:r>
          </a:p>
          <a:p>
            <a:pPr marL="742950" indent="-742950">
              <a:buFont typeface="+mj-lt"/>
              <a:buAutoNum type="arabicPeriod"/>
            </a:pPr>
            <a:r>
              <a:rPr lang="en-MY" sz="4000" dirty="0">
                <a:latin typeface="Bahnschrift" panose="020B0502040204020203" pitchFamily="34" charset="0"/>
              </a:rPr>
              <a:t>What is the main weakness of DES?</a:t>
            </a:r>
          </a:p>
        </p:txBody>
      </p:sp>
      <p:pic>
        <p:nvPicPr>
          <p:cNvPr id="1026" name="Picture 2" descr="Premium Vector | Quiz logo or poll questionnaire icon symbol">
            <a:extLst>
              <a:ext uri="{FF2B5EF4-FFF2-40B4-BE49-F238E27FC236}">
                <a16:creationId xmlns:a16="http://schemas.microsoft.com/office/drawing/2014/main" id="{6661CB48-1E16-4413-B4D6-4F7D611C36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929" t="19094" r="15782" b="26449"/>
          <a:stretch/>
        </p:blipFill>
        <p:spPr bwMode="auto">
          <a:xfrm>
            <a:off x="9349273" y="183575"/>
            <a:ext cx="2332653" cy="1887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91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5016891" y="4237000"/>
            <a:ext cx="6942724" cy="798400"/>
          </a:xfrm>
          <a:prstGeom prst="rect">
            <a:avLst/>
          </a:prstGeom>
        </p:spPr>
        <p:txBody>
          <a:bodyPr spcFirstLastPara="1" wrap="square" lIns="121900" tIns="121900" rIns="121900" bIns="121900" anchor="b" anchorCtr="0">
            <a:noAutofit/>
          </a:bodyPr>
          <a:lstStyle/>
          <a:p>
            <a:r>
              <a:rPr lang="en-MY" dirty="0"/>
              <a:t>Symmetric Encryption Algorithm</a:t>
            </a:r>
            <a:endParaRPr dirty="0"/>
          </a:p>
        </p:txBody>
      </p:sp>
      <p:sp>
        <p:nvSpPr>
          <p:cNvPr id="207" name="Google Shape;207;p43"/>
          <p:cNvSpPr txBox="1">
            <a:spLocks noGrp="1"/>
          </p:cNvSpPr>
          <p:nvPr>
            <p:ph type="title" idx="2"/>
          </p:nvPr>
        </p:nvSpPr>
        <p:spPr>
          <a:xfrm>
            <a:off x="1397693" y="4383333"/>
            <a:ext cx="3217200" cy="1242000"/>
          </a:xfrm>
          <a:prstGeom prst="rect">
            <a:avLst/>
          </a:prstGeom>
        </p:spPr>
        <p:txBody>
          <a:bodyPr spcFirstLastPara="1" wrap="square" lIns="121900" tIns="121900" rIns="121900" bIns="121900" anchor="ctr" anchorCtr="0">
            <a:noAutofit/>
          </a:bodyPr>
          <a:lstStyle/>
          <a:p>
            <a:r>
              <a:rPr lang="en-US" dirty="0"/>
              <a:t>06</a:t>
            </a:r>
            <a:endParaRPr dirty="0"/>
          </a:p>
        </p:txBody>
      </p:sp>
      <p:sp>
        <p:nvSpPr>
          <p:cNvPr id="208" name="Google Shape;208;p43"/>
          <p:cNvSpPr txBox="1">
            <a:spLocks noGrp="1"/>
          </p:cNvSpPr>
          <p:nvPr>
            <p:ph type="subTitle" idx="1"/>
          </p:nvPr>
        </p:nvSpPr>
        <p:spPr>
          <a:xfrm>
            <a:off x="5013774" y="5005733"/>
            <a:ext cx="4951320" cy="619600"/>
          </a:xfrm>
          <a:prstGeom prst="rect">
            <a:avLst/>
          </a:prstGeom>
        </p:spPr>
        <p:txBody>
          <a:bodyPr spcFirstLastPara="1" wrap="square" lIns="121900" tIns="121900" rIns="121900" bIns="121900" anchor="t" anchorCtr="0">
            <a:noAutofit/>
          </a:bodyPr>
          <a:lstStyle/>
          <a:p>
            <a:pPr marL="0" indent="0"/>
            <a:r>
              <a:rPr lang="en-MY" dirty="0"/>
              <a:t>Advanced Encryption Standard (AES)</a:t>
            </a:r>
          </a:p>
          <a:p>
            <a:pPr marL="0" indent="0"/>
            <a:endParaRPr lang="en-MY" dirty="0"/>
          </a:p>
        </p:txBody>
      </p:sp>
      <p:cxnSp>
        <p:nvCxnSpPr>
          <p:cNvPr id="209" name="Google Shape;209;p43"/>
          <p:cNvCxnSpPr/>
          <p:nvPr/>
        </p:nvCxnSpPr>
        <p:spPr>
          <a:xfrm>
            <a:off x="4814333" y="4337729"/>
            <a:ext cx="0" cy="13332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4193781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1"/>
          <p:cNvSpPr txBox="1">
            <a:spLocks noChangeArrowheads="1"/>
          </p:cNvSpPr>
          <p:nvPr/>
        </p:nvSpPr>
        <p:spPr bwMode="auto">
          <a:xfrm>
            <a:off x="-1698217" y="0"/>
            <a:ext cx="10969943" cy="11398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nchorCtr="1"/>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9pPr>
          </a:lstStyle>
          <a:p>
            <a:pPr algn="ctr"/>
            <a:r>
              <a:rPr lang="en-AU" sz="4400" b="1" dirty="0">
                <a:solidFill>
                  <a:srgbClr val="D9D9FF"/>
                </a:solidFill>
                <a:effectLst>
                  <a:outerShdw blurRad="38100" dist="38100" dir="2700000" algn="tl">
                    <a:srgbClr val="000000"/>
                  </a:outerShdw>
                </a:effectLst>
              </a:rPr>
              <a:t>The AES Cipher - Rijndael </a:t>
            </a:r>
          </a:p>
        </p:txBody>
      </p:sp>
      <p:sp>
        <p:nvSpPr>
          <p:cNvPr id="7170" name="Text Box 2"/>
          <p:cNvSpPr txBox="1">
            <a:spLocks noChangeArrowheads="1"/>
          </p:cNvSpPr>
          <p:nvPr/>
        </p:nvSpPr>
        <p:spPr bwMode="auto">
          <a:xfrm>
            <a:off x="611030" y="1676402"/>
            <a:ext cx="10969943" cy="44545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lstStyle>
            <a:lvl1pPr marL="341313" indent="-34131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1pPr>
            <a:lvl2pPr marL="741363" indent="-284163">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5pPr>
            <a:lvl6pPr marL="2514600" indent="-228600" fontAlgn="base">
              <a:spcBef>
                <a:spcPct val="0"/>
              </a:spcBef>
              <a:spcAft>
                <a:spcPct val="0"/>
              </a:spcAft>
              <a:buClr>
                <a:srgbClr val="000000"/>
              </a:buClr>
              <a:buSzPct val="100000"/>
              <a:buFont typeface="Times New Roman"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6pPr>
            <a:lvl7pPr marL="2971800" indent="-228600" fontAlgn="base">
              <a:spcBef>
                <a:spcPct val="0"/>
              </a:spcBef>
              <a:spcAft>
                <a:spcPct val="0"/>
              </a:spcAft>
              <a:buClr>
                <a:srgbClr val="000000"/>
              </a:buClr>
              <a:buSzPct val="100000"/>
              <a:buFont typeface="Times New Roman"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7pPr>
            <a:lvl8pPr marL="3429000" indent="-228600" fontAlgn="base">
              <a:spcBef>
                <a:spcPct val="0"/>
              </a:spcBef>
              <a:spcAft>
                <a:spcPct val="0"/>
              </a:spcAft>
              <a:buClr>
                <a:srgbClr val="000000"/>
              </a:buClr>
              <a:buSzPct val="100000"/>
              <a:buFont typeface="Times New Roman"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8pPr>
            <a:lvl9pPr marL="3886200" indent="-228600" fontAlgn="base">
              <a:spcBef>
                <a:spcPct val="0"/>
              </a:spcBef>
              <a:spcAft>
                <a:spcPct val="0"/>
              </a:spcAft>
              <a:buClr>
                <a:srgbClr val="000000"/>
              </a:buClr>
              <a:buSzPct val="100000"/>
              <a:buFont typeface="Times New Roman"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FFFFFF"/>
                </a:solidFill>
                <a:latin typeface="Arial" charset="0"/>
                <a:ea typeface="ＭＳ Ｐゴシック" charset="0"/>
                <a:cs typeface="ＭＳ Ｐゴシック" charset="0"/>
              </a:defRPr>
            </a:lvl9pPr>
          </a:lstStyle>
          <a:p>
            <a:pPr marL="457200" indent="-457200">
              <a:lnSpc>
                <a:spcPct val="90000"/>
              </a:lnSpc>
              <a:spcBef>
                <a:spcPts val="700"/>
              </a:spcBef>
              <a:buClr>
                <a:srgbClr val="5FAFFF"/>
              </a:buClr>
              <a:buSzPct val="80000"/>
              <a:buFont typeface="Wingdings" panose="05000000000000000000" pitchFamily="2" charset="2"/>
              <a:buChar char="§"/>
            </a:pPr>
            <a:r>
              <a:rPr lang="en-AU" sz="3200" dirty="0">
                <a:effectLst>
                  <a:outerShdw blurRad="38100" dist="38100" dir="2700000" algn="tl">
                    <a:srgbClr val="000000"/>
                  </a:outerShdw>
                </a:effectLst>
                <a:latin typeface="Bahnschrift" panose="020B0502040204020203" pitchFamily="34" charset="0"/>
              </a:rPr>
              <a:t>designed by </a:t>
            </a:r>
            <a:r>
              <a:rPr lang="en-AU" sz="3200" dirty="0" err="1">
                <a:effectLst>
                  <a:outerShdw blurRad="38100" dist="38100" dir="2700000" algn="tl">
                    <a:srgbClr val="000000"/>
                  </a:outerShdw>
                </a:effectLst>
                <a:latin typeface="Bahnschrift" panose="020B0502040204020203" pitchFamily="34" charset="0"/>
              </a:rPr>
              <a:t>Rijmen</a:t>
            </a:r>
            <a:r>
              <a:rPr lang="en-AU" sz="3200" dirty="0">
                <a:effectLst>
                  <a:outerShdw blurRad="38100" dist="38100" dir="2700000" algn="tl">
                    <a:srgbClr val="000000"/>
                  </a:outerShdw>
                </a:effectLst>
                <a:latin typeface="Bahnschrift" panose="020B0502040204020203" pitchFamily="34" charset="0"/>
              </a:rPr>
              <a:t>-Daemen in Belgium </a:t>
            </a:r>
          </a:p>
          <a:p>
            <a:pPr marL="457200" indent="-457200">
              <a:lnSpc>
                <a:spcPct val="90000"/>
              </a:lnSpc>
              <a:spcBef>
                <a:spcPts val="700"/>
              </a:spcBef>
              <a:buClr>
                <a:srgbClr val="5FAFFF"/>
              </a:buClr>
              <a:buSzPct val="80000"/>
              <a:buFont typeface="Wingdings" panose="05000000000000000000" pitchFamily="2" charset="2"/>
              <a:buChar char="§"/>
            </a:pPr>
            <a:r>
              <a:rPr lang="en-AU" sz="3200" dirty="0">
                <a:effectLst>
                  <a:outerShdw blurRad="38100" dist="38100" dir="2700000" algn="tl">
                    <a:srgbClr val="000000"/>
                  </a:outerShdw>
                </a:effectLst>
                <a:latin typeface="Bahnschrift" panose="020B0502040204020203" pitchFamily="34" charset="0"/>
              </a:rPr>
              <a:t>has </a:t>
            </a:r>
            <a:r>
              <a:rPr lang="en-AU" sz="3200" dirty="0">
                <a:solidFill>
                  <a:schemeClr val="accent3"/>
                </a:solidFill>
                <a:effectLst>
                  <a:outerShdw blurRad="38100" dist="38100" dir="2700000" algn="tl">
                    <a:srgbClr val="000000"/>
                  </a:outerShdw>
                </a:effectLst>
                <a:latin typeface="Bahnschrift" panose="020B0502040204020203" pitchFamily="34" charset="0"/>
              </a:rPr>
              <a:t>128/192/256 bit keys</a:t>
            </a:r>
            <a:r>
              <a:rPr lang="en-AU" sz="3200" dirty="0">
                <a:effectLst>
                  <a:outerShdw blurRad="38100" dist="38100" dir="2700000" algn="tl">
                    <a:srgbClr val="000000"/>
                  </a:outerShdw>
                </a:effectLst>
                <a:latin typeface="Bahnschrift" panose="020B0502040204020203" pitchFamily="34" charset="0"/>
              </a:rPr>
              <a:t>, </a:t>
            </a:r>
            <a:r>
              <a:rPr lang="en-AU" sz="3200" dirty="0">
                <a:solidFill>
                  <a:schemeClr val="accent3"/>
                </a:solidFill>
                <a:effectLst>
                  <a:outerShdw blurRad="38100" dist="38100" dir="2700000" algn="tl">
                    <a:srgbClr val="000000"/>
                  </a:outerShdw>
                </a:effectLst>
                <a:latin typeface="Bahnschrift" panose="020B0502040204020203" pitchFamily="34" charset="0"/>
              </a:rPr>
              <a:t>128 bit </a:t>
            </a:r>
            <a:r>
              <a:rPr lang="en-AU" sz="3200" dirty="0">
                <a:effectLst>
                  <a:outerShdw blurRad="38100" dist="38100" dir="2700000" algn="tl">
                    <a:srgbClr val="000000"/>
                  </a:outerShdw>
                </a:effectLst>
                <a:latin typeface="Bahnschrift" panose="020B0502040204020203" pitchFamily="34" charset="0"/>
              </a:rPr>
              <a:t>data </a:t>
            </a:r>
          </a:p>
          <a:p>
            <a:pPr marL="457200" indent="-457200">
              <a:lnSpc>
                <a:spcPct val="90000"/>
              </a:lnSpc>
              <a:spcBef>
                <a:spcPts val="700"/>
              </a:spcBef>
              <a:buClr>
                <a:srgbClr val="5FAFFF"/>
              </a:buClr>
              <a:buSzPct val="80000"/>
              <a:buFont typeface="Wingdings" panose="05000000000000000000" pitchFamily="2" charset="2"/>
              <a:buChar char="§"/>
            </a:pPr>
            <a:r>
              <a:rPr lang="en-AU" sz="3200" dirty="0">
                <a:effectLst>
                  <a:outerShdw blurRad="38100" dist="38100" dir="2700000" algn="tl">
                    <a:srgbClr val="000000"/>
                  </a:outerShdw>
                </a:effectLst>
                <a:latin typeface="Bahnschrift" panose="020B0502040204020203" pitchFamily="34" charset="0"/>
              </a:rPr>
              <a:t>an </a:t>
            </a:r>
            <a:r>
              <a:rPr lang="en-AU" sz="3200" b="1" dirty="0">
                <a:solidFill>
                  <a:schemeClr val="accent3"/>
                </a:solidFill>
                <a:effectLst>
                  <a:outerShdw blurRad="38100" dist="38100" dir="2700000" algn="tl">
                    <a:srgbClr val="000000"/>
                  </a:outerShdw>
                </a:effectLst>
                <a:latin typeface="Bahnschrift" panose="020B0502040204020203" pitchFamily="34" charset="0"/>
              </a:rPr>
              <a:t>iterative</a:t>
            </a:r>
            <a:r>
              <a:rPr lang="en-AU" sz="3200" dirty="0">
                <a:effectLst>
                  <a:outerShdw blurRad="38100" dist="38100" dir="2700000" algn="tl">
                    <a:srgbClr val="000000"/>
                  </a:outerShdw>
                </a:effectLst>
                <a:latin typeface="Bahnschrift" panose="020B0502040204020203" pitchFamily="34" charset="0"/>
              </a:rPr>
              <a:t> rather than </a:t>
            </a:r>
            <a:r>
              <a:rPr lang="en-AU" sz="3200" b="1" dirty="0">
                <a:effectLst>
                  <a:outerShdw blurRad="38100" dist="38100" dir="2700000" algn="tl">
                    <a:srgbClr val="000000"/>
                  </a:outerShdw>
                </a:effectLst>
                <a:latin typeface="Bahnschrift" panose="020B0502040204020203" pitchFamily="34" charset="0"/>
              </a:rPr>
              <a:t>Feistel</a:t>
            </a:r>
            <a:r>
              <a:rPr lang="en-AU" sz="3200" dirty="0">
                <a:effectLst>
                  <a:outerShdw blurRad="38100" dist="38100" dir="2700000" algn="tl">
                    <a:srgbClr val="000000"/>
                  </a:outerShdw>
                </a:effectLst>
                <a:latin typeface="Bahnschrift" panose="020B0502040204020203" pitchFamily="34" charset="0"/>
              </a:rPr>
              <a:t> cipher</a:t>
            </a:r>
          </a:p>
          <a:p>
            <a:pPr marL="800100" lvl="1" indent="-342900">
              <a:lnSpc>
                <a:spcPct val="90000"/>
              </a:lnSpc>
              <a:spcBef>
                <a:spcPts val="600"/>
              </a:spcBef>
              <a:buClr>
                <a:srgbClr val="D9D9FF"/>
              </a:buClr>
              <a:buSzPct val="50000"/>
              <a:buFont typeface="Wingdings" panose="05000000000000000000" pitchFamily="2" charset="2"/>
              <a:buChar char="§"/>
            </a:pPr>
            <a:r>
              <a:rPr lang="en-US" sz="2800" dirty="0">
                <a:effectLst>
                  <a:outerShdw blurRad="38100" dist="38100" dir="2700000" algn="tl">
                    <a:srgbClr val="000000"/>
                  </a:outerShdw>
                </a:effectLst>
                <a:latin typeface="Bahnschrift" panose="020B0502040204020203" pitchFamily="34" charset="0"/>
              </a:rPr>
              <a:t>processes </a:t>
            </a:r>
            <a:r>
              <a:rPr lang="en-AU" sz="2800" dirty="0">
                <a:effectLst>
                  <a:outerShdw blurRad="38100" dist="38100" dir="2700000" algn="tl">
                    <a:srgbClr val="000000"/>
                  </a:outerShdw>
                </a:effectLst>
                <a:latin typeface="Bahnschrift" panose="020B0502040204020203" pitchFamily="34" charset="0"/>
              </a:rPr>
              <a:t>data as block of </a:t>
            </a:r>
            <a:r>
              <a:rPr lang="en-AU" sz="2800" dirty="0">
                <a:solidFill>
                  <a:schemeClr val="accent3"/>
                </a:solidFill>
                <a:effectLst>
                  <a:outerShdw blurRad="38100" dist="38100" dir="2700000" algn="tl">
                    <a:srgbClr val="000000"/>
                  </a:outerShdw>
                </a:effectLst>
                <a:latin typeface="Bahnschrift" panose="020B0502040204020203" pitchFamily="34" charset="0"/>
              </a:rPr>
              <a:t>4 columns of 4 bytes</a:t>
            </a:r>
          </a:p>
          <a:p>
            <a:pPr marL="800100" lvl="1" indent="-342900">
              <a:lnSpc>
                <a:spcPct val="90000"/>
              </a:lnSpc>
              <a:spcBef>
                <a:spcPts val="600"/>
              </a:spcBef>
              <a:buClr>
                <a:srgbClr val="D9D9FF"/>
              </a:buClr>
              <a:buSzPct val="50000"/>
              <a:buFont typeface="Wingdings" panose="05000000000000000000" pitchFamily="2" charset="2"/>
              <a:buChar char="§"/>
            </a:pPr>
            <a:r>
              <a:rPr lang="en-US" sz="2800" dirty="0">
                <a:effectLst>
                  <a:outerShdw blurRad="38100" dist="38100" dir="2700000" algn="tl">
                    <a:srgbClr val="000000"/>
                  </a:outerShdw>
                </a:effectLst>
                <a:latin typeface="Bahnschrift" panose="020B0502040204020203" pitchFamily="34" charset="0"/>
              </a:rPr>
              <a:t>operates on </a:t>
            </a:r>
            <a:r>
              <a:rPr lang="en-US" sz="2800" dirty="0">
                <a:solidFill>
                  <a:schemeClr val="accent3"/>
                </a:solidFill>
                <a:effectLst>
                  <a:outerShdw blurRad="38100" dist="38100" dir="2700000" algn="tl">
                    <a:srgbClr val="000000"/>
                  </a:outerShdw>
                </a:effectLst>
                <a:latin typeface="Bahnschrift" panose="020B0502040204020203" pitchFamily="34" charset="0"/>
              </a:rPr>
              <a:t>entire data block </a:t>
            </a:r>
            <a:r>
              <a:rPr lang="en-US" sz="2800" dirty="0">
                <a:effectLst>
                  <a:outerShdw blurRad="38100" dist="38100" dir="2700000" algn="tl">
                    <a:srgbClr val="000000"/>
                  </a:outerShdw>
                </a:effectLst>
                <a:latin typeface="Bahnschrift" panose="020B0502040204020203" pitchFamily="34" charset="0"/>
              </a:rPr>
              <a:t>in every round</a:t>
            </a:r>
          </a:p>
          <a:p>
            <a:pPr marL="457200" indent="-457200">
              <a:lnSpc>
                <a:spcPct val="90000"/>
              </a:lnSpc>
              <a:spcBef>
                <a:spcPts val="700"/>
              </a:spcBef>
              <a:buClr>
                <a:srgbClr val="5FAFFF"/>
              </a:buClr>
              <a:buSzPct val="80000"/>
              <a:buFont typeface="Wingdings" panose="05000000000000000000" pitchFamily="2" charset="2"/>
              <a:buChar char="§"/>
            </a:pPr>
            <a:r>
              <a:rPr lang="en-US" sz="3200" dirty="0">
                <a:effectLst>
                  <a:outerShdw blurRad="38100" dist="38100" dir="2700000" algn="tl">
                    <a:srgbClr val="000000"/>
                  </a:outerShdw>
                </a:effectLst>
                <a:latin typeface="Bahnschrift" panose="020B0502040204020203" pitchFamily="34" charset="0"/>
              </a:rPr>
              <a:t>Strength</a:t>
            </a:r>
          </a:p>
          <a:p>
            <a:pPr marL="800100" lvl="1" indent="-342900">
              <a:lnSpc>
                <a:spcPct val="90000"/>
              </a:lnSpc>
              <a:spcBef>
                <a:spcPts val="600"/>
              </a:spcBef>
              <a:buClr>
                <a:srgbClr val="D9D9FF"/>
              </a:buClr>
              <a:buSzPct val="50000"/>
              <a:buFont typeface="Wingdings" panose="05000000000000000000" pitchFamily="2" charset="2"/>
              <a:buChar char="§"/>
            </a:pPr>
            <a:r>
              <a:rPr lang="en-US" sz="2800" dirty="0">
                <a:effectLst>
                  <a:outerShdw blurRad="38100" dist="38100" dir="2700000" algn="tl">
                    <a:srgbClr val="000000"/>
                  </a:outerShdw>
                </a:effectLst>
                <a:latin typeface="Bahnschrift" panose="020B0502040204020203" pitchFamily="34" charset="0"/>
              </a:rPr>
              <a:t>resistance against known attacks</a:t>
            </a:r>
          </a:p>
          <a:p>
            <a:pPr marL="800100" lvl="1" indent="-342900">
              <a:lnSpc>
                <a:spcPct val="90000"/>
              </a:lnSpc>
              <a:spcBef>
                <a:spcPts val="600"/>
              </a:spcBef>
              <a:buClr>
                <a:srgbClr val="D9D9FF"/>
              </a:buClr>
              <a:buSzPct val="50000"/>
              <a:buFont typeface="Wingdings" panose="05000000000000000000" pitchFamily="2" charset="2"/>
              <a:buChar char="§"/>
            </a:pPr>
            <a:r>
              <a:rPr lang="en-US" sz="2800" dirty="0">
                <a:effectLst>
                  <a:outerShdw blurRad="38100" dist="38100" dir="2700000" algn="tl">
                    <a:srgbClr val="000000"/>
                  </a:outerShdw>
                </a:effectLst>
                <a:latin typeface="Bahnschrift" panose="020B0502040204020203" pitchFamily="34" charset="0"/>
              </a:rPr>
              <a:t>speed and code compactness on many CPUs</a:t>
            </a:r>
          </a:p>
          <a:p>
            <a:pPr marL="800100" lvl="1" indent="-342900">
              <a:lnSpc>
                <a:spcPct val="90000"/>
              </a:lnSpc>
              <a:spcBef>
                <a:spcPts val="600"/>
              </a:spcBef>
              <a:buClr>
                <a:srgbClr val="D9D9FF"/>
              </a:buClr>
              <a:buSzPct val="50000"/>
              <a:buFont typeface="Wingdings" panose="05000000000000000000" pitchFamily="2" charset="2"/>
              <a:buChar char="§"/>
            </a:pPr>
            <a:r>
              <a:rPr lang="en-US" sz="2800" dirty="0">
                <a:effectLst>
                  <a:outerShdw blurRad="38100" dist="38100" dir="2700000" algn="tl">
                    <a:srgbClr val="000000"/>
                  </a:outerShdw>
                </a:effectLst>
                <a:latin typeface="Bahnschrift" panose="020B0502040204020203" pitchFamily="34" charset="0"/>
              </a:rPr>
              <a:t>design simplicity</a:t>
            </a:r>
          </a:p>
          <a:p>
            <a:pPr>
              <a:lnSpc>
                <a:spcPct val="90000"/>
              </a:lnSpc>
              <a:spcBef>
                <a:spcPts val="600"/>
              </a:spcBef>
              <a:buClr>
                <a:srgbClr val="5FAFFF"/>
              </a:buClr>
              <a:buSzPct val="80000"/>
            </a:pPr>
            <a:endParaRPr lang="en-AU" dirty="0">
              <a:effectLst>
                <a:outerShdw blurRad="38100" dist="38100" dir="2700000" algn="tl">
                  <a:srgbClr val="000000"/>
                </a:outerShdw>
              </a:effectLst>
            </a:endParaRPr>
          </a:p>
        </p:txBody>
      </p:sp>
      <p:pic>
        <p:nvPicPr>
          <p:cNvPr id="3" name="Graphic 2" descr="Presentation with media outline">
            <a:extLst>
              <a:ext uri="{FF2B5EF4-FFF2-40B4-BE49-F238E27FC236}">
                <a16:creationId xmlns:a16="http://schemas.microsoft.com/office/drawing/2014/main" id="{6D6A8735-6B5C-634A-3439-416683FA9D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2971800"/>
            <a:ext cx="914400" cy="914400"/>
          </a:xfrm>
          <a:prstGeom prst="rect">
            <a:avLst/>
          </a:prstGeom>
        </p:spPr>
      </p:pic>
      <p:pic>
        <p:nvPicPr>
          <p:cNvPr id="5" name="Graphic 4" descr="Presentation with media with solid fill">
            <a:hlinkClick r:id="rId5"/>
            <a:extLst>
              <a:ext uri="{FF2B5EF4-FFF2-40B4-BE49-F238E27FC236}">
                <a16:creationId xmlns:a16="http://schemas.microsoft.com/office/drawing/2014/main" id="{79FF987A-BA74-58EE-E2A4-E86D323C35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30352" y="390527"/>
            <a:ext cx="914400" cy="914400"/>
          </a:xfrm>
          <a:prstGeom prst="rect">
            <a:avLst/>
          </a:prstGeom>
        </p:spPr>
      </p:pic>
    </p:spTree>
    <p:extLst>
      <p:ext uri="{BB962C8B-B14F-4D97-AF65-F5344CB8AC3E}">
        <p14:creationId xmlns:p14="http://schemas.microsoft.com/office/powerpoint/2010/main" val="256577085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ext Box 1"/>
          <p:cNvSpPr txBox="1">
            <a:spLocks noChangeArrowheads="1"/>
          </p:cNvSpPr>
          <p:nvPr/>
        </p:nvSpPr>
        <p:spPr bwMode="auto">
          <a:xfrm>
            <a:off x="-214559" y="-1482437"/>
            <a:ext cx="6042726" cy="45227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nchorCtr="1"/>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FFFFFF"/>
                </a:solidFill>
                <a:latin typeface="Arial" charset="0"/>
                <a:ea typeface="ＭＳ Ｐゴシック" charset="0"/>
                <a:cs typeface="ＭＳ Ｐゴシック" charset="0"/>
              </a:defRPr>
            </a:lvl9pPr>
          </a:lstStyle>
          <a:p>
            <a:pPr algn="ctr"/>
            <a:r>
              <a:rPr lang="en-US" sz="4400" b="1" dirty="0">
                <a:solidFill>
                  <a:srgbClr val="D9D9FF"/>
                </a:solidFill>
                <a:effectLst>
                  <a:outerShdw blurRad="38100" dist="38100" dir="2700000" algn="tl">
                    <a:srgbClr val="000000"/>
                  </a:outerShdw>
                </a:effectLst>
              </a:rPr>
              <a:t>AES </a:t>
            </a:r>
          </a:p>
          <a:p>
            <a:pPr algn="ctr"/>
            <a:r>
              <a:rPr lang="en-US" sz="4400" b="1" dirty="0">
                <a:solidFill>
                  <a:srgbClr val="D9D9FF"/>
                </a:solidFill>
                <a:effectLst>
                  <a:outerShdw blurRad="38100" dist="38100" dir="2700000" algn="tl">
                    <a:srgbClr val="000000"/>
                  </a:outerShdw>
                </a:effectLst>
              </a:rPr>
              <a:t>Encryption Process</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3285" y="268050"/>
            <a:ext cx="6215032" cy="6356350"/>
          </a:xfrm>
          <a:prstGeom prst="rect">
            <a:avLst/>
          </a:prstGeom>
          <a:noFill/>
          <a:ln>
            <a:noFill/>
          </a:ln>
          <a:effectLst/>
          <a:extLst>
            <a:ext uri="{909E8E84-426E-40dd-AFC4-6F175D3DCCD1}">
              <a14:hiddenFill xmlns:a14="http://schemas.microsoft.com/office/drawing/2010/main" xmlns="">
                <a:blipFill dpi="0" rotWithShape="0">
                  <a:blip/>
                  <a:srcRect/>
                  <a:stretch>
                    <a:fillRect/>
                  </a:stretch>
                </a:blipFill>
              </a14:hiddenFill>
            </a:ext>
            <a:ext uri="{91240B29-F687-4f45-9708-019B960494DF}">
              <a14:hiddenLine xmlns:a14="http://schemas.microsoft.com/office/drawing/2010/main" xmlns="" w="9525">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graphicFrame>
        <p:nvGraphicFramePr>
          <p:cNvPr id="4" name="Table 2">
            <a:extLst>
              <a:ext uri="{FF2B5EF4-FFF2-40B4-BE49-F238E27FC236}">
                <a16:creationId xmlns:a16="http://schemas.microsoft.com/office/drawing/2014/main" id="{0DC0C0A7-520A-4631-802A-0F4478A0EA0E}"/>
              </a:ext>
            </a:extLst>
          </p:cNvPr>
          <p:cNvGraphicFramePr>
            <a:graphicFrameLocks noGrp="1"/>
          </p:cNvGraphicFramePr>
          <p:nvPr>
            <p:extLst>
              <p:ext uri="{D42A27DB-BD31-4B8C-83A1-F6EECF244321}">
                <p14:modId xmlns:p14="http://schemas.microsoft.com/office/powerpoint/2010/main" val="1816574025"/>
              </p:ext>
            </p:extLst>
          </p:nvPr>
        </p:nvGraphicFramePr>
        <p:xfrm>
          <a:off x="236580" y="3997482"/>
          <a:ext cx="5430590" cy="1584960"/>
        </p:xfrm>
        <a:graphic>
          <a:graphicData uri="http://schemas.openxmlformats.org/drawingml/2006/table">
            <a:tbl>
              <a:tblPr firstRow="1" bandRow="1">
                <a:tableStyleId>{B301B821-A1FF-4177-AEE7-76D212191A09}</a:tableStyleId>
              </a:tblPr>
              <a:tblGrid>
                <a:gridCol w="2509379">
                  <a:extLst>
                    <a:ext uri="{9D8B030D-6E8A-4147-A177-3AD203B41FA5}">
                      <a16:colId xmlns:a16="http://schemas.microsoft.com/office/drawing/2014/main" val="3803072489"/>
                    </a:ext>
                  </a:extLst>
                </a:gridCol>
                <a:gridCol w="2921211">
                  <a:extLst>
                    <a:ext uri="{9D8B030D-6E8A-4147-A177-3AD203B41FA5}">
                      <a16:colId xmlns:a16="http://schemas.microsoft.com/office/drawing/2014/main" val="723785743"/>
                    </a:ext>
                  </a:extLst>
                </a:gridCol>
              </a:tblGrid>
              <a:tr h="370840">
                <a:tc>
                  <a:txBody>
                    <a:bodyPr/>
                    <a:lstStyle/>
                    <a:p>
                      <a:r>
                        <a:rPr lang="en-MY" sz="2000" dirty="0"/>
                        <a:t>No of Rounds</a:t>
                      </a:r>
                    </a:p>
                  </a:txBody>
                  <a:tcPr/>
                </a:tc>
                <a:tc>
                  <a:txBody>
                    <a:bodyPr/>
                    <a:lstStyle/>
                    <a:p>
                      <a:r>
                        <a:rPr lang="en-MY" sz="2000" dirty="0"/>
                        <a:t>Key Length</a:t>
                      </a:r>
                    </a:p>
                  </a:txBody>
                  <a:tcPr/>
                </a:tc>
                <a:extLst>
                  <a:ext uri="{0D108BD9-81ED-4DB2-BD59-A6C34878D82A}">
                    <a16:rowId xmlns:a16="http://schemas.microsoft.com/office/drawing/2014/main" val="1382883261"/>
                  </a:ext>
                </a:extLst>
              </a:tr>
              <a:tr h="370840">
                <a:tc>
                  <a:txBody>
                    <a:bodyPr/>
                    <a:lstStyle/>
                    <a:p>
                      <a:pPr algn="ctr"/>
                      <a:r>
                        <a:rPr lang="en-MY" sz="2000" dirty="0"/>
                        <a:t>10</a:t>
                      </a:r>
                    </a:p>
                  </a:txBody>
                  <a:tcPr/>
                </a:tc>
                <a:tc>
                  <a:txBody>
                    <a:bodyPr/>
                    <a:lstStyle/>
                    <a:p>
                      <a:pPr algn="ctr"/>
                      <a:r>
                        <a:rPr lang="en-MY" sz="2000" dirty="0"/>
                        <a:t>16 Byte (128 bits)</a:t>
                      </a:r>
                    </a:p>
                  </a:txBody>
                  <a:tcPr/>
                </a:tc>
                <a:extLst>
                  <a:ext uri="{0D108BD9-81ED-4DB2-BD59-A6C34878D82A}">
                    <a16:rowId xmlns:a16="http://schemas.microsoft.com/office/drawing/2014/main" val="3056134592"/>
                  </a:ext>
                </a:extLst>
              </a:tr>
              <a:tr h="370840">
                <a:tc>
                  <a:txBody>
                    <a:bodyPr/>
                    <a:lstStyle/>
                    <a:p>
                      <a:pPr algn="ctr"/>
                      <a:r>
                        <a:rPr lang="en-MY" sz="2000" dirty="0"/>
                        <a:t>12</a:t>
                      </a:r>
                    </a:p>
                  </a:txBody>
                  <a:tcPr/>
                </a:tc>
                <a:tc>
                  <a:txBody>
                    <a:bodyPr/>
                    <a:lstStyle/>
                    <a:p>
                      <a:pPr algn="ctr"/>
                      <a:r>
                        <a:rPr lang="en-MY" sz="2000" dirty="0"/>
                        <a:t>24 Byte (192 Bits)</a:t>
                      </a:r>
                    </a:p>
                  </a:txBody>
                  <a:tcPr/>
                </a:tc>
                <a:extLst>
                  <a:ext uri="{0D108BD9-81ED-4DB2-BD59-A6C34878D82A}">
                    <a16:rowId xmlns:a16="http://schemas.microsoft.com/office/drawing/2014/main" val="2008572991"/>
                  </a:ext>
                </a:extLst>
              </a:tr>
              <a:tr h="297724">
                <a:tc>
                  <a:txBody>
                    <a:bodyPr/>
                    <a:lstStyle/>
                    <a:p>
                      <a:pPr algn="ctr"/>
                      <a:r>
                        <a:rPr lang="en-MY" sz="2000" dirty="0"/>
                        <a:t>14</a:t>
                      </a:r>
                    </a:p>
                  </a:txBody>
                  <a:tcPr/>
                </a:tc>
                <a:tc>
                  <a:txBody>
                    <a:bodyPr/>
                    <a:lstStyle/>
                    <a:p>
                      <a:pPr algn="ctr"/>
                      <a:r>
                        <a:rPr lang="en-MY" sz="2000" dirty="0"/>
                        <a:t>32 Byte (256 Bits)</a:t>
                      </a:r>
                    </a:p>
                  </a:txBody>
                  <a:tcPr/>
                </a:tc>
                <a:extLst>
                  <a:ext uri="{0D108BD9-81ED-4DB2-BD59-A6C34878D82A}">
                    <a16:rowId xmlns:a16="http://schemas.microsoft.com/office/drawing/2014/main" val="3819882694"/>
                  </a:ext>
                </a:extLst>
              </a:tr>
            </a:tbl>
          </a:graphicData>
        </a:graphic>
      </p:graphicFrame>
      <p:sp>
        <p:nvSpPr>
          <p:cNvPr id="5" name="TextBox 4">
            <a:extLst>
              <a:ext uri="{FF2B5EF4-FFF2-40B4-BE49-F238E27FC236}">
                <a16:creationId xmlns:a16="http://schemas.microsoft.com/office/drawing/2014/main" id="{633FAA46-B932-404E-97EA-A623FC850D0D}"/>
              </a:ext>
            </a:extLst>
          </p:cNvPr>
          <p:cNvSpPr txBox="1"/>
          <p:nvPr/>
        </p:nvSpPr>
        <p:spPr>
          <a:xfrm>
            <a:off x="193683" y="3446225"/>
            <a:ext cx="5430589" cy="461665"/>
          </a:xfrm>
          <a:prstGeom prst="rect">
            <a:avLst/>
          </a:prstGeom>
          <a:noFill/>
        </p:spPr>
        <p:txBody>
          <a:bodyPr wrap="none" rtlCol="0">
            <a:spAutoFit/>
          </a:bodyPr>
          <a:lstStyle/>
          <a:p>
            <a:r>
              <a:rPr lang="en-MY" sz="2400" dirty="0"/>
              <a:t>No of Rounds depends on the Key Length</a:t>
            </a:r>
          </a:p>
        </p:txBody>
      </p:sp>
      <p:sp>
        <p:nvSpPr>
          <p:cNvPr id="6" name="TextBox 5">
            <a:extLst>
              <a:ext uri="{FF2B5EF4-FFF2-40B4-BE49-F238E27FC236}">
                <a16:creationId xmlns:a16="http://schemas.microsoft.com/office/drawing/2014/main" id="{D623EA5D-9C4B-49CA-B0F8-79E5B4C5DDA5}"/>
              </a:ext>
            </a:extLst>
          </p:cNvPr>
          <p:cNvSpPr txBox="1"/>
          <p:nvPr/>
        </p:nvSpPr>
        <p:spPr>
          <a:xfrm>
            <a:off x="236580" y="2019540"/>
            <a:ext cx="4672383"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fontAlgn="base">
              <a:spcBef>
                <a:spcPct val="0"/>
              </a:spcBef>
              <a:spcAft>
                <a:spcPct val="0"/>
              </a:spcAft>
            </a:pPr>
            <a:r>
              <a:rPr lang="en-MY" sz="2400" dirty="0">
                <a:solidFill>
                  <a:prstClr val="black"/>
                </a:solidFill>
                <a:latin typeface="Bahnschrift" panose="020B0502040204020203" pitchFamily="34" charset="0"/>
              </a:rPr>
              <a:t>Plain Text Block Size = 128 Bits</a:t>
            </a:r>
          </a:p>
        </p:txBody>
      </p:sp>
      <p:sp>
        <p:nvSpPr>
          <p:cNvPr id="13" name="TextBox 12">
            <a:extLst>
              <a:ext uri="{FF2B5EF4-FFF2-40B4-BE49-F238E27FC236}">
                <a16:creationId xmlns:a16="http://schemas.microsoft.com/office/drawing/2014/main" id="{9BD73849-22EB-43A9-BDF1-307A77250F1A}"/>
              </a:ext>
            </a:extLst>
          </p:cNvPr>
          <p:cNvSpPr txBox="1"/>
          <p:nvPr/>
        </p:nvSpPr>
        <p:spPr>
          <a:xfrm>
            <a:off x="236581" y="2578686"/>
            <a:ext cx="4672382" cy="461665"/>
          </a:xfrm>
          <a:prstGeom prst="rect">
            <a:avLst/>
          </a:prstGeom>
          <a:solidFill>
            <a:schemeClr val="accent2"/>
          </a:solidFill>
        </p:spPr>
        <p:txBody>
          <a:bodyPr wrap="square">
            <a:spAutoFit/>
          </a:bodyPr>
          <a:lstStyle/>
          <a:p>
            <a:r>
              <a:rPr lang="en-MY" sz="2400" dirty="0">
                <a:solidFill>
                  <a:prstClr val="black"/>
                </a:solidFill>
                <a:latin typeface="Bahnschrift" panose="020B0502040204020203" pitchFamily="34" charset="0"/>
              </a:rPr>
              <a:t>Cipher Text Block Size = 128 Bits</a:t>
            </a:r>
            <a:endParaRPr lang="en-MY" sz="2400" dirty="0">
              <a:latin typeface="Bahnschrift" panose="020B0502040204020203" pitchFamily="34" charset="0"/>
            </a:endParaRPr>
          </a:p>
        </p:txBody>
      </p:sp>
    </p:spTree>
    <p:extLst>
      <p:ext uri="{BB962C8B-B14F-4D97-AF65-F5344CB8AC3E}">
        <p14:creationId xmlns:p14="http://schemas.microsoft.com/office/powerpoint/2010/main" val="178336424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A6A60-E7F0-4C43-AAF6-6D43E05CFBF0}"/>
              </a:ext>
            </a:extLst>
          </p:cNvPr>
          <p:cNvSpPr>
            <a:spLocks noGrp="1"/>
          </p:cNvSpPr>
          <p:nvPr>
            <p:ph type="title"/>
          </p:nvPr>
        </p:nvSpPr>
        <p:spPr>
          <a:xfrm>
            <a:off x="154343" y="0"/>
            <a:ext cx="11360800" cy="763600"/>
          </a:xfrm>
        </p:spPr>
        <p:txBody>
          <a:bodyPr/>
          <a:lstStyle/>
          <a:p>
            <a:r>
              <a:rPr lang="en-US" dirty="0"/>
              <a:t>AES – Steps</a:t>
            </a:r>
            <a:endParaRPr lang="en-MY" dirty="0"/>
          </a:p>
        </p:txBody>
      </p:sp>
      <p:pic>
        <p:nvPicPr>
          <p:cNvPr id="4" name="Picture 3">
            <a:extLst>
              <a:ext uri="{FF2B5EF4-FFF2-40B4-BE49-F238E27FC236}">
                <a16:creationId xmlns:a16="http://schemas.microsoft.com/office/drawing/2014/main" id="{B8E27DE6-BF3E-DF43-1737-A4C242B58180}"/>
              </a:ext>
            </a:extLst>
          </p:cNvPr>
          <p:cNvPicPr>
            <a:picLocks noChangeAspect="1"/>
          </p:cNvPicPr>
          <p:nvPr/>
        </p:nvPicPr>
        <p:blipFill>
          <a:blip r:embed="rId3"/>
          <a:stretch>
            <a:fillRect/>
          </a:stretch>
        </p:blipFill>
        <p:spPr>
          <a:xfrm>
            <a:off x="154343" y="763599"/>
            <a:ext cx="11883314" cy="5885173"/>
          </a:xfrm>
          <a:prstGeom prst="rect">
            <a:avLst/>
          </a:prstGeom>
        </p:spPr>
      </p:pic>
    </p:spTree>
    <p:extLst>
      <p:ext uri="{BB962C8B-B14F-4D97-AF65-F5344CB8AC3E}">
        <p14:creationId xmlns:p14="http://schemas.microsoft.com/office/powerpoint/2010/main" val="41382658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AES – Algorithm</a:t>
            </a:r>
          </a:p>
        </p:txBody>
      </p:sp>
      <p:pic>
        <p:nvPicPr>
          <p:cNvPr id="6" name="Picture 5"/>
          <p:cNvPicPr>
            <a:picLocks noChangeAspect="1"/>
          </p:cNvPicPr>
          <p:nvPr/>
        </p:nvPicPr>
        <p:blipFill>
          <a:blip r:embed="rId2"/>
          <a:stretch>
            <a:fillRect/>
          </a:stretch>
        </p:blipFill>
        <p:spPr>
          <a:xfrm>
            <a:off x="635431" y="985969"/>
            <a:ext cx="11140969" cy="5394940"/>
          </a:xfrm>
          <a:prstGeom prst="rect">
            <a:avLst/>
          </a:prstGeom>
        </p:spPr>
      </p:pic>
    </p:spTree>
    <p:extLst>
      <p:ext uri="{BB962C8B-B14F-4D97-AF65-F5344CB8AC3E}">
        <p14:creationId xmlns:p14="http://schemas.microsoft.com/office/powerpoint/2010/main" val="679010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A6A60-E7F0-4C43-AAF6-6D43E05CFBF0}"/>
              </a:ext>
            </a:extLst>
          </p:cNvPr>
          <p:cNvSpPr>
            <a:spLocks noGrp="1"/>
          </p:cNvSpPr>
          <p:nvPr>
            <p:ph type="title"/>
          </p:nvPr>
        </p:nvSpPr>
        <p:spPr>
          <a:xfrm>
            <a:off x="154343" y="0"/>
            <a:ext cx="11360800" cy="763600"/>
          </a:xfrm>
        </p:spPr>
        <p:txBody>
          <a:bodyPr/>
          <a:lstStyle/>
          <a:p>
            <a:r>
              <a:rPr lang="en-US" dirty="0"/>
              <a:t>AES – Algorithm</a:t>
            </a:r>
            <a:endParaRPr lang="en-MY" dirty="0"/>
          </a:p>
        </p:txBody>
      </p:sp>
      <p:sp>
        <p:nvSpPr>
          <p:cNvPr id="3" name="Content Placeholder 2">
            <a:extLst>
              <a:ext uri="{FF2B5EF4-FFF2-40B4-BE49-F238E27FC236}">
                <a16:creationId xmlns:a16="http://schemas.microsoft.com/office/drawing/2014/main" id="{EE8D03D4-A33F-49B3-AB5A-157E8BD285A2}"/>
              </a:ext>
            </a:extLst>
          </p:cNvPr>
          <p:cNvSpPr>
            <a:spLocks noGrp="1"/>
          </p:cNvSpPr>
          <p:nvPr>
            <p:ph idx="1"/>
          </p:nvPr>
        </p:nvSpPr>
        <p:spPr>
          <a:xfrm>
            <a:off x="154343" y="419995"/>
            <a:ext cx="11883314" cy="6011802"/>
          </a:xfrm>
        </p:spPr>
        <p:txBody>
          <a:bodyPr/>
          <a:lstStyle/>
          <a:p>
            <a:pPr algn="l">
              <a:spcBef>
                <a:spcPts val="600"/>
              </a:spcBef>
              <a:buFont typeface="+mj-lt"/>
              <a:buAutoNum type="arabicPeriod"/>
            </a:pPr>
            <a:r>
              <a:rPr lang="en-US" b="1" i="0" dirty="0" err="1">
                <a:solidFill>
                  <a:schemeClr val="tx2">
                    <a:lumMod val="60000"/>
                    <a:lumOff val="40000"/>
                  </a:schemeClr>
                </a:solidFill>
                <a:effectLst/>
                <a:latin typeface="Courier New" panose="02070309020205020404" pitchFamily="49" charset="0"/>
              </a:rPr>
              <a:t>KeyExpansion</a:t>
            </a:r>
            <a:r>
              <a:rPr lang="en-US" b="0" i="0" dirty="0">
                <a:solidFill>
                  <a:schemeClr val="bg2">
                    <a:lumMod val="40000"/>
                    <a:lumOff val="60000"/>
                  </a:schemeClr>
                </a:solidFill>
                <a:effectLst/>
                <a:latin typeface="Arial" panose="020B0604020202020204" pitchFamily="34" charset="0"/>
              </a:rPr>
              <a:t> – round keys are derived from the cipher key using the </a:t>
            </a:r>
            <a:r>
              <a:rPr lang="en-US" b="0" i="0" u="none" strike="noStrike" dirty="0">
                <a:solidFill>
                  <a:schemeClr val="bg2">
                    <a:lumMod val="40000"/>
                    <a:lumOff val="60000"/>
                  </a:schemeClr>
                </a:solidFill>
                <a:effectLst/>
                <a:latin typeface="Arial" panose="020B0604020202020204" pitchFamily="34" charset="0"/>
                <a:hlinkClick r:id="rId3" tooltip="AES key schedule">
                  <a:extLst>
                    <a:ext uri="{A12FA001-AC4F-418D-AE19-62706E023703}">
                      <ahyp:hlinkClr xmlns:ahyp="http://schemas.microsoft.com/office/drawing/2018/hyperlinkcolor" val="tx"/>
                    </a:ext>
                  </a:extLst>
                </a:hlinkClick>
              </a:rPr>
              <a:t>AES key schedule</a:t>
            </a:r>
            <a:r>
              <a:rPr lang="en-US" b="0" i="0" dirty="0">
                <a:solidFill>
                  <a:schemeClr val="bg2">
                    <a:lumMod val="40000"/>
                    <a:lumOff val="60000"/>
                  </a:schemeClr>
                </a:solidFill>
                <a:effectLst/>
                <a:latin typeface="Arial" panose="020B0604020202020204" pitchFamily="34" charset="0"/>
              </a:rPr>
              <a:t>. AES requires a separate 128-bit round key block for each round plus one more.</a:t>
            </a:r>
          </a:p>
          <a:p>
            <a:pPr algn="l">
              <a:spcBef>
                <a:spcPts val="600"/>
              </a:spcBef>
              <a:buFont typeface="+mj-lt"/>
              <a:buAutoNum type="arabicPeriod"/>
            </a:pPr>
            <a:endParaRPr lang="en-US" sz="800" b="0" i="0" dirty="0">
              <a:solidFill>
                <a:schemeClr val="bg2">
                  <a:lumMod val="40000"/>
                  <a:lumOff val="60000"/>
                </a:schemeClr>
              </a:solidFill>
              <a:effectLst/>
              <a:latin typeface="Arial" panose="020B0604020202020204" pitchFamily="34" charset="0"/>
            </a:endParaRPr>
          </a:p>
          <a:p>
            <a:pPr algn="l">
              <a:spcBef>
                <a:spcPts val="600"/>
              </a:spcBef>
              <a:buFont typeface="+mj-lt"/>
              <a:buAutoNum type="arabicPeriod"/>
            </a:pPr>
            <a:r>
              <a:rPr lang="en-US" b="1" i="0" dirty="0">
                <a:solidFill>
                  <a:srgbClr val="92D050"/>
                </a:solidFill>
                <a:effectLst/>
                <a:latin typeface="Arial" panose="020B0604020202020204" pitchFamily="34" charset="0"/>
              </a:rPr>
              <a:t>Initial round key addition:</a:t>
            </a:r>
          </a:p>
          <a:p>
            <a:pPr marL="742950" lvl="1" indent="-285750" algn="l">
              <a:spcBef>
                <a:spcPts val="600"/>
              </a:spcBef>
              <a:buFont typeface="+mj-lt"/>
              <a:buAutoNum type="arabicPeriod"/>
            </a:pPr>
            <a:r>
              <a:rPr lang="en-US" b="0" i="0" dirty="0" err="1">
                <a:solidFill>
                  <a:schemeClr val="tx2">
                    <a:lumMod val="60000"/>
                    <a:lumOff val="40000"/>
                  </a:schemeClr>
                </a:solidFill>
                <a:effectLst/>
                <a:latin typeface="Courier New" panose="02070309020205020404" pitchFamily="49" charset="0"/>
              </a:rPr>
              <a:t>AddRoundKey</a:t>
            </a:r>
            <a:r>
              <a:rPr lang="en-US" b="0" i="0" dirty="0">
                <a:solidFill>
                  <a:schemeClr val="tx2">
                    <a:lumMod val="60000"/>
                    <a:lumOff val="40000"/>
                  </a:schemeClr>
                </a:solidFill>
                <a:effectLst/>
                <a:latin typeface="Arial" panose="020B0604020202020204" pitchFamily="34" charset="0"/>
              </a:rPr>
              <a:t> </a:t>
            </a:r>
            <a:r>
              <a:rPr lang="en-US" b="0" i="0" dirty="0">
                <a:solidFill>
                  <a:schemeClr val="bg2">
                    <a:lumMod val="40000"/>
                    <a:lumOff val="60000"/>
                  </a:schemeClr>
                </a:solidFill>
                <a:effectLst/>
                <a:latin typeface="Arial" panose="020B0604020202020204" pitchFamily="34" charset="0"/>
              </a:rPr>
              <a:t>– each byte of the state matrix is combined with a byte of the round key using </a:t>
            </a:r>
            <a:r>
              <a:rPr lang="en-US" b="0" i="0" u="none" strike="noStrike" dirty="0">
                <a:solidFill>
                  <a:schemeClr val="bg2">
                    <a:lumMod val="40000"/>
                    <a:lumOff val="60000"/>
                  </a:schemeClr>
                </a:solidFill>
                <a:effectLst/>
                <a:latin typeface="Arial" panose="020B0604020202020204" pitchFamily="34" charset="0"/>
                <a:hlinkClick r:id="rId4" tooltip="Bitwise xor">
                  <a:extLst>
                    <a:ext uri="{A12FA001-AC4F-418D-AE19-62706E023703}">
                      <ahyp:hlinkClr xmlns:ahyp="http://schemas.microsoft.com/office/drawing/2018/hyperlinkcolor" val="tx"/>
                    </a:ext>
                  </a:extLst>
                </a:hlinkClick>
              </a:rPr>
              <a:t>bitwise </a:t>
            </a:r>
            <a:r>
              <a:rPr lang="en-US" b="0" i="0" u="none" strike="noStrike" dirty="0" err="1">
                <a:solidFill>
                  <a:schemeClr val="bg2">
                    <a:lumMod val="40000"/>
                    <a:lumOff val="60000"/>
                  </a:schemeClr>
                </a:solidFill>
                <a:effectLst/>
                <a:latin typeface="Arial" panose="020B0604020202020204" pitchFamily="34" charset="0"/>
                <a:hlinkClick r:id="rId4" tooltip="Bitwise xor">
                  <a:extLst>
                    <a:ext uri="{A12FA001-AC4F-418D-AE19-62706E023703}">
                      <ahyp:hlinkClr xmlns:ahyp="http://schemas.microsoft.com/office/drawing/2018/hyperlinkcolor" val="tx"/>
                    </a:ext>
                  </a:extLst>
                </a:hlinkClick>
              </a:rPr>
              <a:t>xor</a:t>
            </a:r>
            <a:r>
              <a:rPr lang="en-US" b="0" i="0" dirty="0">
                <a:solidFill>
                  <a:schemeClr val="bg2">
                    <a:lumMod val="40000"/>
                    <a:lumOff val="60000"/>
                  </a:schemeClr>
                </a:solidFill>
                <a:effectLst/>
                <a:latin typeface="Arial" panose="020B0604020202020204" pitchFamily="34" charset="0"/>
              </a:rPr>
              <a:t>.</a:t>
            </a:r>
          </a:p>
          <a:p>
            <a:pPr marL="742950" lvl="1" indent="-285750" algn="l">
              <a:spcBef>
                <a:spcPts val="600"/>
              </a:spcBef>
              <a:buFont typeface="+mj-lt"/>
              <a:buAutoNum type="arabicPeriod"/>
            </a:pPr>
            <a:endParaRPr lang="en-US" sz="500" b="0" i="0" dirty="0">
              <a:solidFill>
                <a:schemeClr val="bg2">
                  <a:lumMod val="40000"/>
                  <a:lumOff val="60000"/>
                </a:schemeClr>
              </a:solidFill>
              <a:effectLst/>
              <a:latin typeface="Arial" panose="020B0604020202020204" pitchFamily="34" charset="0"/>
            </a:endParaRPr>
          </a:p>
          <a:p>
            <a:pPr algn="l">
              <a:spcBef>
                <a:spcPts val="600"/>
              </a:spcBef>
              <a:buFont typeface="+mj-lt"/>
              <a:buAutoNum type="arabicPeriod"/>
            </a:pPr>
            <a:r>
              <a:rPr lang="en-US" b="1" i="0" dirty="0">
                <a:solidFill>
                  <a:srgbClr val="92D050"/>
                </a:solidFill>
                <a:effectLst/>
                <a:latin typeface="Arial" panose="020B0604020202020204" pitchFamily="34" charset="0"/>
              </a:rPr>
              <a:t>9, 11 or 13 rounds (Round Functions):</a:t>
            </a:r>
          </a:p>
          <a:p>
            <a:pPr marL="742950" lvl="1" indent="-285750" algn="l">
              <a:spcBef>
                <a:spcPts val="600"/>
              </a:spcBef>
              <a:buFont typeface="+mj-lt"/>
              <a:buAutoNum type="arabicPeriod"/>
            </a:pPr>
            <a:r>
              <a:rPr lang="en-US" b="0" i="0" dirty="0" err="1">
                <a:solidFill>
                  <a:schemeClr val="tx2">
                    <a:lumMod val="60000"/>
                    <a:lumOff val="40000"/>
                  </a:schemeClr>
                </a:solidFill>
                <a:effectLst/>
                <a:latin typeface="Courier New" panose="02070309020205020404" pitchFamily="49" charset="0"/>
              </a:rPr>
              <a:t>SubBytes</a:t>
            </a:r>
            <a:r>
              <a:rPr lang="en-US" b="0" i="0" dirty="0">
                <a:solidFill>
                  <a:schemeClr val="tx2">
                    <a:lumMod val="60000"/>
                    <a:lumOff val="40000"/>
                  </a:schemeClr>
                </a:solidFill>
                <a:effectLst/>
                <a:latin typeface="Arial" panose="020B0604020202020204" pitchFamily="34" charset="0"/>
              </a:rPr>
              <a:t> </a:t>
            </a:r>
            <a:r>
              <a:rPr lang="en-US" b="0" i="0" dirty="0">
                <a:solidFill>
                  <a:schemeClr val="bg2">
                    <a:lumMod val="40000"/>
                    <a:lumOff val="60000"/>
                  </a:schemeClr>
                </a:solidFill>
                <a:effectLst/>
                <a:latin typeface="Arial" panose="020B0604020202020204" pitchFamily="34" charset="0"/>
              </a:rPr>
              <a:t>– a </a:t>
            </a:r>
            <a:r>
              <a:rPr lang="en-US" b="0" i="0" u="none" strike="noStrike" dirty="0">
                <a:solidFill>
                  <a:schemeClr val="bg2">
                    <a:lumMod val="40000"/>
                    <a:lumOff val="60000"/>
                  </a:schemeClr>
                </a:solidFill>
                <a:effectLst/>
                <a:latin typeface="Arial" panose="020B0604020202020204" pitchFamily="34" charset="0"/>
                <a:hlinkClick r:id="rId5" tooltip="Linear map">
                  <a:extLst>
                    <a:ext uri="{A12FA001-AC4F-418D-AE19-62706E023703}">
                      <ahyp:hlinkClr xmlns:ahyp="http://schemas.microsoft.com/office/drawing/2018/hyperlinkcolor" val="tx"/>
                    </a:ext>
                  </a:extLst>
                </a:hlinkClick>
              </a:rPr>
              <a:t>non-linear</a:t>
            </a:r>
            <a:r>
              <a:rPr lang="en-US" b="0" i="0" dirty="0">
                <a:solidFill>
                  <a:schemeClr val="bg2">
                    <a:lumMod val="40000"/>
                    <a:lumOff val="60000"/>
                  </a:schemeClr>
                </a:solidFill>
                <a:effectLst/>
                <a:latin typeface="Arial" panose="020B0604020202020204" pitchFamily="34" charset="0"/>
              </a:rPr>
              <a:t> substitution step where each byte is replaced with another according to a </a:t>
            </a:r>
            <a:r>
              <a:rPr lang="en-US" b="0" i="0" u="none" strike="noStrike" dirty="0">
                <a:solidFill>
                  <a:schemeClr val="bg2">
                    <a:lumMod val="40000"/>
                    <a:lumOff val="60000"/>
                  </a:schemeClr>
                </a:solidFill>
                <a:effectLst/>
                <a:latin typeface="Arial" panose="020B0604020202020204" pitchFamily="34" charset="0"/>
                <a:hlinkClick r:id="rId6" tooltip="Rijndael S-box">
                  <a:extLst>
                    <a:ext uri="{A12FA001-AC4F-418D-AE19-62706E023703}">
                      <ahyp:hlinkClr xmlns:ahyp="http://schemas.microsoft.com/office/drawing/2018/hyperlinkcolor" val="tx"/>
                    </a:ext>
                  </a:extLst>
                </a:hlinkClick>
              </a:rPr>
              <a:t>lookup table</a:t>
            </a:r>
            <a:r>
              <a:rPr lang="en-US" b="0" i="0" dirty="0">
                <a:solidFill>
                  <a:schemeClr val="bg2">
                    <a:lumMod val="40000"/>
                    <a:lumOff val="60000"/>
                  </a:schemeClr>
                </a:solidFill>
                <a:effectLst/>
                <a:latin typeface="Arial" panose="020B0604020202020204" pitchFamily="34" charset="0"/>
              </a:rPr>
              <a:t>.</a:t>
            </a:r>
          </a:p>
          <a:p>
            <a:pPr marL="742950" lvl="1" indent="-285750" algn="l">
              <a:spcBef>
                <a:spcPts val="600"/>
              </a:spcBef>
              <a:buFont typeface="+mj-lt"/>
              <a:buAutoNum type="arabicPeriod"/>
            </a:pPr>
            <a:r>
              <a:rPr lang="en-US" b="0" i="0" dirty="0" err="1">
                <a:solidFill>
                  <a:schemeClr val="tx2">
                    <a:lumMod val="60000"/>
                    <a:lumOff val="40000"/>
                  </a:schemeClr>
                </a:solidFill>
                <a:effectLst/>
                <a:latin typeface="Courier New" panose="02070309020205020404" pitchFamily="49" charset="0"/>
              </a:rPr>
              <a:t>ShiftRows</a:t>
            </a:r>
            <a:r>
              <a:rPr lang="en-US" b="0" i="0" dirty="0">
                <a:solidFill>
                  <a:schemeClr val="bg2">
                    <a:lumMod val="40000"/>
                    <a:lumOff val="60000"/>
                  </a:schemeClr>
                </a:solidFill>
                <a:effectLst/>
                <a:latin typeface="Arial" panose="020B0604020202020204" pitchFamily="34" charset="0"/>
              </a:rPr>
              <a:t> – a transposition step where the last three rows of the state are shifted cyclically a certain number of steps.</a:t>
            </a:r>
          </a:p>
          <a:p>
            <a:pPr marL="742950" lvl="1" indent="-285750" algn="l">
              <a:spcBef>
                <a:spcPts val="600"/>
              </a:spcBef>
              <a:buFont typeface="+mj-lt"/>
              <a:buAutoNum type="arabicPeriod"/>
            </a:pPr>
            <a:r>
              <a:rPr lang="en-US" b="0" i="0" dirty="0" err="1">
                <a:solidFill>
                  <a:schemeClr val="tx2">
                    <a:lumMod val="60000"/>
                    <a:lumOff val="40000"/>
                  </a:schemeClr>
                </a:solidFill>
                <a:effectLst/>
                <a:latin typeface="Courier New" panose="02070309020205020404" pitchFamily="49" charset="0"/>
              </a:rPr>
              <a:t>MixColumns</a:t>
            </a:r>
            <a:r>
              <a:rPr lang="en-US" b="0" i="0" dirty="0">
                <a:solidFill>
                  <a:schemeClr val="tx2">
                    <a:lumMod val="60000"/>
                    <a:lumOff val="40000"/>
                  </a:schemeClr>
                </a:solidFill>
                <a:effectLst/>
                <a:latin typeface="Arial" panose="020B0604020202020204" pitchFamily="34" charset="0"/>
              </a:rPr>
              <a:t> </a:t>
            </a:r>
            <a:r>
              <a:rPr lang="en-US" b="0" i="0" dirty="0">
                <a:solidFill>
                  <a:schemeClr val="bg2">
                    <a:lumMod val="40000"/>
                    <a:lumOff val="60000"/>
                  </a:schemeClr>
                </a:solidFill>
                <a:effectLst/>
                <a:latin typeface="Arial" panose="020B0604020202020204" pitchFamily="34" charset="0"/>
              </a:rPr>
              <a:t>– a linear mixing operation which operates on the columns of the state, combining the four bytes in each column.</a:t>
            </a:r>
          </a:p>
          <a:p>
            <a:pPr marL="742950" lvl="1" indent="-285750" algn="l">
              <a:spcBef>
                <a:spcPts val="600"/>
              </a:spcBef>
              <a:buFont typeface="+mj-lt"/>
              <a:buAutoNum type="arabicPeriod"/>
            </a:pPr>
            <a:r>
              <a:rPr lang="en-US" b="0" i="0" dirty="0" err="1">
                <a:solidFill>
                  <a:schemeClr val="tx2">
                    <a:lumMod val="60000"/>
                    <a:lumOff val="40000"/>
                  </a:schemeClr>
                </a:solidFill>
                <a:effectLst/>
                <a:latin typeface="Courier New" panose="02070309020205020404" pitchFamily="49" charset="0"/>
              </a:rPr>
              <a:t>AddRoundKey</a:t>
            </a:r>
            <a:endParaRPr lang="en-US" b="0" i="0" dirty="0">
              <a:solidFill>
                <a:schemeClr val="tx2">
                  <a:lumMod val="60000"/>
                  <a:lumOff val="40000"/>
                </a:schemeClr>
              </a:solidFill>
              <a:effectLst/>
              <a:latin typeface="Arial" panose="020B0604020202020204" pitchFamily="34" charset="0"/>
            </a:endParaRPr>
          </a:p>
          <a:p>
            <a:pPr algn="l">
              <a:spcBef>
                <a:spcPts val="600"/>
              </a:spcBef>
              <a:buFont typeface="+mj-lt"/>
              <a:buAutoNum type="arabicPeriod"/>
            </a:pPr>
            <a:r>
              <a:rPr lang="en-US" b="0" i="0" dirty="0">
                <a:solidFill>
                  <a:srgbClr val="92D050"/>
                </a:solidFill>
                <a:effectLst/>
                <a:latin typeface="Arial" panose="020B0604020202020204" pitchFamily="34" charset="0"/>
              </a:rPr>
              <a:t>Final round (making 10, 12 or 14 rounds in total):</a:t>
            </a:r>
          </a:p>
          <a:p>
            <a:pPr marL="742950" lvl="1" indent="-285750" algn="l">
              <a:spcBef>
                <a:spcPts val="600"/>
              </a:spcBef>
              <a:buFont typeface="+mj-lt"/>
              <a:buAutoNum type="arabicPeriod"/>
            </a:pPr>
            <a:r>
              <a:rPr lang="en-US" b="0" i="0" dirty="0" err="1">
                <a:solidFill>
                  <a:schemeClr val="tx2">
                    <a:lumMod val="60000"/>
                    <a:lumOff val="40000"/>
                  </a:schemeClr>
                </a:solidFill>
                <a:effectLst/>
                <a:latin typeface="Courier New" panose="02070309020205020404" pitchFamily="49" charset="0"/>
              </a:rPr>
              <a:t>SubBytes</a:t>
            </a:r>
            <a:endParaRPr lang="en-US" b="0" i="0" dirty="0">
              <a:solidFill>
                <a:schemeClr val="tx2">
                  <a:lumMod val="60000"/>
                  <a:lumOff val="40000"/>
                </a:schemeClr>
              </a:solidFill>
              <a:effectLst/>
              <a:latin typeface="Arial" panose="020B0604020202020204" pitchFamily="34" charset="0"/>
            </a:endParaRPr>
          </a:p>
          <a:p>
            <a:pPr marL="742950" lvl="1" indent="-285750" algn="l">
              <a:spcBef>
                <a:spcPts val="600"/>
              </a:spcBef>
              <a:buFont typeface="+mj-lt"/>
              <a:buAutoNum type="arabicPeriod"/>
            </a:pPr>
            <a:r>
              <a:rPr lang="en-US" b="0" i="0" dirty="0" err="1">
                <a:solidFill>
                  <a:schemeClr val="tx2">
                    <a:lumMod val="60000"/>
                    <a:lumOff val="40000"/>
                  </a:schemeClr>
                </a:solidFill>
                <a:effectLst/>
                <a:latin typeface="Courier New" panose="02070309020205020404" pitchFamily="49" charset="0"/>
              </a:rPr>
              <a:t>ShiftRows</a:t>
            </a:r>
            <a:endParaRPr lang="en-US" b="0" i="0" dirty="0">
              <a:solidFill>
                <a:schemeClr val="tx2">
                  <a:lumMod val="60000"/>
                  <a:lumOff val="40000"/>
                </a:schemeClr>
              </a:solidFill>
              <a:effectLst/>
              <a:latin typeface="Arial" panose="020B0604020202020204" pitchFamily="34" charset="0"/>
            </a:endParaRPr>
          </a:p>
          <a:p>
            <a:pPr marL="742950" lvl="1" indent="-285750" algn="l">
              <a:spcBef>
                <a:spcPts val="600"/>
              </a:spcBef>
              <a:buFont typeface="+mj-lt"/>
              <a:buAutoNum type="arabicPeriod"/>
            </a:pPr>
            <a:r>
              <a:rPr lang="en-US" b="0" i="0" dirty="0" err="1">
                <a:solidFill>
                  <a:schemeClr val="tx2">
                    <a:lumMod val="60000"/>
                    <a:lumOff val="40000"/>
                  </a:schemeClr>
                </a:solidFill>
                <a:effectLst/>
                <a:latin typeface="Courier New" panose="02070309020205020404" pitchFamily="49" charset="0"/>
              </a:rPr>
              <a:t>AddRoundKey</a:t>
            </a:r>
            <a:endParaRPr lang="en-US" b="0" i="0" dirty="0">
              <a:solidFill>
                <a:schemeClr val="tx2">
                  <a:lumMod val="60000"/>
                  <a:lumOff val="40000"/>
                </a:schemeClr>
              </a:solidFill>
              <a:effectLst/>
              <a:latin typeface="Arial" panose="020B0604020202020204" pitchFamily="34" charset="0"/>
            </a:endParaRPr>
          </a:p>
          <a:p>
            <a:endParaRPr lang="en-MY" dirty="0">
              <a:solidFill>
                <a:schemeClr val="bg2">
                  <a:lumMod val="40000"/>
                  <a:lumOff val="60000"/>
                </a:schemeClr>
              </a:solidFill>
            </a:endParaRPr>
          </a:p>
        </p:txBody>
      </p:sp>
    </p:spTree>
    <p:extLst>
      <p:ext uri="{BB962C8B-B14F-4D97-AF65-F5344CB8AC3E}">
        <p14:creationId xmlns:p14="http://schemas.microsoft.com/office/powerpoint/2010/main" val="39823408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AES - Data Structure</a:t>
            </a:r>
          </a:p>
        </p:txBody>
      </p:sp>
      <p:pic>
        <p:nvPicPr>
          <p:cNvPr id="1026" name="Picture 2" descr="https://miro.medium.com/max/4265/1*jJaX681AilaODBiNOdRxog.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722" t="13532" r="11256" b="14296"/>
          <a:stretch/>
        </p:blipFill>
        <p:spPr bwMode="auto">
          <a:xfrm>
            <a:off x="494761" y="801795"/>
            <a:ext cx="6624737" cy="34563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94760" y="4778568"/>
            <a:ext cx="6624737" cy="1200329"/>
          </a:xfrm>
          <a:prstGeom prst="rect">
            <a:avLst/>
          </a:prstGeom>
          <a:solidFill>
            <a:schemeClr val="tx2">
              <a:lumMod val="75000"/>
            </a:schemeClr>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MY" b="1" dirty="0">
                <a:ln w="0"/>
                <a:solidFill>
                  <a:schemeClr val="tx1"/>
                </a:solidFill>
                <a:effectLst>
                  <a:outerShdw blurRad="38100" dist="19050" dir="2700000" algn="tl" rotWithShape="0">
                    <a:schemeClr val="dk1">
                      <a:alpha val="40000"/>
                    </a:schemeClr>
                  </a:outerShdw>
                </a:effectLst>
              </a:rPr>
              <a:t>Each Box in the block (state matrix)</a:t>
            </a:r>
          </a:p>
          <a:p>
            <a:r>
              <a:rPr lang="en-MY" dirty="0"/>
              <a:t>= 1 byte</a:t>
            </a:r>
          </a:p>
          <a:p>
            <a:r>
              <a:rPr lang="en-MY" dirty="0"/>
              <a:t>= 8 bits</a:t>
            </a:r>
          </a:p>
          <a:p>
            <a:r>
              <a:rPr lang="en-MY" dirty="0"/>
              <a:t>= 10100000 (example)</a:t>
            </a:r>
          </a:p>
        </p:txBody>
      </p:sp>
      <p:pic>
        <p:nvPicPr>
          <p:cNvPr id="8194" name="Picture 2">
            <a:extLst>
              <a:ext uri="{FF2B5EF4-FFF2-40B4-BE49-F238E27FC236}">
                <a16:creationId xmlns:a16="http://schemas.microsoft.com/office/drawing/2014/main" id="{2D73AB92-8344-4BC9-AB36-289265AF58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7570" y="801795"/>
            <a:ext cx="4481060" cy="345638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3D9FEDA-BA49-44AD-A890-4EFB86E741C9}"/>
              </a:ext>
            </a:extLst>
          </p:cNvPr>
          <p:cNvSpPr txBox="1"/>
          <p:nvPr/>
        </p:nvSpPr>
        <p:spPr>
          <a:xfrm>
            <a:off x="7497570" y="5147900"/>
            <a:ext cx="4481059" cy="830997"/>
          </a:xfrm>
          <a:prstGeom prst="rect">
            <a:avLst/>
          </a:prstGeom>
          <a:solidFill>
            <a:schemeClr val="tx1">
              <a:lumMod val="50000"/>
              <a:lumOff val="50000"/>
            </a:schemeClr>
          </a:solidFill>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MY" sz="2400" dirty="0">
                <a:latin typeface="Bahnschrift" panose="020B0502040204020203" pitchFamily="34" charset="0"/>
              </a:rPr>
              <a:t>Example</a:t>
            </a:r>
          </a:p>
          <a:p>
            <a:pPr algn="ctr"/>
            <a:r>
              <a:rPr lang="en-MY" sz="2400" dirty="0">
                <a:latin typeface="Bahnschrift" panose="020B0502040204020203" pitchFamily="34" charset="0"/>
              </a:rPr>
              <a:t>= </a:t>
            </a:r>
            <a:r>
              <a:rPr lang="en-MY" sz="2400" dirty="0"/>
              <a:t>1 Letter / Box/Cell</a:t>
            </a:r>
          </a:p>
        </p:txBody>
      </p:sp>
      <p:cxnSp>
        <p:nvCxnSpPr>
          <p:cNvPr id="7" name="Straight Arrow Connector 6">
            <a:extLst>
              <a:ext uri="{FF2B5EF4-FFF2-40B4-BE49-F238E27FC236}">
                <a16:creationId xmlns:a16="http://schemas.microsoft.com/office/drawing/2014/main" id="{DEBB88E4-42D7-A9D8-8F68-6E0706319056}"/>
              </a:ext>
            </a:extLst>
          </p:cNvPr>
          <p:cNvCxnSpPr>
            <a:cxnSpLocks/>
          </p:cNvCxnSpPr>
          <p:nvPr/>
        </p:nvCxnSpPr>
        <p:spPr>
          <a:xfrm flipV="1">
            <a:off x="1057062" y="4112141"/>
            <a:ext cx="0" cy="66642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5178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AES : Initial Round</a:t>
            </a:r>
          </a:p>
        </p:txBody>
      </p:sp>
      <p:sp>
        <p:nvSpPr>
          <p:cNvPr id="3" name="Content Placeholder 2"/>
          <p:cNvSpPr>
            <a:spLocks noGrp="1"/>
          </p:cNvSpPr>
          <p:nvPr>
            <p:ph idx="1"/>
          </p:nvPr>
        </p:nvSpPr>
        <p:spPr>
          <a:xfrm>
            <a:off x="1666191" y="2902380"/>
            <a:ext cx="7570787" cy="4289611"/>
          </a:xfrm>
        </p:spPr>
        <p:txBody>
          <a:bodyPr/>
          <a:lstStyle/>
          <a:p>
            <a:r>
              <a:rPr lang="en-MY" sz="2400" b="1" dirty="0">
                <a:solidFill>
                  <a:schemeClr val="tx2"/>
                </a:solidFill>
              </a:rPr>
              <a:t>1. Add round key</a:t>
            </a:r>
          </a:p>
          <a:p>
            <a:r>
              <a:rPr lang="en-MY" sz="2400" dirty="0"/>
              <a:t>Perform bitwise XOR operation. </a:t>
            </a:r>
          </a:p>
          <a:p>
            <a:r>
              <a:rPr lang="en-MY" sz="2400" dirty="0"/>
              <a:t>128-bit length plaintext (x)</a:t>
            </a:r>
          </a:p>
          <a:p>
            <a:r>
              <a:rPr lang="en-MY" sz="2400" dirty="0"/>
              <a:t>and 128-bit length key (y)</a:t>
            </a:r>
          </a:p>
          <a:p>
            <a:pPr lvl="1">
              <a:spcBef>
                <a:spcPts val="0"/>
              </a:spcBef>
            </a:pPr>
            <a:r>
              <a:rPr lang="en-MY" sz="2400" dirty="0"/>
              <a:t>XOR operate bit by bit</a:t>
            </a:r>
            <a:r>
              <a:rPr lang="en-MY" sz="1800" dirty="0"/>
              <a:t>.</a:t>
            </a:r>
            <a:r>
              <a:rPr lang="en-MY" sz="1800" b="1" dirty="0"/>
              <a:t> </a:t>
            </a:r>
          </a:p>
          <a:p>
            <a:pPr lvl="1">
              <a:spcBef>
                <a:spcPts val="0"/>
              </a:spcBef>
            </a:pPr>
            <a:endParaRPr lang="en-MY" b="1" dirty="0"/>
          </a:p>
          <a:p>
            <a:endParaRPr lang="en-MY" b="1" dirty="0"/>
          </a:p>
        </p:txBody>
      </p:sp>
      <p:pic>
        <p:nvPicPr>
          <p:cNvPr id="6" name="Picture 5"/>
          <p:cNvPicPr>
            <a:picLocks noChangeAspect="1"/>
          </p:cNvPicPr>
          <p:nvPr/>
        </p:nvPicPr>
        <p:blipFill rotWithShape="1">
          <a:blip r:embed="rId2"/>
          <a:srcRect l="11673" t="9250" r="11611" b="70729"/>
          <a:stretch/>
        </p:blipFill>
        <p:spPr>
          <a:xfrm>
            <a:off x="1843136" y="801795"/>
            <a:ext cx="9659646" cy="1752409"/>
          </a:xfrm>
          <a:prstGeom prst="rect">
            <a:avLst/>
          </a:prstGeom>
        </p:spPr>
      </p:pic>
      <p:pic>
        <p:nvPicPr>
          <p:cNvPr id="7" name="Picture 6"/>
          <p:cNvPicPr>
            <a:picLocks noChangeAspect="1"/>
          </p:cNvPicPr>
          <p:nvPr/>
        </p:nvPicPr>
        <p:blipFill rotWithShape="1">
          <a:blip r:embed="rId3"/>
          <a:srcRect l="15917" t="29871" r="15907" b="14142"/>
          <a:stretch/>
        </p:blipFill>
        <p:spPr>
          <a:xfrm>
            <a:off x="8320016" y="2978850"/>
            <a:ext cx="3456384" cy="2649894"/>
          </a:xfrm>
          <a:prstGeom prst="rect">
            <a:avLst/>
          </a:prstGeom>
        </p:spPr>
      </p:pic>
    </p:spTree>
    <p:extLst>
      <p:ext uri="{BB962C8B-B14F-4D97-AF65-F5344CB8AC3E}">
        <p14:creationId xmlns:p14="http://schemas.microsoft.com/office/powerpoint/2010/main" val="3829873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AES : Round Functions</a:t>
            </a:r>
          </a:p>
        </p:txBody>
      </p:sp>
      <p:sp>
        <p:nvSpPr>
          <p:cNvPr id="8" name="Content Placeholder 7"/>
          <p:cNvSpPr>
            <a:spLocks noGrp="1"/>
          </p:cNvSpPr>
          <p:nvPr>
            <p:ph idx="1"/>
          </p:nvPr>
        </p:nvSpPr>
        <p:spPr>
          <a:xfrm>
            <a:off x="4673590" y="1272096"/>
            <a:ext cx="6840386" cy="4718157"/>
          </a:xfrm>
        </p:spPr>
        <p:txBody>
          <a:bodyPr>
            <a:normAutofit fontScale="70000" lnSpcReduction="20000"/>
          </a:bodyPr>
          <a:lstStyle/>
          <a:p>
            <a:pPr algn="just">
              <a:lnSpc>
                <a:spcPct val="110000"/>
              </a:lnSpc>
              <a:spcBef>
                <a:spcPts val="1200"/>
              </a:spcBef>
            </a:pPr>
            <a:r>
              <a:rPr lang="en-MY" sz="3600" b="1" dirty="0">
                <a:solidFill>
                  <a:schemeClr val="tx2"/>
                </a:solidFill>
                <a:latin typeface="Bahnschrift" panose="020B0502040204020203" pitchFamily="34" charset="0"/>
              </a:rPr>
              <a:t>A. </a:t>
            </a:r>
            <a:r>
              <a:rPr lang="en-MY" sz="3600" b="1" dirty="0" err="1">
                <a:solidFill>
                  <a:schemeClr val="tx2"/>
                </a:solidFill>
                <a:latin typeface="Bahnschrift" panose="020B0502040204020203" pitchFamily="34" charset="0"/>
              </a:rPr>
              <a:t>SubBytes</a:t>
            </a:r>
            <a:r>
              <a:rPr lang="en-MY" sz="3600" b="1" dirty="0">
                <a:solidFill>
                  <a:schemeClr val="tx2"/>
                </a:solidFill>
                <a:latin typeface="Bahnschrift" panose="020B0502040204020203" pitchFamily="34" charset="0"/>
              </a:rPr>
              <a:t> </a:t>
            </a:r>
            <a:r>
              <a:rPr lang="en-MY" sz="3600" dirty="0">
                <a:latin typeface="Bahnschrift" panose="020B0502040204020203" pitchFamily="34" charset="0"/>
              </a:rPr>
              <a:t>– a non-linear substitution step where each byte is replaced with another according to a lookup table.</a:t>
            </a:r>
          </a:p>
          <a:p>
            <a:pPr algn="just">
              <a:lnSpc>
                <a:spcPct val="110000"/>
              </a:lnSpc>
              <a:spcBef>
                <a:spcPts val="1200"/>
              </a:spcBef>
            </a:pPr>
            <a:r>
              <a:rPr lang="en-MY" sz="3600" b="1" dirty="0">
                <a:solidFill>
                  <a:schemeClr val="tx2"/>
                </a:solidFill>
                <a:latin typeface="Bahnschrift" panose="020B0502040204020203" pitchFamily="34" charset="0"/>
              </a:rPr>
              <a:t>B. </a:t>
            </a:r>
            <a:r>
              <a:rPr lang="en-MY" sz="3600" b="1" dirty="0" err="1">
                <a:solidFill>
                  <a:schemeClr val="tx2"/>
                </a:solidFill>
                <a:latin typeface="Bahnschrift" panose="020B0502040204020203" pitchFamily="34" charset="0"/>
              </a:rPr>
              <a:t>ShiftRows</a:t>
            </a:r>
            <a:r>
              <a:rPr lang="en-MY" sz="3600" dirty="0">
                <a:solidFill>
                  <a:schemeClr val="tx2"/>
                </a:solidFill>
                <a:latin typeface="Bahnschrift" panose="020B0502040204020203" pitchFamily="34" charset="0"/>
              </a:rPr>
              <a:t> </a:t>
            </a:r>
            <a:r>
              <a:rPr lang="en-MY" sz="3600" dirty="0">
                <a:latin typeface="Bahnschrift" panose="020B0502040204020203" pitchFamily="34" charset="0"/>
              </a:rPr>
              <a:t>– a transposition step where the last three rows of the state are shifted cyclically a certain number of steps.</a:t>
            </a:r>
          </a:p>
          <a:p>
            <a:pPr algn="just">
              <a:lnSpc>
                <a:spcPct val="110000"/>
              </a:lnSpc>
              <a:spcBef>
                <a:spcPts val="1200"/>
              </a:spcBef>
            </a:pPr>
            <a:r>
              <a:rPr lang="en-MY" sz="3600" b="1" dirty="0">
                <a:solidFill>
                  <a:schemeClr val="tx2"/>
                </a:solidFill>
                <a:latin typeface="Bahnschrift" panose="020B0502040204020203" pitchFamily="34" charset="0"/>
              </a:rPr>
              <a:t>C. </a:t>
            </a:r>
            <a:r>
              <a:rPr lang="en-MY" sz="3600" b="1" dirty="0" err="1">
                <a:solidFill>
                  <a:schemeClr val="tx2"/>
                </a:solidFill>
                <a:latin typeface="Bahnschrift" panose="020B0502040204020203" pitchFamily="34" charset="0"/>
              </a:rPr>
              <a:t>MixColumns</a:t>
            </a:r>
            <a:r>
              <a:rPr lang="en-MY" sz="3600" b="1" dirty="0">
                <a:solidFill>
                  <a:schemeClr val="tx2"/>
                </a:solidFill>
                <a:latin typeface="Bahnschrift" panose="020B0502040204020203" pitchFamily="34" charset="0"/>
              </a:rPr>
              <a:t> </a:t>
            </a:r>
            <a:r>
              <a:rPr lang="en-MY" sz="3600" dirty="0">
                <a:latin typeface="Bahnschrift" panose="020B0502040204020203" pitchFamily="34" charset="0"/>
              </a:rPr>
              <a:t>– a linear mixing operation which operates on the columns of the state, combining the four bytes in each column.</a:t>
            </a:r>
          </a:p>
          <a:p>
            <a:pPr>
              <a:lnSpc>
                <a:spcPct val="110000"/>
              </a:lnSpc>
              <a:spcBef>
                <a:spcPts val="1200"/>
              </a:spcBef>
            </a:pPr>
            <a:r>
              <a:rPr lang="en-MY" sz="3600" b="1" dirty="0">
                <a:solidFill>
                  <a:schemeClr val="tx2"/>
                </a:solidFill>
                <a:latin typeface="Bahnschrift" panose="020B0502040204020203" pitchFamily="34" charset="0"/>
              </a:rPr>
              <a:t>D. </a:t>
            </a:r>
            <a:r>
              <a:rPr lang="en-MY" sz="3600" b="1" dirty="0" err="1">
                <a:solidFill>
                  <a:schemeClr val="tx2"/>
                </a:solidFill>
                <a:latin typeface="Bahnschrift" panose="020B0502040204020203" pitchFamily="34" charset="0"/>
              </a:rPr>
              <a:t>AddRoundKey</a:t>
            </a:r>
            <a:endParaRPr lang="en-MY" sz="3600" b="1" dirty="0">
              <a:solidFill>
                <a:schemeClr val="tx2"/>
              </a:solidFill>
              <a:latin typeface="Bahnschrift" panose="020B0502040204020203" pitchFamily="34" charset="0"/>
            </a:endParaRPr>
          </a:p>
          <a:p>
            <a:endParaRPr lang="en-MY" dirty="0"/>
          </a:p>
        </p:txBody>
      </p:sp>
      <p:pic>
        <p:nvPicPr>
          <p:cNvPr id="9" name="Picture 8"/>
          <p:cNvPicPr>
            <a:picLocks noChangeAspect="1"/>
          </p:cNvPicPr>
          <p:nvPr/>
        </p:nvPicPr>
        <p:blipFill rotWithShape="1">
          <a:blip r:embed="rId2"/>
          <a:srcRect l="10744" t="30698" r="56198" b="14578"/>
          <a:stretch/>
        </p:blipFill>
        <p:spPr>
          <a:xfrm>
            <a:off x="1524000" y="1272096"/>
            <a:ext cx="3024336" cy="4577643"/>
          </a:xfrm>
          <a:prstGeom prst="rect">
            <a:avLst/>
          </a:prstGeom>
        </p:spPr>
      </p:pic>
    </p:spTree>
    <p:extLst>
      <p:ext uri="{BB962C8B-B14F-4D97-AF65-F5344CB8AC3E}">
        <p14:creationId xmlns:p14="http://schemas.microsoft.com/office/powerpoint/2010/main" val="29009021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AES : Round Functions</a:t>
            </a:r>
          </a:p>
        </p:txBody>
      </p:sp>
      <p:sp>
        <p:nvSpPr>
          <p:cNvPr id="8" name="Content Placeholder 7"/>
          <p:cNvSpPr>
            <a:spLocks noGrp="1"/>
          </p:cNvSpPr>
          <p:nvPr>
            <p:ph idx="1"/>
          </p:nvPr>
        </p:nvSpPr>
        <p:spPr>
          <a:xfrm>
            <a:off x="4634542" y="1284194"/>
            <a:ext cx="7141858" cy="4289611"/>
          </a:xfrm>
        </p:spPr>
        <p:txBody>
          <a:bodyPr>
            <a:normAutofit/>
          </a:bodyPr>
          <a:lstStyle/>
          <a:p>
            <a:r>
              <a:rPr lang="en-MY" sz="2400" b="1" dirty="0">
                <a:solidFill>
                  <a:schemeClr val="tx2"/>
                </a:solidFill>
              </a:rPr>
              <a:t>A. The </a:t>
            </a:r>
            <a:r>
              <a:rPr lang="en-MY" sz="2400" b="1" dirty="0" err="1">
                <a:solidFill>
                  <a:schemeClr val="tx2"/>
                </a:solidFill>
              </a:rPr>
              <a:t>SubBytes</a:t>
            </a:r>
            <a:r>
              <a:rPr lang="en-MY" sz="2400" b="1" dirty="0">
                <a:solidFill>
                  <a:schemeClr val="tx2"/>
                </a:solidFill>
              </a:rPr>
              <a:t> step</a:t>
            </a:r>
            <a:endParaRPr lang="en-MY" sz="2400" dirty="0">
              <a:solidFill>
                <a:schemeClr val="tx2"/>
              </a:solidFill>
            </a:endParaRPr>
          </a:p>
          <a:p>
            <a:pPr algn="just"/>
            <a:r>
              <a:rPr lang="en-US" sz="2400" dirty="0"/>
              <a:t>A nonlinear substitution step where each byte in the state matrix is replaced with a corresponding byte from a fixed substitution table (S-box)</a:t>
            </a:r>
            <a:endParaRPr lang="en-MY" sz="2400" b="1" dirty="0"/>
          </a:p>
        </p:txBody>
      </p:sp>
      <p:pic>
        <p:nvPicPr>
          <p:cNvPr id="9" name="Picture 8"/>
          <p:cNvPicPr>
            <a:picLocks noChangeAspect="1"/>
          </p:cNvPicPr>
          <p:nvPr/>
        </p:nvPicPr>
        <p:blipFill rotWithShape="1">
          <a:blip r:embed="rId2"/>
          <a:srcRect l="10744" t="30698" r="56198" b="51325"/>
          <a:stretch/>
        </p:blipFill>
        <p:spPr>
          <a:xfrm>
            <a:off x="975437" y="1418939"/>
            <a:ext cx="3024336" cy="1503762"/>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094" y="3737573"/>
            <a:ext cx="8597056" cy="3246209"/>
          </a:xfrm>
          <a:prstGeom prst="rect">
            <a:avLst/>
          </a:prstGeom>
        </p:spPr>
      </p:pic>
    </p:spTree>
    <p:extLst>
      <p:ext uri="{BB962C8B-B14F-4D97-AF65-F5344CB8AC3E}">
        <p14:creationId xmlns:p14="http://schemas.microsoft.com/office/powerpoint/2010/main" val="39750657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AES : Round Functions - </a:t>
            </a:r>
            <a:r>
              <a:rPr lang="en-MY" b="1" dirty="0">
                <a:solidFill>
                  <a:schemeClr val="tx2"/>
                </a:solidFill>
              </a:rPr>
              <a:t>A. The </a:t>
            </a:r>
            <a:r>
              <a:rPr lang="en-MY" b="1" dirty="0" err="1">
                <a:solidFill>
                  <a:schemeClr val="tx2"/>
                </a:solidFill>
              </a:rPr>
              <a:t>SubBytes</a:t>
            </a:r>
            <a:r>
              <a:rPr lang="en-MY" b="1" dirty="0">
                <a:solidFill>
                  <a:schemeClr val="tx2"/>
                </a:solidFill>
              </a:rPr>
              <a:t> step</a:t>
            </a:r>
            <a:endParaRPr lang="en-MY" dirty="0">
              <a:solidFill>
                <a:schemeClr val="tx2"/>
              </a:solidFill>
            </a:endParaRPr>
          </a:p>
        </p:txBody>
      </p:sp>
      <p:sp>
        <p:nvSpPr>
          <p:cNvPr id="3" name="Content Placeholder 2"/>
          <p:cNvSpPr>
            <a:spLocks noGrp="1"/>
          </p:cNvSpPr>
          <p:nvPr>
            <p:ph idx="1"/>
          </p:nvPr>
        </p:nvSpPr>
        <p:spPr/>
        <p:txBody>
          <a:bodyPr/>
          <a:lstStyle/>
          <a:p>
            <a:endParaRPr lang="en-MY" dirty="0"/>
          </a:p>
        </p:txBody>
      </p:sp>
      <p:pic>
        <p:nvPicPr>
          <p:cNvPr id="4" name="Picture 3"/>
          <p:cNvPicPr>
            <a:picLocks noChangeAspect="1"/>
          </p:cNvPicPr>
          <p:nvPr/>
        </p:nvPicPr>
        <p:blipFill>
          <a:blip r:embed="rId3"/>
          <a:stretch>
            <a:fillRect/>
          </a:stretch>
        </p:blipFill>
        <p:spPr>
          <a:xfrm>
            <a:off x="1524000" y="1572705"/>
            <a:ext cx="8964488" cy="3876801"/>
          </a:xfrm>
          <a:prstGeom prst="rect">
            <a:avLst/>
          </a:prstGeom>
        </p:spPr>
      </p:pic>
      <p:sp>
        <p:nvSpPr>
          <p:cNvPr id="5" name="TextBox 4"/>
          <p:cNvSpPr txBox="1"/>
          <p:nvPr/>
        </p:nvSpPr>
        <p:spPr>
          <a:xfrm>
            <a:off x="1547578" y="5449506"/>
            <a:ext cx="1604927" cy="584775"/>
          </a:xfrm>
          <a:prstGeom prst="rect">
            <a:avLst/>
          </a:prstGeom>
          <a:solidFill>
            <a:srgbClr val="FFEBAB"/>
          </a:solidFill>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MY" sz="3200" dirty="0"/>
              <a:t>S</a:t>
            </a:r>
            <a:r>
              <a:rPr lang="en-MY" sz="3200" baseline="-25000" dirty="0"/>
              <a:t>1,1 = </a:t>
            </a:r>
            <a:r>
              <a:rPr lang="en-MY" sz="3200" b="1" dirty="0">
                <a:solidFill>
                  <a:schemeClr val="accent5">
                    <a:lumMod val="50000"/>
                  </a:schemeClr>
                </a:solidFill>
              </a:rPr>
              <a:t>4</a:t>
            </a:r>
            <a:r>
              <a:rPr lang="en-MY" sz="3200" b="1" dirty="0">
                <a:solidFill>
                  <a:schemeClr val="accent2">
                    <a:lumMod val="50000"/>
                  </a:schemeClr>
                </a:solidFill>
              </a:rPr>
              <a:t>5</a:t>
            </a:r>
          </a:p>
        </p:txBody>
      </p:sp>
      <p:sp>
        <p:nvSpPr>
          <p:cNvPr id="6" name="TextBox 5"/>
          <p:cNvSpPr txBox="1"/>
          <p:nvPr/>
        </p:nvSpPr>
        <p:spPr>
          <a:xfrm>
            <a:off x="1549942" y="6165305"/>
            <a:ext cx="3626314" cy="584775"/>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MY" sz="3200" dirty="0"/>
              <a:t>X = Left 4 bits = 4  </a:t>
            </a:r>
            <a:endParaRPr lang="en-MY" sz="3200" b="1" dirty="0"/>
          </a:p>
        </p:txBody>
      </p:sp>
      <p:sp>
        <p:nvSpPr>
          <p:cNvPr id="7" name="TextBox 6"/>
          <p:cNvSpPr txBox="1"/>
          <p:nvPr/>
        </p:nvSpPr>
        <p:spPr>
          <a:xfrm>
            <a:off x="5015880" y="6165305"/>
            <a:ext cx="3779176" cy="584775"/>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MY" sz="3200" dirty="0"/>
              <a:t>Y = Right 4 bits = 5 </a:t>
            </a:r>
            <a:endParaRPr lang="en-MY" sz="3200" b="1" dirty="0"/>
          </a:p>
        </p:txBody>
      </p:sp>
    </p:spTree>
    <p:extLst>
      <p:ext uri="{BB962C8B-B14F-4D97-AF65-F5344CB8AC3E}">
        <p14:creationId xmlns:p14="http://schemas.microsoft.com/office/powerpoint/2010/main" val="28295528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5319" y="1935202"/>
            <a:ext cx="1604927" cy="584775"/>
          </a:xfrm>
          <a:prstGeom prst="rect">
            <a:avLst/>
          </a:prstGeom>
          <a:solidFill>
            <a:srgbClr val="FFEBAB"/>
          </a:solidFill>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MY" sz="3200" dirty="0"/>
              <a:t>S</a:t>
            </a:r>
            <a:r>
              <a:rPr lang="en-MY" sz="3200" baseline="-25000" dirty="0"/>
              <a:t>1,1 = </a:t>
            </a:r>
            <a:r>
              <a:rPr lang="en-MY" sz="3200" b="1" dirty="0">
                <a:solidFill>
                  <a:schemeClr val="accent5">
                    <a:lumMod val="50000"/>
                  </a:schemeClr>
                </a:solidFill>
              </a:rPr>
              <a:t>4</a:t>
            </a:r>
            <a:r>
              <a:rPr lang="en-MY" sz="3200" b="1" dirty="0">
                <a:solidFill>
                  <a:schemeClr val="accent2">
                    <a:lumMod val="50000"/>
                  </a:schemeClr>
                </a:solidFill>
              </a:rPr>
              <a:t>5</a:t>
            </a:r>
          </a:p>
        </p:txBody>
      </p:sp>
      <p:sp>
        <p:nvSpPr>
          <p:cNvPr id="6" name="TextBox 5"/>
          <p:cNvSpPr txBox="1"/>
          <p:nvPr/>
        </p:nvSpPr>
        <p:spPr>
          <a:xfrm>
            <a:off x="2060246" y="6095543"/>
            <a:ext cx="4315605" cy="523220"/>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MY" sz="2800" dirty="0"/>
              <a:t>X = Left 4 bits (ROW)  = </a:t>
            </a:r>
            <a:r>
              <a:rPr lang="en-MY" sz="2800" b="1" dirty="0">
                <a:effectLst>
                  <a:outerShdw blurRad="38100" dist="38100" dir="2700000" algn="tl">
                    <a:srgbClr val="000000">
                      <a:alpha val="43137"/>
                    </a:srgbClr>
                  </a:outerShdw>
                </a:effectLst>
              </a:rPr>
              <a:t>4</a:t>
            </a:r>
          </a:p>
        </p:txBody>
      </p:sp>
      <p:sp>
        <p:nvSpPr>
          <p:cNvPr id="7" name="TextBox 6"/>
          <p:cNvSpPr txBox="1"/>
          <p:nvPr/>
        </p:nvSpPr>
        <p:spPr>
          <a:xfrm>
            <a:off x="6541487" y="6095543"/>
            <a:ext cx="5229124" cy="52322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MY" sz="2800" dirty="0"/>
              <a:t>Y = Right 4 bits (COLUMN)= </a:t>
            </a:r>
            <a:r>
              <a:rPr lang="en-MY" sz="2800" b="1" dirty="0">
                <a:effectLst>
                  <a:outerShdw blurRad="38100" dist="38100" dir="2700000" algn="tl">
                    <a:srgbClr val="000000">
                      <a:alpha val="43137"/>
                    </a:srgbClr>
                  </a:outerShdw>
                </a:effectLst>
              </a:rPr>
              <a:t>5 </a:t>
            </a:r>
          </a:p>
        </p:txBody>
      </p:sp>
      <p:grpSp>
        <p:nvGrpSpPr>
          <p:cNvPr id="12" name="Group 11"/>
          <p:cNvGrpSpPr/>
          <p:nvPr/>
        </p:nvGrpSpPr>
        <p:grpSpPr>
          <a:xfrm>
            <a:off x="3564355" y="910333"/>
            <a:ext cx="8172326" cy="4762929"/>
            <a:chOff x="1763688" y="1376772"/>
            <a:chExt cx="6274897" cy="4762929"/>
          </a:xfrm>
        </p:grpSpPr>
        <p:pic>
          <p:nvPicPr>
            <p:cNvPr id="2050" name="Picture 2" descr="https://miro.medium.com/max/1287/1*xR41vSGyDOH-awpIl-FOIw.png"/>
            <p:cNvPicPr>
              <a:picLocks noChangeAspect="1" noChangeArrowheads="1"/>
            </p:cNvPicPr>
            <p:nvPr/>
          </p:nvPicPr>
          <p:blipFill rotWithShape="1">
            <a:blip r:embed="rId3">
              <a:extLst>
                <a:ext uri="{28A0092B-C50C-407E-A947-70E740481C1C}">
                  <a14:useLocalDpi xmlns:a14="http://schemas.microsoft.com/office/drawing/2010/main" val="0"/>
                </a:ext>
              </a:extLst>
            </a:blip>
            <a:srcRect l="2314" t="12993" r="1537" b="15921"/>
            <a:stretch/>
          </p:blipFill>
          <p:spPr bwMode="auto">
            <a:xfrm>
              <a:off x="1763688" y="1452282"/>
              <a:ext cx="6274897" cy="4687419"/>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a:off x="2267744" y="3284984"/>
              <a:ext cx="1728192" cy="0"/>
            </a:xfrm>
            <a:prstGeom prst="straightConnector1">
              <a:avLst/>
            </a:prstGeom>
            <a:ln w="57150">
              <a:solidFill>
                <a:srgbClr val="0070C0">
                  <a:alpha val="40000"/>
                </a:srgbClr>
              </a:solidFill>
              <a:tailEnd type="triangle"/>
            </a:ln>
          </p:spPr>
          <p:style>
            <a:lnRef idx="3">
              <a:schemeClr val="accent5"/>
            </a:lnRef>
            <a:fillRef idx="0">
              <a:schemeClr val="accent5"/>
            </a:fillRef>
            <a:effectRef idx="2">
              <a:schemeClr val="accent5"/>
            </a:effectRef>
            <a:fontRef idx="minor">
              <a:schemeClr val="tx1"/>
            </a:fontRef>
          </p:style>
        </p:cxnSp>
        <p:cxnSp>
          <p:nvCxnSpPr>
            <p:cNvPr id="9" name="Straight Arrow Connector 8"/>
            <p:cNvCxnSpPr/>
            <p:nvPr/>
          </p:nvCxnSpPr>
          <p:spPr>
            <a:xfrm>
              <a:off x="4142456" y="1844824"/>
              <a:ext cx="0" cy="1224136"/>
            </a:xfrm>
            <a:prstGeom prst="straightConnector1">
              <a:avLst/>
            </a:prstGeom>
            <a:ln w="57150">
              <a:solidFill>
                <a:srgbClr val="00B050">
                  <a:alpha val="40000"/>
                </a:srgbClr>
              </a:solidFill>
              <a:tailEnd type="triangle"/>
            </a:ln>
          </p:spPr>
          <p:style>
            <a:lnRef idx="3">
              <a:schemeClr val="accent2"/>
            </a:lnRef>
            <a:fillRef idx="0">
              <a:schemeClr val="accent2"/>
            </a:fillRef>
            <a:effectRef idx="2">
              <a:schemeClr val="accent2"/>
            </a:effectRef>
            <a:fontRef idx="minor">
              <a:schemeClr val="tx1"/>
            </a:fontRef>
          </p:style>
        </p:cxnSp>
        <p:sp>
          <p:nvSpPr>
            <p:cNvPr id="10" name="Oval 9"/>
            <p:cNvSpPr/>
            <p:nvPr/>
          </p:nvSpPr>
          <p:spPr>
            <a:xfrm>
              <a:off x="3923928" y="3068960"/>
              <a:ext cx="504056" cy="360040"/>
            </a:xfrm>
            <a:prstGeom prst="ellipse">
              <a:avLst/>
            </a:prstGeom>
            <a:noFill/>
            <a:ln>
              <a:solidFill>
                <a:srgbClr val="00206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MY"/>
            </a:p>
          </p:txBody>
        </p:sp>
        <p:sp>
          <p:nvSpPr>
            <p:cNvPr id="11" name="Oval 10"/>
            <p:cNvSpPr/>
            <p:nvPr/>
          </p:nvSpPr>
          <p:spPr>
            <a:xfrm>
              <a:off x="1763688" y="3068960"/>
              <a:ext cx="504056" cy="360040"/>
            </a:xfrm>
            <a:prstGeom prst="ellipse">
              <a:avLst/>
            </a:prstGeom>
            <a:noFill/>
            <a:ln>
              <a:solidFill>
                <a:schemeClr val="accent5">
                  <a:lumMod val="50000"/>
                  <a:alpha val="7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MY"/>
            </a:p>
          </p:txBody>
        </p:sp>
        <p:sp>
          <p:nvSpPr>
            <p:cNvPr id="15" name="Oval 14"/>
            <p:cNvSpPr/>
            <p:nvPr/>
          </p:nvSpPr>
          <p:spPr>
            <a:xfrm>
              <a:off x="4049597" y="1376772"/>
              <a:ext cx="306379" cy="331386"/>
            </a:xfrm>
            <a:prstGeom prst="ellipse">
              <a:avLst/>
            </a:prstGeom>
            <a:noFill/>
            <a:ln>
              <a:solidFill>
                <a:schemeClr val="accent2">
                  <a:lumMod val="50000"/>
                  <a:alpha val="7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MY"/>
            </a:p>
          </p:txBody>
        </p:sp>
      </p:grpSp>
      <p:sp>
        <p:nvSpPr>
          <p:cNvPr id="16" name="TextBox 15"/>
          <p:cNvSpPr txBox="1"/>
          <p:nvPr/>
        </p:nvSpPr>
        <p:spPr>
          <a:xfrm>
            <a:off x="424703" y="3219457"/>
            <a:ext cx="1790875" cy="584775"/>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MY" sz="3200" b="1" dirty="0">
                <a:solidFill>
                  <a:schemeClr val="accent5">
                    <a:lumMod val="50000"/>
                  </a:schemeClr>
                </a:solidFill>
              </a:rPr>
              <a:t>4 = 0100</a:t>
            </a:r>
            <a:endParaRPr lang="en-MY" sz="3200" b="1" dirty="0">
              <a:solidFill>
                <a:schemeClr val="accent2">
                  <a:lumMod val="50000"/>
                </a:schemeClr>
              </a:solidFill>
            </a:endParaRPr>
          </a:p>
        </p:txBody>
      </p:sp>
      <p:sp>
        <p:nvSpPr>
          <p:cNvPr id="17" name="TextBox 16"/>
          <p:cNvSpPr txBox="1"/>
          <p:nvPr/>
        </p:nvSpPr>
        <p:spPr>
          <a:xfrm>
            <a:off x="424704" y="2613650"/>
            <a:ext cx="2721452" cy="523220"/>
          </a:xfrm>
          <a:prstGeom prst="rect">
            <a:avLst/>
          </a:prstGeom>
          <a:solidFill>
            <a:srgbClr val="FFEBAB"/>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MY" sz="2800" dirty="0"/>
              <a:t>S</a:t>
            </a:r>
            <a:r>
              <a:rPr lang="en-MY" sz="2800" baseline="-25000" dirty="0"/>
              <a:t>1,1 = </a:t>
            </a:r>
            <a:r>
              <a:rPr lang="en-MY" sz="2800" b="1" dirty="0">
                <a:solidFill>
                  <a:schemeClr val="accent5">
                    <a:lumMod val="50000"/>
                  </a:schemeClr>
                </a:solidFill>
              </a:rPr>
              <a:t>0100 </a:t>
            </a:r>
            <a:r>
              <a:rPr lang="en-MY" sz="2800" b="1" dirty="0">
                <a:solidFill>
                  <a:schemeClr val="accent2">
                    <a:lumMod val="50000"/>
                  </a:schemeClr>
                </a:solidFill>
              </a:rPr>
              <a:t>0101 </a:t>
            </a:r>
          </a:p>
        </p:txBody>
      </p:sp>
      <p:sp>
        <p:nvSpPr>
          <p:cNvPr id="19" name="TextBox 18"/>
          <p:cNvSpPr txBox="1"/>
          <p:nvPr/>
        </p:nvSpPr>
        <p:spPr>
          <a:xfrm>
            <a:off x="424702" y="3920931"/>
            <a:ext cx="1790875" cy="584775"/>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MY" sz="3200" b="1" dirty="0">
                <a:solidFill>
                  <a:schemeClr val="accent2">
                    <a:lumMod val="50000"/>
                  </a:schemeClr>
                </a:solidFill>
              </a:rPr>
              <a:t>5 = 0101</a:t>
            </a:r>
          </a:p>
        </p:txBody>
      </p:sp>
      <p:sp>
        <p:nvSpPr>
          <p:cNvPr id="3" name="TextBox 2">
            <a:extLst>
              <a:ext uri="{FF2B5EF4-FFF2-40B4-BE49-F238E27FC236}">
                <a16:creationId xmlns:a16="http://schemas.microsoft.com/office/drawing/2014/main" id="{9402A0CB-81B1-425E-A71F-65F71F9AD7A5}"/>
              </a:ext>
            </a:extLst>
          </p:cNvPr>
          <p:cNvSpPr txBox="1"/>
          <p:nvPr/>
        </p:nvSpPr>
        <p:spPr>
          <a:xfrm>
            <a:off x="502360" y="1358063"/>
            <a:ext cx="697627" cy="369332"/>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MY" dirty="0"/>
              <a:t>Input</a:t>
            </a:r>
          </a:p>
        </p:txBody>
      </p:sp>
      <p:sp>
        <p:nvSpPr>
          <p:cNvPr id="18" name="TextBox 17">
            <a:extLst>
              <a:ext uri="{FF2B5EF4-FFF2-40B4-BE49-F238E27FC236}">
                <a16:creationId xmlns:a16="http://schemas.microsoft.com/office/drawing/2014/main" id="{E1215403-5C08-45DC-9647-C2D107651B74}"/>
              </a:ext>
            </a:extLst>
          </p:cNvPr>
          <p:cNvSpPr txBox="1"/>
          <p:nvPr/>
        </p:nvSpPr>
        <p:spPr>
          <a:xfrm>
            <a:off x="479649" y="4677862"/>
            <a:ext cx="877163" cy="369332"/>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MY" dirty="0"/>
              <a:t>Output</a:t>
            </a:r>
          </a:p>
        </p:txBody>
      </p:sp>
      <p:sp>
        <p:nvSpPr>
          <p:cNvPr id="20" name="TextBox 19">
            <a:extLst>
              <a:ext uri="{FF2B5EF4-FFF2-40B4-BE49-F238E27FC236}">
                <a16:creationId xmlns:a16="http://schemas.microsoft.com/office/drawing/2014/main" id="{17910E63-7007-41BE-97BD-E3E6A01C071E}"/>
              </a:ext>
            </a:extLst>
          </p:cNvPr>
          <p:cNvSpPr txBox="1"/>
          <p:nvPr/>
        </p:nvSpPr>
        <p:spPr>
          <a:xfrm>
            <a:off x="479649" y="5207549"/>
            <a:ext cx="1580882" cy="584775"/>
          </a:xfrm>
          <a:prstGeom prst="rect">
            <a:avLst/>
          </a:prstGeom>
          <a:solidFill>
            <a:srgbClr val="FFEBAB"/>
          </a:solidFill>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MY" sz="3200" dirty="0"/>
              <a:t>T</a:t>
            </a:r>
            <a:r>
              <a:rPr lang="en-MY" sz="3200" baseline="-25000" dirty="0"/>
              <a:t>1,1 = </a:t>
            </a:r>
            <a:r>
              <a:rPr lang="en-MY" sz="3200" b="1" dirty="0">
                <a:solidFill>
                  <a:schemeClr val="accent5">
                    <a:lumMod val="50000"/>
                  </a:schemeClr>
                </a:solidFill>
              </a:rPr>
              <a:t>6</a:t>
            </a:r>
            <a:r>
              <a:rPr lang="en-MY" sz="3200" b="1" dirty="0">
                <a:solidFill>
                  <a:schemeClr val="accent2">
                    <a:lumMod val="50000"/>
                  </a:schemeClr>
                </a:solidFill>
              </a:rPr>
              <a:t>e</a:t>
            </a:r>
          </a:p>
        </p:txBody>
      </p:sp>
      <p:sp>
        <p:nvSpPr>
          <p:cNvPr id="14" name="Title 1">
            <a:extLst>
              <a:ext uri="{FF2B5EF4-FFF2-40B4-BE49-F238E27FC236}">
                <a16:creationId xmlns:a16="http://schemas.microsoft.com/office/drawing/2014/main" id="{FE5D8FBB-0B79-6E86-D8FA-F117CB733EED}"/>
              </a:ext>
            </a:extLst>
          </p:cNvPr>
          <p:cNvSpPr txBox="1">
            <a:spLocks/>
          </p:cNvSpPr>
          <p:nvPr/>
        </p:nvSpPr>
        <p:spPr>
          <a:xfrm>
            <a:off x="409811" y="157558"/>
            <a:ext cx="11360800" cy="763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Bahnschrift" panose="020B0502040204020203" pitchFamily="34" charset="0"/>
                <a:ea typeface="Montserrat ExtraBold"/>
                <a:cs typeface="Montserrat ExtraBold"/>
                <a:sym typeface="Montserrat ExtraBold"/>
              </a:defRPr>
            </a:lvl1pPr>
            <a:lvl2pPr marR="0" lvl="1" algn="l" rtl="0">
              <a:lnSpc>
                <a:spcPct val="100000"/>
              </a:lnSpc>
              <a:spcBef>
                <a:spcPts val="0"/>
              </a:spcBef>
              <a:spcAft>
                <a:spcPts val="0"/>
              </a:spcAft>
              <a:buClr>
                <a:schemeClr val="dk1"/>
              </a:buClr>
              <a:buSzPts val="2800"/>
              <a:buFont typeface="Montserrat"/>
              <a:buNone/>
              <a:defRPr sz="2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0" i="0" u="none" strike="noStrike" cap="none">
                <a:solidFill>
                  <a:schemeClr val="dk1"/>
                </a:solidFill>
                <a:latin typeface="Montserrat"/>
                <a:ea typeface="Montserrat"/>
                <a:cs typeface="Montserrat"/>
                <a:sym typeface="Montserrat"/>
              </a:defRPr>
            </a:lvl9pPr>
          </a:lstStyle>
          <a:p>
            <a:r>
              <a:rPr lang="en-MY" kern="0"/>
              <a:t>AES : Round Functions - </a:t>
            </a:r>
            <a:r>
              <a:rPr lang="en-MY" b="1" kern="0">
                <a:solidFill>
                  <a:schemeClr val="tx2"/>
                </a:solidFill>
              </a:rPr>
              <a:t>A. The SubBytes step</a:t>
            </a:r>
            <a:endParaRPr lang="en-MY" kern="0" dirty="0">
              <a:solidFill>
                <a:schemeClr val="tx2"/>
              </a:solidFill>
            </a:endParaRPr>
          </a:p>
        </p:txBody>
      </p:sp>
    </p:spTree>
    <p:extLst>
      <p:ext uri="{BB962C8B-B14F-4D97-AF65-F5344CB8AC3E}">
        <p14:creationId xmlns:p14="http://schemas.microsoft.com/office/powerpoint/2010/main" val="6932517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7D88-A695-26B2-26AF-8286737C2FED}"/>
              </a:ext>
            </a:extLst>
          </p:cNvPr>
          <p:cNvSpPr>
            <a:spLocks noGrp="1"/>
          </p:cNvSpPr>
          <p:nvPr>
            <p:ph type="title"/>
          </p:nvPr>
        </p:nvSpPr>
        <p:spPr/>
        <p:txBody>
          <a:bodyPr/>
          <a:lstStyle/>
          <a:p>
            <a:r>
              <a:rPr lang="en-MY" dirty="0"/>
              <a:t>AES : Round Functions - </a:t>
            </a:r>
            <a:r>
              <a:rPr lang="en-MY" b="1" dirty="0">
                <a:solidFill>
                  <a:schemeClr val="tx2"/>
                </a:solidFill>
              </a:rPr>
              <a:t>B. </a:t>
            </a:r>
            <a:r>
              <a:rPr lang="en-MY" b="1" dirty="0" err="1">
                <a:solidFill>
                  <a:schemeClr val="tx2"/>
                </a:solidFill>
              </a:rPr>
              <a:t>ShiftRows</a:t>
            </a:r>
            <a:r>
              <a:rPr lang="en-MY" b="1" dirty="0">
                <a:solidFill>
                  <a:schemeClr val="tx2"/>
                </a:solidFill>
              </a:rPr>
              <a:t> </a:t>
            </a:r>
            <a:endParaRPr lang="en-MY" dirty="0"/>
          </a:p>
        </p:txBody>
      </p:sp>
      <p:pic>
        <p:nvPicPr>
          <p:cNvPr id="9" name="Picture 8"/>
          <p:cNvPicPr>
            <a:picLocks noChangeAspect="1"/>
          </p:cNvPicPr>
          <p:nvPr/>
        </p:nvPicPr>
        <p:blipFill rotWithShape="1">
          <a:blip r:embed="rId2"/>
          <a:srcRect l="10744" t="44371" r="56198" b="36691"/>
          <a:stretch/>
        </p:blipFill>
        <p:spPr>
          <a:xfrm>
            <a:off x="944095" y="1284193"/>
            <a:ext cx="3024336" cy="1584176"/>
          </a:xfrm>
          <a:prstGeom prst="rect">
            <a:avLst/>
          </a:prstGeom>
        </p:spPr>
      </p:pic>
      <p:sp>
        <p:nvSpPr>
          <p:cNvPr id="4" name="Content Placeholder 7">
            <a:extLst>
              <a:ext uri="{FF2B5EF4-FFF2-40B4-BE49-F238E27FC236}">
                <a16:creationId xmlns:a16="http://schemas.microsoft.com/office/drawing/2014/main" id="{3024926F-A739-898C-E7D8-A3111ADC38CF}"/>
              </a:ext>
            </a:extLst>
          </p:cNvPr>
          <p:cNvSpPr>
            <a:spLocks noGrp="1"/>
          </p:cNvSpPr>
          <p:nvPr>
            <p:ph idx="1"/>
          </p:nvPr>
        </p:nvSpPr>
        <p:spPr>
          <a:xfrm>
            <a:off x="4634542" y="1284193"/>
            <a:ext cx="7141858" cy="5535611"/>
          </a:xfrm>
        </p:spPr>
        <p:txBody>
          <a:bodyPr>
            <a:normAutofit/>
          </a:bodyPr>
          <a:lstStyle/>
          <a:p>
            <a:pPr marL="114300" indent="0">
              <a:buNone/>
            </a:pPr>
            <a:r>
              <a:rPr lang="en-MY" sz="2400" b="1" dirty="0">
                <a:solidFill>
                  <a:schemeClr val="tx2"/>
                </a:solidFill>
              </a:rPr>
              <a:t>B. </a:t>
            </a:r>
            <a:r>
              <a:rPr lang="en-MY" sz="2400" b="1" dirty="0" err="1">
                <a:solidFill>
                  <a:schemeClr val="tx2"/>
                </a:solidFill>
              </a:rPr>
              <a:t>ShiftRows</a:t>
            </a:r>
            <a:r>
              <a:rPr lang="en-MY" sz="2400" b="1" dirty="0">
                <a:solidFill>
                  <a:schemeClr val="tx2"/>
                </a:solidFill>
              </a:rPr>
              <a:t> </a:t>
            </a:r>
          </a:p>
          <a:p>
            <a:pPr algn="just">
              <a:spcBef>
                <a:spcPts val="0"/>
              </a:spcBef>
            </a:pPr>
            <a:r>
              <a:rPr lang="en-MY" sz="2800" dirty="0"/>
              <a:t>A transposition step where the last three rows of the state are shifted cyclically a certain number of steps.</a:t>
            </a:r>
          </a:p>
          <a:p>
            <a:pPr>
              <a:spcBef>
                <a:spcPts val="0"/>
              </a:spcBef>
            </a:pPr>
            <a:endParaRPr lang="en-MY" dirty="0"/>
          </a:p>
          <a:p>
            <a:pPr>
              <a:spcBef>
                <a:spcPts val="0"/>
              </a:spcBef>
            </a:pPr>
            <a:r>
              <a:rPr lang="en-MY" sz="2400" dirty="0"/>
              <a:t>1st row </a:t>
            </a:r>
          </a:p>
          <a:p>
            <a:pPr lvl="1">
              <a:spcBef>
                <a:spcPts val="0"/>
              </a:spcBef>
            </a:pPr>
            <a:r>
              <a:rPr lang="en-MY" sz="2400" dirty="0"/>
              <a:t>is unchanged </a:t>
            </a:r>
          </a:p>
          <a:p>
            <a:pPr>
              <a:spcBef>
                <a:spcPts val="0"/>
              </a:spcBef>
            </a:pPr>
            <a:r>
              <a:rPr lang="en-MY" sz="2400" b="1" dirty="0">
                <a:solidFill>
                  <a:srgbClr val="00B0F0"/>
                </a:solidFill>
                <a:effectLst>
                  <a:outerShdw blurRad="38100" dist="38100" dir="2700000" algn="tl">
                    <a:srgbClr val="000000">
                      <a:alpha val="43137"/>
                    </a:srgbClr>
                  </a:outerShdw>
                </a:effectLst>
              </a:rPr>
              <a:t>2nd row </a:t>
            </a:r>
          </a:p>
          <a:p>
            <a:pPr lvl="1">
              <a:spcBef>
                <a:spcPts val="0"/>
              </a:spcBef>
            </a:pPr>
            <a:r>
              <a:rPr lang="en-MY" sz="2400" dirty="0"/>
              <a:t>does 1 byte circular shift to left </a:t>
            </a:r>
          </a:p>
          <a:p>
            <a:pPr>
              <a:spcBef>
                <a:spcPts val="0"/>
              </a:spcBef>
            </a:pPr>
            <a:r>
              <a:rPr lang="en-MY" sz="2400" b="1" dirty="0">
                <a:solidFill>
                  <a:srgbClr val="00B0F0"/>
                </a:solidFill>
                <a:effectLst>
                  <a:outerShdw blurRad="38100" dist="38100" dir="2700000" algn="tl">
                    <a:srgbClr val="000000">
                      <a:alpha val="43137"/>
                    </a:srgbClr>
                  </a:outerShdw>
                </a:effectLst>
              </a:rPr>
              <a:t>3rd row </a:t>
            </a:r>
          </a:p>
          <a:p>
            <a:pPr lvl="1">
              <a:spcBef>
                <a:spcPts val="0"/>
              </a:spcBef>
            </a:pPr>
            <a:r>
              <a:rPr lang="en-MY" sz="2400" dirty="0"/>
              <a:t>does 2 byte circular shift to left </a:t>
            </a:r>
          </a:p>
          <a:p>
            <a:pPr>
              <a:spcBef>
                <a:spcPts val="0"/>
              </a:spcBef>
            </a:pPr>
            <a:r>
              <a:rPr lang="en-MY" sz="2400" b="1" dirty="0">
                <a:solidFill>
                  <a:srgbClr val="00B0F0"/>
                </a:solidFill>
                <a:effectLst>
                  <a:outerShdw blurRad="38100" dist="38100" dir="2700000" algn="tl">
                    <a:srgbClr val="000000">
                      <a:alpha val="43137"/>
                    </a:srgbClr>
                  </a:outerShdw>
                </a:effectLst>
              </a:rPr>
              <a:t>4th row </a:t>
            </a:r>
          </a:p>
          <a:p>
            <a:pPr lvl="1">
              <a:spcBef>
                <a:spcPts val="0"/>
              </a:spcBef>
            </a:pPr>
            <a:r>
              <a:rPr lang="en-MY" sz="2400" dirty="0"/>
              <a:t>does 3 byte circular shift to left </a:t>
            </a:r>
          </a:p>
          <a:p>
            <a:endParaRPr lang="en-MY" sz="2400" b="1" dirty="0"/>
          </a:p>
        </p:txBody>
      </p:sp>
    </p:spTree>
    <p:extLst>
      <p:ext uri="{BB962C8B-B14F-4D97-AF65-F5344CB8AC3E}">
        <p14:creationId xmlns:p14="http://schemas.microsoft.com/office/powerpoint/2010/main" val="36598370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7D88-A695-26B2-26AF-8286737C2FED}"/>
              </a:ext>
            </a:extLst>
          </p:cNvPr>
          <p:cNvSpPr>
            <a:spLocks noGrp="1"/>
          </p:cNvSpPr>
          <p:nvPr>
            <p:ph type="title"/>
          </p:nvPr>
        </p:nvSpPr>
        <p:spPr/>
        <p:txBody>
          <a:bodyPr/>
          <a:lstStyle/>
          <a:p>
            <a:r>
              <a:rPr lang="en-MY" dirty="0"/>
              <a:t>AES : Round Functions - </a:t>
            </a:r>
            <a:r>
              <a:rPr lang="en-MY" b="1" dirty="0">
                <a:solidFill>
                  <a:schemeClr val="tx2"/>
                </a:solidFill>
              </a:rPr>
              <a:t>B. </a:t>
            </a:r>
            <a:r>
              <a:rPr lang="en-MY" b="1" dirty="0" err="1">
                <a:solidFill>
                  <a:schemeClr val="tx2"/>
                </a:solidFill>
              </a:rPr>
              <a:t>ShiftRows</a:t>
            </a:r>
            <a:r>
              <a:rPr lang="en-MY" b="1" dirty="0">
                <a:solidFill>
                  <a:schemeClr val="tx2"/>
                </a:solidFill>
              </a:rPr>
              <a:t> </a:t>
            </a:r>
            <a:endParaRPr lang="en-MY" dirty="0"/>
          </a:p>
        </p:txBody>
      </p:sp>
      <p:pic>
        <p:nvPicPr>
          <p:cNvPr id="6" name="Picture 5"/>
          <p:cNvPicPr>
            <a:picLocks noChangeAspect="1"/>
          </p:cNvPicPr>
          <p:nvPr/>
        </p:nvPicPr>
        <p:blipFill rotWithShape="1">
          <a:blip r:embed="rId2"/>
          <a:srcRect l="6676" t="10178" r="7765" b="53009"/>
          <a:stretch/>
        </p:blipFill>
        <p:spPr>
          <a:xfrm>
            <a:off x="588935" y="790171"/>
            <a:ext cx="4989248" cy="2813185"/>
          </a:xfrm>
          <a:prstGeom prst="rect">
            <a:avLst/>
          </a:prstGeom>
        </p:spPr>
      </p:pic>
      <p:pic>
        <p:nvPicPr>
          <p:cNvPr id="7" name="Picture 6">
            <a:extLst>
              <a:ext uri="{FF2B5EF4-FFF2-40B4-BE49-F238E27FC236}">
                <a16:creationId xmlns:a16="http://schemas.microsoft.com/office/drawing/2014/main" id="{334AA64F-6A87-C92B-02C1-03C4FC1624E7}"/>
              </a:ext>
            </a:extLst>
          </p:cNvPr>
          <p:cNvPicPr>
            <a:picLocks noChangeAspect="1"/>
          </p:cNvPicPr>
          <p:nvPr/>
        </p:nvPicPr>
        <p:blipFill rotWithShape="1">
          <a:blip r:embed="rId3"/>
          <a:srcRect l="15826" r="20214" b="44002"/>
          <a:stretch/>
        </p:blipFill>
        <p:spPr>
          <a:xfrm>
            <a:off x="6096000" y="801796"/>
            <a:ext cx="5734374" cy="2813184"/>
          </a:xfrm>
          <a:prstGeom prst="rect">
            <a:avLst/>
          </a:prstGeom>
        </p:spPr>
      </p:pic>
      <p:pic>
        <p:nvPicPr>
          <p:cNvPr id="8" name="Picture 7">
            <a:extLst>
              <a:ext uri="{FF2B5EF4-FFF2-40B4-BE49-F238E27FC236}">
                <a16:creationId xmlns:a16="http://schemas.microsoft.com/office/drawing/2014/main" id="{EBFF2EF4-FA0C-DF63-E933-660C3DC5D3D3}"/>
              </a:ext>
            </a:extLst>
          </p:cNvPr>
          <p:cNvPicPr>
            <a:picLocks noChangeAspect="1"/>
          </p:cNvPicPr>
          <p:nvPr/>
        </p:nvPicPr>
        <p:blipFill rotWithShape="1">
          <a:blip r:embed="rId2"/>
          <a:srcRect l="8895" t="53458" r="17751" b="6727"/>
          <a:stretch/>
        </p:blipFill>
        <p:spPr>
          <a:xfrm>
            <a:off x="588935" y="3893949"/>
            <a:ext cx="4989248" cy="2627206"/>
          </a:xfrm>
          <a:prstGeom prst="rect">
            <a:avLst/>
          </a:prstGeom>
        </p:spPr>
      </p:pic>
      <p:pic>
        <p:nvPicPr>
          <p:cNvPr id="10" name="Picture 9"/>
          <p:cNvPicPr>
            <a:picLocks noChangeAspect="1"/>
          </p:cNvPicPr>
          <p:nvPr/>
        </p:nvPicPr>
        <p:blipFill rotWithShape="1">
          <a:blip r:embed="rId3"/>
          <a:srcRect l="4591" t="53116" r="8978"/>
          <a:stretch/>
        </p:blipFill>
        <p:spPr>
          <a:xfrm>
            <a:off x="6096000" y="3896034"/>
            <a:ext cx="5734374" cy="2627206"/>
          </a:xfrm>
          <a:prstGeom prst="rect">
            <a:avLst/>
          </a:prstGeom>
        </p:spPr>
      </p:pic>
      <p:sp>
        <p:nvSpPr>
          <p:cNvPr id="11" name="TextBox 10">
            <a:extLst>
              <a:ext uri="{FF2B5EF4-FFF2-40B4-BE49-F238E27FC236}">
                <a16:creationId xmlns:a16="http://schemas.microsoft.com/office/drawing/2014/main" id="{92344C33-67B9-584B-BDF4-A812D747641C}"/>
              </a:ext>
            </a:extLst>
          </p:cNvPr>
          <p:cNvSpPr txBox="1"/>
          <p:nvPr/>
        </p:nvSpPr>
        <p:spPr>
          <a:xfrm>
            <a:off x="6722657" y="3524675"/>
            <a:ext cx="4481059" cy="461665"/>
          </a:xfrm>
          <a:prstGeom prst="rect">
            <a:avLst/>
          </a:prstGeom>
          <a:solidFill>
            <a:schemeClr val="tx1">
              <a:lumMod val="50000"/>
              <a:lumOff val="50000"/>
            </a:schemeClr>
          </a:solidFill>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MY" sz="2400" dirty="0">
                <a:latin typeface="Bahnschrift" panose="020B0502040204020203" pitchFamily="34" charset="0"/>
              </a:rPr>
              <a:t>Example</a:t>
            </a:r>
          </a:p>
        </p:txBody>
      </p:sp>
    </p:spTree>
    <p:extLst>
      <p:ext uri="{BB962C8B-B14F-4D97-AF65-F5344CB8AC3E}">
        <p14:creationId xmlns:p14="http://schemas.microsoft.com/office/powerpoint/2010/main" val="21591252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7D88-A695-26B2-26AF-8286737C2FED}"/>
              </a:ext>
            </a:extLst>
          </p:cNvPr>
          <p:cNvSpPr>
            <a:spLocks noGrp="1"/>
          </p:cNvSpPr>
          <p:nvPr>
            <p:ph type="title"/>
          </p:nvPr>
        </p:nvSpPr>
        <p:spPr/>
        <p:txBody>
          <a:bodyPr/>
          <a:lstStyle/>
          <a:p>
            <a:r>
              <a:rPr lang="en-MY" dirty="0"/>
              <a:t>AES : Round Functions - </a:t>
            </a:r>
            <a:r>
              <a:rPr lang="en-MY" sz="2800" b="1" dirty="0">
                <a:solidFill>
                  <a:schemeClr val="tx2"/>
                </a:solidFill>
              </a:rPr>
              <a:t>C. </a:t>
            </a:r>
            <a:r>
              <a:rPr lang="en-MY" sz="2800" b="1" dirty="0" err="1">
                <a:solidFill>
                  <a:schemeClr val="tx2"/>
                </a:solidFill>
              </a:rPr>
              <a:t>MixColumns</a:t>
            </a:r>
            <a:r>
              <a:rPr lang="en-MY" sz="2800" b="1" dirty="0">
                <a:solidFill>
                  <a:schemeClr val="tx2"/>
                </a:solidFill>
              </a:rPr>
              <a:t> Step</a:t>
            </a:r>
            <a:br>
              <a:rPr lang="en-MY" sz="2800" b="1" dirty="0">
                <a:solidFill>
                  <a:schemeClr val="tx2"/>
                </a:solidFill>
              </a:rPr>
            </a:br>
            <a:endParaRPr lang="en-MY" dirty="0"/>
          </a:p>
        </p:txBody>
      </p:sp>
      <p:sp>
        <p:nvSpPr>
          <p:cNvPr id="4" name="Content Placeholder 7">
            <a:extLst>
              <a:ext uri="{FF2B5EF4-FFF2-40B4-BE49-F238E27FC236}">
                <a16:creationId xmlns:a16="http://schemas.microsoft.com/office/drawing/2014/main" id="{3024926F-A739-898C-E7D8-A3111ADC38CF}"/>
              </a:ext>
            </a:extLst>
          </p:cNvPr>
          <p:cNvSpPr>
            <a:spLocks noGrp="1"/>
          </p:cNvSpPr>
          <p:nvPr>
            <p:ph idx="1"/>
          </p:nvPr>
        </p:nvSpPr>
        <p:spPr>
          <a:xfrm>
            <a:off x="4634542" y="1284193"/>
            <a:ext cx="7141858" cy="5535611"/>
          </a:xfrm>
        </p:spPr>
        <p:txBody>
          <a:bodyPr>
            <a:normAutofit/>
          </a:bodyPr>
          <a:lstStyle/>
          <a:p>
            <a:pPr marL="114300" indent="0">
              <a:buNone/>
            </a:pPr>
            <a:r>
              <a:rPr lang="en-MY" sz="2400" b="1" dirty="0">
                <a:solidFill>
                  <a:schemeClr val="tx2"/>
                </a:solidFill>
              </a:rPr>
              <a:t>C. </a:t>
            </a:r>
            <a:r>
              <a:rPr lang="en-MY" sz="2400" b="1" dirty="0" err="1">
                <a:solidFill>
                  <a:schemeClr val="tx2"/>
                </a:solidFill>
              </a:rPr>
              <a:t>MixColumns</a:t>
            </a:r>
            <a:r>
              <a:rPr lang="en-MY" sz="2400" b="1" dirty="0">
                <a:solidFill>
                  <a:schemeClr val="tx2"/>
                </a:solidFill>
              </a:rPr>
              <a:t> Step</a:t>
            </a:r>
          </a:p>
          <a:p>
            <a:pPr algn="just">
              <a:spcBef>
                <a:spcPts val="0"/>
              </a:spcBef>
            </a:pPr>
            <a:r>
              <a:rPr lang="en-US" sz="2800" dirty="0"/>
              <a:t>A linear mixing operation which operates on the columns of the state, combining the four bytes in each column.</a:t>
            </a:r>
          </a:p>
          <a:p>
            <a:pPr algn="just">
              <a:spcBef>
                <a:spcPts val="0"/>
              </a:spcBef>
            </a:pPr>
            <a:r>
              <a:rPr lang="en-US" sz="2800" dirty="0"/>
              <a:t>Perform matrix-vector multiplication column by column. Take one column than multiply it to predefined circulant MD5 matrix.</a:t>
            </a:r>
          </a:p>
          <a:p>
            <a:pPr algn="just">
              <a:spcBef>
                <a:spcPts val="0"/>
              </a:spcBef>
            </a:pPr>
            <a:r>
              <a:rPr lang="en-US" sz="2800" dirty="0"/>
              <a:t>Mix columns step is not executed in last round.</a:t>
            </a:r>
          </a:p>
          <a:p>
            <a:endParaRPr lang="en-MY" sz="2400" b="1" dirty="0"/>
          </a:p>
        </p:txBody>
      </p:sp>
      <p:pic>
        <p:nvPicPr>
          <p:cNvPr id="3" name="Picture 2"/>
          <p:cNvPicPr>
            <a:picLocks noChangeAspect="1"/>
          </p:cNvPicPr>
          <p:nvPr/>
        </p:nvPicPr>
        <p:blipFill rotWithShape="1">
          <a:blip r:embed="rId2"/>
          <a:srcRect l="10744" t="57283" r="56198" b="22918"/>
          <a:stretch/>
        </p:blipFill>
        <p:spPr>
          <a:xfrm>
            <a:off x="1071169" y="2600908"/>
            <a:ext cx="3024336" cy="1656184"/>
          </a:xfrm>
          <a:prstGeom prst="rect">
            <a:avLst/>
          </a:prstGeom>
        </p:spPr>
      </p:pic>
    </p:spTree>
    <p:extLst>
      <p:ext uri="{BB962C8B-B14F-4D97-AF65-F5344CB8AC3E}">
        <p14:creationId xmlns:p14="http://schemas.microsoft.com/office/powerpoint/2010/main" val="7629803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7D88-A695-26B2-26AF-8286737C2FED}"/>
              </a:ext>
            </a:extLst>
          </p:cNvPr>
          <p:cNvSpPr>
            <a:spLocks noGrp="1"/>
          </p:cNvSpPr>
          <p:nvPr>
            <p:ph type="title"/>
          </p:nvPr>
        </p:nvSpPr>
        <p:spPr/>
        <p:txBody>
          <a:bodyPr/>
          <a:lstStyle/>
          <a:p>
            <a:r>
              <a:rPr lang="en-MY" dirty="0"/>
              <a:t>AES : Round Functions - </a:t>
            </a:r>
            <a:r>
              <a:rPr lang="en-MY" sz="2800" b="1" dirty="0">
                <a:solidFill>
                  <a:schemeClr val="tx2"/>
                </a:solidFill>
              </a:rPr>
              <a:t>C. </a:t>
            </a:r>
            <a:r>
              <a:rPr lang="en-MY" sz="2800" b="1" dirty="0" err="1">
                <a:solidFill>
                  <a:schemeClr val="tx2"/>
                </a:solidFill>
              </a:rPr>
              <a:t>MixColumns</a:t>
            </a:r>
            <a:r>
              <a:rPr lang="en-MY" sz="2800" b="1" dirty="0">
                <a:solidFill>
                  <a:schemeClr val="tx2"/>
                </a:solidFill>
              </a:rPr>
              <a:t> Step</a:t>
            </a:r>
            <a:br>
              <a:rPr lang="en-MY" sz="2800" b="1" dirty="0">
                <a:solidFill>
                  <a:schemeClr val="tx2"/>
                </a:solidFill>
              </a:rPr>
            </a:br>
            <a:endParaRPr lang="en-MY" dirty="0"/>
          </a:p>
        </p:txBody>
      </p:sp>
      <p:pic>
        <p:nvPicPr>
          <p:cNvPr id="7" name="Picture 6">
            <a:extLst>
              <a:ext uri="{FF2B5EF4-FFF2-40B4-BE49-F238E27FC236}">
                <a16:creationId xmlns:a16="http://schemas.microsoft.com/office/drawing/2014/main" id="{01E782B1-B81D-550A-DC49-B636F16AFADC}"/>
              </a:ext>
            </a:extLst>
          </p:cNvPr>
          <p:cNvPicPr>
            <a:picLocks noChangeAspect="1"/>
          </p:cNvPicPr>
          <p:nvPr/>
        </p:nvPicPr>
        <p:blipFill>
          <a:blip r:embed="rId2"/>
          <a:stretch>
            <a:fillRect/>
          </a:stretch>
        </p:blipFill>
        <p:spPr>
          <a:xfrm>
            <a:off x="1405568" y="1297856"/>
            <a:ext cx="9144000" cy="4382589"/>
          </a:xfrm>
          <a:prstGeom prst="rect">
            <a:avLst/>
          </a:prstGeom>
        </p:spPr>
      </p:pic>
      <p:sp>
        <p:nvSpPr>
          <p:cNvPr id="8" name="TextBox 7">
            <a:extLst>
              <a:ext uri="{FF2B5EF4-FFF2-40B4-BE49-F238E27FC236}">
                <a16:creationId xmlns:a16="http://schemas.microsoft.com/office/drawing/2014/main" id="{415F6F99-1F7B-ECC0-D742-864C215EA836}"/>
              </a:ext>
            </a:extLst>
          </p:cNvPr>
          <p:cNvSpPr txBox="1"/>
          <p:nvPr/>
        </p:nvSpPr>
        <p:spPr>
          <a:xfrm>
            <a:off x="6825143" y="5098479"/>
            <a:ext cx="2893741" cy="461665"/>
          </a:xfrm>
          <a:prstGeom prst="rect">
            <a:avLst/>
          </a:prstGeom>
          <a:solidFill>
            <a:srgbClr val="002060"/>
          </a:solidFill>
        </p:spPr>
        <p:style>
          <a:lnRef idx="0">
            <a:schemeClr val="accent1"/>
          </a:lnRef>
          <a:fillRef idx="3">
            <a:schemeClr val="accent1"/>
          </a:fillRef>
          <a:effectRef idx="3">
            <a:schemeClr val="accent1"/>
          </a:effectRef>
          <a:fontRef idx="minor">
            <a:schemeClr val="lt1"/>
          </a:fontRef>
        </p:style>
        <p:txBody>
          <a:bodyPr wrap="none" rtlCol="0">
            <a:spAutoFit/>
          </a:bodyPr>
          <a:lstStyle/>
          <a:p>
            <a:pPr fontAlgn="base">
              <a:spcBef>
                <a:spcPct val="0"/>
              </a:spcBef>
              <a:spcAft>
                <a:spcPct val="0"/>
              </a:spcAft>
            </a:pPr>
            <a:r>
              <a:rPr lang="en-MY" sz="2400" dirty="0" err="1">
                <a:solidFill>
                  <a:prstClr val="white"/>
                </a:solidFill>
                <a:latin typeface="Candara"/>
              </a:rPr>
              <a:t>circulant</a:t>
            </a:r>
            <a:r>
              <a:rPr lang="en-MY" sz="2400" dirty="0">
                <a:solidFill>
                  <a:prstClr val="white"/>
                </a:solidFill>
                <a:latin typeface="Candara"/>
              </a:rPr>
              <a:t> MD5 matrix</a:t>
            </a:r>
          </a:p>
        </p:txBody>
      </p:sp>
    </p:spTree>
    <p:extLst>
      <p:ext uri="{BB962C8B-B14F-4D97-AF65-F5344CB8AC3E}">
        <p14:creationId xmlns:p14="http://schemas.microsoft.com/office/powerpoint/2010/main" val="32846708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7D88-A695-26B2-26AF-8286737C2FED}"/>
              </a:ext>
            </a:extLst>
          </p:cNvPr>
          <p:cNvSpPr>
            <a:spLocks noGrp="1"/>
          </p:cNvSpPr>
          <p:nvPr>
            <p:ph type="title"/>
          </p:nvPr>
        </p:nvSpPr>
        <p:spPr/>
        <p:txBody>
          <a:bodyPr/>
          <a:lstStyle/>
          <a:p>
            <a:r>
              <a:rPr lang="en-MY" dirty="0"/>
              <a:t>AES : Round Functions - </a:t>
            </a:r>
            <a:r>
              <a:rPr lang="en-MY" sz="2800" b="1" dirty="0">
                <a:solidFill>
                  <a:schemeClr val="tx2"/>
                </a:solidFill>
              </a:rPr>
              <a:t>C. </a:t>
            </a:r>
            <a:r>
              <a:rPr lang="en-MY" sz="2800" b="1" dirty="0" err="1">
                <a:solidFill>
                  <a:schemeClr val="tx2"/>
                </a:solidFill>
              </a:rPr>
              <a:t>MixColumns</a:t>
            </a:r>
            <a:r>
              <a:rPr lang="en-MY" sz="2800" b="1" dirty="0">
                <a:solidFill>
                  <a:schemeClr val="tx2"/>
                </a:solidFill>
              </a:rPr>
              <a:t> Step</a:t>
            </a:r>
            <a:br>
              <a:rPr lang="en-MY" sz="2800" b="1" dirty="0">
                <a:solidFill>
                  <a:schemeClr val="tx2"/>
                </a:solidFill>
              </a:rPr>
            </a:br>
            <a:endParaRPr lang="en-MY" dirty="0"/>
          </a:p>
        </p:txBody>
      </p:sp>
      <p:pic>
        <p:nvPicPr>
          <p:cNvPr id="3" name="Picture 2" descr="https://miro.medium.com/max/3134/1*NCYExPT1XoCrvnnoOEdNKA.png">
            <a:extLst>
              <a:ext uri="{FF2B5EF4-FFF2-40B4-BE49-F238E27FC236}">
                <a16:creationId xmlns:a16="http://schemas.microsoft.com/office/drawing/2014/main" id="{786B2F74-B74C-16BB-65C8-1A6CDB152B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6036" y="850268"/>
            <a:ext cx="8136904" cy="42456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9D0693-31E2-C8D0-8F3C-BB5101B25407}"/>
              </a:ext>
            </a:extLst>
          </p:cNvPr>
          <p:cNvSpPr txBox="1"/>
          <p:nvPr/>
        </p:nvSpPr>
        <p:spPr>
          <a:xfrm>
            <a:off x="2599195" y="5260657"/>
            <a:ext cx="6993610" cy="461665"/>
          </a:xfrm>
          <a:prstGeom prst="rect">
            <a:avLst/>
          </a:prstGeom>
          <a:solidFill>
            <a:srgbClr val="002060"/>
          </a:solidFill>
        </p:spPr>
        <p:txBody>
          <a:bodyPr wrap="square">
            <a:spAutoFit/>
          </a:bodyPr>
          <a:lstStyle/>
          <a:p>
            <a:pPr algn="ctr"/>
            <a:r>
              <a:rPr lang="en-US" sz="2400" b="1" dirty="0">
                <a:solidFill>
                  <a:schemeClr val="bg1"/>
                </a:solidFill>
                <a:latin typeface="Aharoni" panose="02010803020104030203" pitchFamily="2" charset="-79"/>
                <a:cs typeface="Aharoni" panose="02010803020104030203" pitchFamily="2" charset="-79"/>
              </a:rPr>
              <a:t>matrix-vector multiplication column by column</a:t>
            </a:r>
            <a:endParaRPr lang="en-MY" sz="2400" b="1" dirty="0">
              <a:solidFill>
                <a:schemeClr val="bg1"/>
              </a:solidFill>
              <a:latin typeface="Aharoni" panose="02010803020104030203" pitchFamily="2" charset="-79"/>
              <a:cs typeface="Aharoni" panose="02010803020104030203" pitchFamily="2" charset="-79"/>
            </a:endParaRPr>
          </a:p>
        </p:txBody>
      </p:sp>
      <p:sp>
        <p:nvSpPr>
          <p:cNvPr id="6" name="TextBox 5">
            <a:extLst>
              <a:ext uri="{FF2B5EF4-FFF2-40B4-BE49-F238E27FC236}">
                <a16:creationId xmlns:a16="http://schemas.microsoft.com/office/drawing/2014/main" id="{50DDCE24-561D-F903-742E-F2BC808DC664}"/>
              </a:ext>
            </a:extLst>
          </p:cNvPr>
          <p:cNvSpPr txBox="1"/>
          <p:nvPr/>
        </p:nvSpPr>
        <p:spPr>
          <a:xfrm>
            <a:off x="3059054" y="4485805"/>
            <a:ext cx="2893741" cy="461665"/>
          </a:xfrm>
          <a:prstGeom prst="rect">
            <a:avLst/>
          </a:prstGeom>
          <a:solidFill>
            <a:srgbClr val="002060"/>
          </a:solidFill>
        </p:spPr>
        <p:style>
          <a:lnRef idx="0">
            <a:schemeClr val="accent1"/>
          </a:lnRef>
          <a:fillRef idx="3">
            <a:schemeClr val="accent1"/>
          </a:fillRef>
          <a:effectRef idx="3">
            <a:schemeClr val="accent1"/>
          </a:effectRef>
          <a:fontRef idx="minor">
            <a:schemeClr val="lt1"/>
          </a:fontRef>
        </p:style>
        <p:txBody>
          <a:bodyPr wrap="none" rtlCol="0">
            <a:spAutoFit/>
          </a:bodyPr>
          <a:lstStyle/>
          <a:p>
            <a:pPr fontAlgn="base">
              <a:spcBef>
                <a:spcPct val="0"/>
              </a:spcBef>
              <a:spcAft>
                <a:spcPct val="0"/>
              </a:spcAft>
            </a:pPr>
            <a:r>
              <a:rPr lang="en-MY" sz="2400" dirty="0" err="1">
                <a:solidFill>
                  <a:prstClr val="white"/>
                </a:solidFill>
                <a:latin typeface="Candara"/>
              </a:rPr>
              <a:t>circulant</a:t>
            </a:r>
            <a:r>
              <a:rPr lang="en-MY" sz="2400" dirty="0">
                <a:solidFill>
                  <a:prstClr val="white"/>
                </a:solidFill>
                <a:latin typeface="Candara"/>
              </a:rPr>
              <a:t> MD5 matrix</a:t>
            </a:r>
          </a:p>
        </p:txBody>
      </p:sp>
    </p:spTree>
    <p:extLst>
      <p:ext uri="{BB962C8B-B14F-4D97-AF65-F5344CB8AC3E}">
        <p14:creationId xmlns:p14="http://schemas.microsoft.com/office/powerpoint/2010/main" val="1366981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7D88-A695-26B2-26AF-8286737C2FED}"/>
              </a:ext>
            </a:extLst>
          </p:cNvPr>
          <p:cNvSpPr>
            <a:spLocks noGrp="1"/>
          </p:cNvSpPr>
          <p:nvPr>
            <p:ph type="title"/>
          </p:nvPr>
        </p:nvSpPr>
        <p:spPr/>
        <p:txBody>
          <a:bodyPr/>
          <a:lstStyle/>
          <a:p>
            <a:r>
              <a:rPr lang="en-MY" dirty="0"/>
              <a:t>AES : Round Functions - </a:t>
            </a:r>
            <a:r>
              <a:rPr lang="en-MY" sz="2800" b="1" dirty="0">
                <a:solidFill>
                  <a:schemeClr val="tx2"/>
                </a:solidFill>
              </a:rPr>
              <a:t>C. </a:t>
            </a:r>
            <a:r>
              <a:rPr lang="en-MY" sz="2800" b="1" dirty="0" err="1">
                <a:solidFill>
                  <a:schemeClr val="tx2"/>
                </a:solidFill>
              </a:rPr>
              <a:t>MixColumns</a:t>
            </a:r>
            <a:r>
              <a:rPr lang="en-MY" sz="2800" b="1" dirty="0">
                <a:solidFill>
                  <a:schemeClr val="tx2"/>
                </a:solidFill>
              </a:rPr>
              <a:t> Step</a:t>
            </a:r>
            <a:br>
              <a:rPr lang="en-MY" sz="2800" b="1" dirty="0">
                <a:solidFill>
                  <a:schemeClr val="tx2"/>
                </a:solidFill>
              </a:rPr>
            </a:br>
            <a:endParaRPr lang="en-MY" dirty="0"/>
          </a:p>
        </p:txBody>
      </p:sp>
      <p:pic>
        <p:nvPicPr>
          <p:cNvPr id="4" name="Picture 3">
            <a:extLst>
              <a:ext uri="{FF2B5EF4-FFF2-40B4-BE49-F238E27FC236}">
                <a16:creationId xmlns:a16="http://schemas.microsoft.com/office/drawing/2014/main" id="{3EA7721B-21AF-68AE-39FF-915C45D6F5CA}"/>
              </a:ext>
            </a:extLst>
          </p:cNvPr>
          <p:cNvPicPr>
            <a:picLocks noChangeAspect="1"/>
          </p:cNvPicPr>
          <p:nvPr/>
        </p:nvPicPr>
        <p:blipFill>
          <a:blip r:embed="rId2"/>
          <a:stretch>
            <a:fillRect/>
          </a:stretch>
        </p:blipFill>
        <p:spPr>
          <a:xfrm>
            <a:off x="1901682" y="1675295"/>
            <a:ext cx="8802704" cy="4824536"/>
          </a:xfrm>
          <a:prstGeom prst="rect">
            <a:avLst/>
          </a:prstGeom>
        </p:spPr>
      </p:pic>
      <p:sp>
        <p:nvSpPr>
          <p:cNvPr id="5" name="TextBox 4">
            <a:extLst>
              <a:ext uri="{FF2B5EF4-FFF2-40B4-BE49-F238E27FC236}">
                <a16:creationId xmlns:a16="http://schemas.microsoft.com/office/drawing/2014/main" id="{68233925-C3BD-6308-9DF2-ED30F9CF426A}"/>
              </a:ext>
            </a:extLst>
          </p:cNvPr>
          <p:cNvSpPr txBox="1"/>
          <p:nvPr/>
        </p:nvSpPr>
        <p:spPr>
          <a:xfrm>
            <a:off x="3855470" y="1007712"/>
            <a:ext cx="4481059" cy="461665"/>
          </a:xfrm>
          <a:prstGeom prst="rect">
            <a:avLst/>
          </a:prstGeom>
          <a:solidFill>
            <a:schemeClr val="tx1">
              <a:lumMod val="50000"/>
              <a:lumOff val="50000"/>
            </a:schemeClr>
          </a:solidFill>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MY" sz="2400" dirty="0">
                <a:latin typeface="Bahnschrift" panose="020B0502040204020203" pitchFamily="34" charset="0"/>
              </a:rPr>
              <a:t>Example</a:t>
            </a:r>
          </a:p>
        </p:txBody>
      </p:sp>
    </p:spTree>
    <p:extLst>
      <p:ext uri="{BB962C8B-B14F-4D97-AF65-F5344CB8AC3E}">
        <p14:creationId xmlns:p14="http://schemas.microsoft.com/office/powerpoint/2010/main" val="36295732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7D88-A695-26B2-26AF-8286737C2FED}"/>
              </a:ext>
            </a:extLst>
          </p:cNvPr>
          <p:cNvSpPr>
            <a:spLocks noGrp="1"/>
          </p:cNvSpPr>
          <p:nvPr>
            <p:ph type="title"/>
          </p:nvPr>
        </p:nvSpPr>
        <p:spPr/>
        <p:txBody>
          <a:bodyPr/>
          <a:lstStyle/>
          <a:p>
            <a:r>
              <a:rPr lang="en-MY" dirty="0"/>
              <a:t>AES : Round Functions - </a:t>
            </a:r>
            <a:r>
              <a:rPr lang="en-MY" b="1" dirty="0">
                <a:solidFill>
                  <a:schemeClr val="accent1">
                    <a:lumMod val="75000"/>
                  </a:schemeClr>
                </a:solidFill>
              </a:rPr>
              <a:t>D. </a:t>
            </a:r>
            <a:r>
              <a:rPr lang="en-MY" b="1" dirty="0" err="1">
                <a:solidFill>
                  <a:schemeClr val="accent1">
                    <a:lumMod val="75000"/>
                  </a:schemeClr>
                </a:solidFill>
              </a:rPr>
              <a:t>AddRoundKey</a:t>
            </a:r>
            <a:br>
              <a:rPr lang="en-MY" b="1" dirty="0"/>
            </a:br>
            <a:br>
              <a:rPr lang="en-MY" sz="2800" b="1" dirty="0">
                <a:solidFill>
                  <a:schemeClr val="tx2"/>
                </a:solidFill>
              </a:rPr>
            </a:br>
            <a:endParaRPr lang="en-MY" dirty="0"/>
          </a:p>
        </p:txBody>
      </p:sp>
      <p:sp>
        <p:nvSpPr>
          <p:cNvPr id="3" name="Content Placeholder 7">
            <a:extLst>
              <a:ext uri="{FF2B5EF4-FFF2-40B4-BE49-F238E27FC236}">
                <a16:creationId xmlns:a16="http://schemas.microsoft.com/office/drawing/2014/main" id="{86DB632A-EFE1-B180-DFA8-39BBD379B10A}"/>
              </a:ext>
            </a:extLst>
          </p:cNvPr>
          <p:cNvSpPr>
            <a:spLocks noGrp="1"/>
          </p:cNvSpPr>
          <p:nvPr>
            <p:ph idx="1"/>
          </p:nvPr>
        </p:nvSpPr>
        <p:spPr>
          <a:xfrm>
            <a:off x="4634542" y="1284193"/>
            <a:ext cx="7141858" cy="5535611"/>
          </a:xfrm>
        </p:spPr>
        <p:txBody>
          <a:bodyPr>
            <a:normAutofit/>
          </a:bodyPr>
          <a:lstStyle/>
          <a:p>
            <a:pPr marL="114300" indent="0">
              <a:buNone/>
            </a:pPr>
            <a:r>
              <a:rPr lang="en-MY" sz="2400" b="1" dirty="0">
                <a:solidFill>
                  <a:schemeClr val="tx2"/>
                </a:solidFill>
              </a:rPr>
              <a:t>D. </a:t>
            </a:r>
            <a:r>
              <a:rPr lang="en-MY" sz="2400" b="1" dirty="0" err="1">
                <a:solidFill>
                  <a:schemeClr val="tx2"/>
                </a:solidFill>
              </a:rPr>
              <a:t>AddRoundKey</a:t>
            </a:r>
            <a:endParaRPr lang="en-MY" sz="2400" b="1" dirty="0">
              <a:solidFill>
                <a:schemeClr val="tx2"/>
              </a:solidFill>
            </a:endParaRPr>
          </a:p>
          <a:p>
            <a:r>
              <a:rPr lang="en-MY" sz="3200" dirty="0"/>
              <a:t>XOR Bitwise operation </a:t>
            </a:r>
          </a:p>
          <a:p>
            <a:r>
              <a:rPr lang="en-MY" sz="3200" dirty="0"/>
              <a:t>Use generated round subkey </a:t>
            </a:r>
          </a:p>
          <a:p>
            <a:pPr marL="114300" indent="0">
              <a:buNone/>
            </a:pPr>
            <a:endParaRPr lang="en-MY" sz="2400" b="1" dirty="0"/>
          </a:p>
        </p:txBody>
      </p:sp>
      <p:pic>
        <p:nvPicPr>
          <p:cNvPr id="9" name="Picture 8"/>
          <p:cNvPicPr>
            <a:picLocks noChangeAspect="1"/>
          </p:cNvPicPr>
          <p:nvPr/>
        </p:nvPicPr>
        <p:blipFill rotWithShape="1">
          <a:blip r:embed="rId2"/>
          <a:srcRect l="10744" t="71917" r="56198" b="14578"/>
          <a:stretch/>
        </p:blipFill>
        <p:spPr>
          <a:xfrm>
            <a:off x="886633" y="2073033"/>
            <a:ext cx="3024336" cy="1129665"/>
          </a:xfrm>
          <a:prstGeom prst="rect">
            <a:avLst/>
          </a:prstGeom>
        </p:spPr>
      </p:pic>
    </p:spTree>
    <p:extLst>
      <p:ext uri="{BB962C8B-B14F-4D97-AF65-F5344CB8AC3E}">
        <p14:creationId xmlns:p14="http://schemas.microsoft.com/office/powerpoint/2010/main" val="28698158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7D88-A695-26B2-26AF-8286737C2FED}"/>
              </a:ext>
            </a:extLst>
          </p:cNvPr>
          <p:cNvSpPr>
            <a:spLocks noGrp="1"/>
          </p:cNvSpPr>
          <p:nvPr>
            <p:ph type="title"/>
          </p:nvPr>
        </p:nvSpPr>
        <p:spPr/>
        <p:txBody>
          <a:bodyPr/>
          <a:lstStyle/>
          <a:p>
            <a:r>
              <a:rPr lang="en-MY" dirty="0"/>
              <a:t>AES : Round Functions - </a:t>
            </a:r>
            <a:r>
              <a:rPr lang="en-MY" b="1" dirty="0">
                <a:solidFill>
                  <a:schemeClr val="accent1">
                    <a:lumMod val="75000"/>
                  </a:schemeClr>
                </a:solidFill>
              </a:rPr>
              <a:t>D. </a:t>
            </a:r>
            <a:r>
              <a:rPr lang="en-MY" b="1" dirty="0" err="1">
                <a:solidFill>
                  <a:schemeClr val="accent1">
                    <a:lumMod val="75000"/>
                  </a:schemeClr>
                </a:solidFill>
              </a:rPr>
              <a:t>AddRoundKey</a:t>
            </a:r>
            <a:br>
              <a:rPr lang="en-MY" b="1" dirty="0"/>
            </a:br>
            <a:br>
              <a:rPr lang="en-MY" sz="2800" b="1" dirty="0">
                <a:solidFill>
                  <a:schemeClr val="tx2"/>
                </a:solidFill>
              </a:rPr>
            </a:br>
            <a:endParaRPr lang="en-MY" dirty="0"/>
          </a:p>
        </p:txBody>
      </p:sp>
      <p:pic>
        <p:nvPicPr>
          <p:cNvPr id="6" name="Picture 5"/>
          <p:cNvPicPr>
            <a:picLocks noChangeAspect="1"/>
          </p:cNvPicPr>
          <p:nvPr/>
        </p:nvPicPr>
        <p:blipFill>
          <a:blip r:embed="rId2"/>
          <a:stretch>
            <a:fillRect/>
          </a:stretch>
        </p:blipFill>
        <p:spPr>
          <a:xfrm>
            <a:off x="2045638" y="1602335"/>
            <a:ext cx="8449286" cy="4824536"/>
          </a:xfrm>
          <a:prstGeom prst="rect">
            <a:avLst/>
          </a:prstGeom>
        </p:spPr>
      </p:pic>
      <p:sp>
        <p:nvSpPr>
          <p:cNvPr id="7" name="TextBox 6">
            <a:extLst>
              <a:ext uri="{FF2B5EF4-FFF2-40B4-BE49-F238E27FC236}">
                <a16:creationId xmlns:a16="http://schemas.microsoft.com/office/drawing/2014/main" id="{B542AE39-5EFB-13C7-41B8-810DE28A367C}"/>
              </a:ext>
            </a:extLst>
          </p:cNvPr>
          <p:cNvSpPr txBox="1"/>
          <p:nvPr/>
        </p:nvSpPr>
        <p:spPr>
          <a:xfrm>
            <a:off x="3855470" y="1007712"/>
            <a:ext cx="4481059" cy="461665"/>
          </a:xfrm>
          <a:prstGeom prst="rect">
            <a:avLst/>
          </a:prstGeom>
          <a:solidFill>
            <a:schemeClr val="tx1">
              <a:lumMod val="50000"/>
              <a:lumOff val="50000"/>
            </a:schemeClr>
          </a:solidFill>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MY" sz="2400" dirty="0">
                <a:latin typeface="Bahnschrift" panose="020B0502040204020203" pitchFamily="34" charset="0"/>
              </a:rPr>
              <a:t>Example</a:t>
            </a:r>
          </a:p>
        </p:txBody>
      </p:sp>
    </p:spTree>
    <p:extLst>
      <p:ext uri="{BB962C8B-B14F-4D97-AF65-F5344CB8AC3E}">
        <p14:creationId xmlns:p14="http://schemas.microsoft.com/office/powerpoint/2010/main" val="31836049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426D49-83D9-496D-91B8-935C6FB7C98E}"/>
              </a:ext>
            </a:extLst>
          </p:cNvPr>
          <p:cNvSpPr>
            <a:spLocks noGrp="1"/>
          </p:cNvSpPr>
          <p:nvPr>
            <p:ph type="title"/>
          </p:nvPr>
        </p:nvSpPr>
        <p:spPr>
          <a:xfrm>
            <a:off x="153829" y="-685800"/>
            <a:ext cx="9146383" cy="1371600"/>
          </a:xfrm>
        </p:spPr>
        <p:txBody>
          <a:bodyPr/>
          <a:lstStyle/>
          <a:p>
            <a:r>
              <a:rPr lang="en-MY" dirty="0"/>
              <a:t>Usages of AES</a:t>
            </a:r>
          </a:p>
        </p:txBody>
      </p:sp>
      <p:sp>
        <p:nvSpPr>
          <p:cNvPr id="5" name="Content Placeholder 4">
            <a:extLst>
              <a:ext uri="{FF2B5EF4-FFF2-40B4-BE49-F238E27FC236}">
                <a16:creationId xmlns:a16="http://schemas.microsoft.com/office/drawing/2014/main" id="{F46A5B57-01DE-4719-8D00-A47FB48A155C}"/>
              </a:ext>
            </a:extLst>
          </p:cNvPr>
          <p:cNvSpPr>
            <a:spLocks noGrp="1"/>
          </p:cNvSpPr>
          <p:nvPr>
            <p:ph idx="1"/>
          </p:nvPr>
        </p:nvSpPr>
        <p:spPr>
          <a:xfrm>
            <a:off x="5730" y="685800"/>
            <a:ext cx="11331814" cy="4114801"/>
          </a:xfrm>
        </p:spPr>
        <p:txBody>
          <a:bodyPr>
            <a:normAutofit/>
          </a:bodyPr>
          <a:lstStyle/>
          <a:p>
            <a:r>
              <a:rPr lang="en-US" dirty="0"/>
              <a:t>Essentially, AES is a fast and highly secure form of encryption that is a favorite of businesses and governments worldwide.</a:t>
            </a:r>
          </a:p>
          <a:p>
            <a:r>
              <a:rPr lang="en-US" dirty="0"/>
              <a:t>AES is often included in commercial based products, including but limited to:</a:t>
            </a:r>
          </a:p>
        </p:txBody>
      </p:sp>
      <p:graphicFrame>
        <p:nvGraphicFramePr>
          <p:cNvPr id="3" name="Diagram 2">
            <a:extLst>
              <a:ext uri="{FF2B5EF4-FFF2-40B4-BE49-F238E27FC236}">
                <a16:creationId xmlns:a16="http://schemas.microsoft.com/office/drawing/2014/main" id="{2B8FD956-52A5-47B7-9ECD-3870C48D8FD1}"/>
              </a:ext>
            </a:extLst>
          </p:cNvPr>
          <p:cNvGraphicFramePr/>
          <p:nvPr>
            <p:extLst>
              <p:ext uri="{D42A27DB-BD31-4B8C-83A1-F6EECF244321}">
                <p14:modId xmlns:p14="http://schemas.microsoft.com/office/powerpoint/2010/main" val="3966730664"/>
              </p:ext>
            </p:extLst>
          </p:nvPr>
        </p:nvGraphicFramePr>
        <p:xfrm>
          <a:off x="103486" y="2474945"/>
          <a:ext cx="11962336" cy="1908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1E3867BB-7CF1-48DF-8D94-37FAAC6F2A9F}"/>
              </a:ext>
            </a:extLst>
          </p:cNvPr>
          <p:cNvGraphicFramePr/>
          <p:nvPr>
            <p:extLst>
              <p:ext uri="{D42A27DB-BD31-4B8C-83A1-F6EECF244321}">
                <p14:modId xmlns:p14="http://schemas.microsoft.com/office/powerpoint/2010/main" val="3946975629"/>
              </p:ext>
            </p:extLst>
          </p:nvPr>
        </p:nvGraphicFramePr>
        <p:xfrm>
          <a:off x="162887" y="4702629"/>
          <a:ext cx="11866225" cy="21320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396833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3E3D6-A086-4A85-A3EA-95D0D01F69C8}"/>
              </a:ext>
            </a:extLst>
          </p:cNvPr>
          <p:cNvSpPr>
            <a:spLocks noGrp="1"/>
          </p:cNvSpPr>
          <p:nvPr>
            <p:ph type="title"/>
          </p:nvPr>
        </p:nvSpPr>
        <p:spPr>
          <a:xfrm>
            <a:off x="546614" y="-434279"/>
            <a:ext cx="9146383" cy="1371600"/>
          </a:xfrm>
        </p:spPr>
        <p:txBody>
          <a:bodyPr/>
          <a:lstStyle/>
          <a:p>
            <a:r>
              <a:rPr lang="en-MY" dirty="0"/>
              <a:t>Usages of AES (example : Google Cloud)</a:t>
            </a:r>
          </a:p>
        </p:txBody>
      </p:sp>
      <p:pic>
        <p:nvPicPr>
          <p:cNvPr id="9222" name="Picture 6" descr="Encryption layers chart">
            <a:extLst>
              <a:ext uri="{FF2B5EF4-FFF2-40B4-BE49-F238E27FC236}">
                <a16:creationId xmlns:a16="http://schemas.microsoft.com/office/drawing/2014/main" id="{53C84E40-170D-4683-BEEB-AF3A31BE0A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668" b="9115"/>
          <a:stretch/>
        </p:blipFill>
        <p:spPr bwMode="auto">
          <a:xfrm>
            <a:off x="546614" y="1273222"/>
            <a:ext cx="11266487" cy="5295529"/>
          </a:xfrm>
          <a:prstGeom prst="rect">
            <a:avLst/>
          </a:prstGeom>
          <a:solidFill>
            <a:schemeClr val="tx1"/>
          </a:solidFill>
        </p:spPr>
      </p:pic>
    </p:spTree>
    <p:extLst>
      <p:ext uri="{BB962C8B-B14F-4D97-AF65-F5344CB8AC3E}">
        <p14:creationId xmlns:p14="http://schemas.microsoft.com/office/powerpoint/2010/main" val="2357922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2C79-90EA-47E0-9C4B-B43CF16C2DCD}"/>
              </a:ext>
            </a:extLst>
          </p:cNvPr>
          <p:cNvSpPr>
            <a:spLocks noGrp="1"/>
          </p:cNvSpPr>
          <p:nvPr>
            <p:ph type="title"/>
          </p:nvPr>
        </p:nvSpPr>
        <p:spPr>
          <a:xfrm>
            <a:off x="732327" y="0"/>
            <a:ext cx="9146383" cy="1371600"/>
          </a:xfrm>
        </p:spPr>
        <p:txBody>
          <a:bodyPr>
            <a:normAutofit/>
          </a:bodyPr>
          <a:lstStyle/>
          <a:p>
            <a:r>
              <a:rPr lang="en-MY" sz="6000" dirty="0">
                <a:solidFill>
                  <a:schemeClr val="accent3"/>
                </a:solidFill>
                <a:latin typeface="Bahnschrift" panose="020B0502040204020203" pitchFamily="34" charset="0"/>
              </a:rPr>
              <a:t>Quiz 3</a:t>
            </a:r>
          </a:p>
        </p:txBody>
      </p:sp>
      <p:sp>
        <p:nvSpPr>
          <p:cNvPr id="3" name="Content Placeholder 2">
            <a:extLst>
              <a:ext uri="{FF2B5EF4-FFF2-40B4-BE49-F238E27FC236}">
                <a16:creationId xmlns:a16="http://schemas.microsoft.com/office/drawing/2014/main" id="{24FD8C46-D6F6-40D9-ACD6-14A459B1C3B5}"/>
              </a:ext>
            </a:extLst>
          </p:cNvPr>
          <p:cNvSpPr>
            <a:spLocks noGrp="1"/>
          </p:cNvSpPr>
          <p:nvPr>
            <p:ph idx="1"/>
          </p:nvPr>
        </p:nvSpPr>
        <p:spPr>
          <a:xfrm>
            <a:off x="1214864" y="2388434"/>
            <a:ext cx="10749827" cy="4114801"/>
          </a:xfrm>
        </p:spPr>
        <p:txBody>
          <a:bodyPr>
            <a:normAutofit/>
          </a:bodyPr>
          <a:lstStyle/>
          <a:p>
            <a:r>
              <a:rPr lang="en-MY" sz="4000" dirty="0">
                <a:latin typeface="Bahnschrift" panose="020B0502040204020203" pitchFamily="34" charset="0"/>
              </a:rPr>
              <a:t>What is the block size of AES?</a:t>
            </a:r>
          </a:p>
          <a:p>
            <a:r>
              <a:rPr lang="en-MY" sz="4000" dirty="0">
                <a:latin typeface="Bahnschrift" panose="020B0502040204020203" pitchFamily="34" charset="0"/>
              </a:rPr>
              <a:t>What are the length of key (Key size) of AES?</a:t>
            </a:r>
          </a:p>
          <a:p>
            <a:r>
              <a:rPr lang="en-MY" sz="4000" dirty="0">
                <a:latin typeface="Bahnschrift" panose="020B0502040204020203" pitchFamily="34" charset="0"/>
              </a:rPr>
              <a:t>How many rounds in AES?</a:t>
            </a:r>
          </a:p>
          <a:p>
            <a:r>
              <a:rPr lang="en-MY" sz="4000" dirty="0">
                <a:latin typeface="Bahnschrift" panose="020B0502040204020203" pitchFamily="34" charset="0"/>
              </a:rPr>
              <a:t>What are the main strengths of AES?</a:t>
            </a:r>
          </a:p>
        </p:txBody>
      </p:sp>
      <p:pic>
        <p:nvPicPr>
          <p:cNvPr id="1026" name="Picture 2" descr="Premium Vector | Quiz logo or poll questionnaire icon symbol">
            <a:extLst>
              <a:ext uri="{FF2B5EF4-FFF2-40B4-BE49-F238E27FC236}">
                <a16:creationId xmlns:a16="http://schemas.microsoft.com/office/drawing/2014/main" id="{6661CB48-1E16-4413-B4D6-4F7D611C36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929" t="19094" r="15782" b="26449"/>
          <a:stretch/>
        </p:blipFill>
        <p:spPr bwMode="auto">
          <a:xfrm>
            <a:off x="9349273" y="183575"/>
            <a:ext cx="2332653" cy="1887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090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F489A-C8DF-4165-B088-E5E5AABF2271}"/>
              </a:ext>
            </a:extLst>
          </p:cNvPr>
          <p:cNvSpPr>
            <a:spLocks noGrp="1"/>
          </p:cNvSpPr>
          <p:nvPr>
            <p:ph type="title"/>
          </p:nvPr>
        </p:nvSpPr>
        <p:spPr>
          <a:xfrm>
            <a:off x="469900" y="-403695"/>
            <a:ext cx="9146383" cy="1371600"/>
          </a:xfrm>
        </p:spPr>
        <p:txBody>
          <a:bodyPr>
            <a:normAutofit/>
          </a:bodyPr>
          <a:lstStyle/>
          <a:p>
            <a:r>
              <a:rPr lang="en-MY" sz="4800" dirty="0"/>
              <a:t>DES vs AES</a:t>
            </a:r>
          </a:p>
        </p:txBody>
      </p:sp>
      <p:sp>
        <p:nvSpPr>
          <p:cNvPr id="4" name="TextBox 3">
            <a:extLst>
              <a:ext uri="{FF2B5EF4-FFF2-40B4-BE49-F238E27FC236}">
                <a16:creationId xmlns:a16="http://schemas.microsoft.com/office/drawing/2014/main" id="{713880CD-DA4D-4D12-9FEB-AB59FD36FF08}"/>
              </a:ext>
            </a:extLst>
          </p:cNvPr>
          <p:cNvSpPr txBox="1"/>
          <p:nvPr/>
        </p:nvSpPr>
        <p:spPr>
          <a:xfrm>
            <a:off x="6261568" y="6387208"/>
            <a:ext cx="5930432" cy="369332"/>
          </a:xfrm>
          <a:prstGeom prst="rect">
            <a:avLst/>
          </a:prstGeom>
          <a:noFill/>
        </p:spPr>
        <p:txBody>
          <a:bodyPr wrap="square" rtlCol="0">
            <a:spAutoFit/>
          </a:bodyPr>
          <a:lstStyle/>
          <a:p>
            <a:r>
              <a:rPr lang="en-MY" dirty="0"/>
              <a:t>* Round for AES = 10,12,14 – (includes the final round)</a:t>
            </a:r>
          </a:p>
        </p:txBody>
      </p:sp>
      <p:pic>
        <p:nvPicPr>
          <p:cNvPr id="1026" name="Picture 2" descr="What is Advanced Encryption Standard (AES): Beginner's Guide">
            <a:extLst>
              <a:ext uri="{FF2B5EF4-FFF2-40B4-BE49-F238E27FC236}">
                <a16:creationId xmlns:a16="http://schemas.microsoft.com/office/drawing/2014/main" id="{E931DCF6-F853-81C8-80F5-E9EA83271B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158" t="11626" r="12820"/>
          <a:stretch/>
        </p:blipFill>
        <p:spPr bwMode="auto">
          <a:xfrm>
            <a:off x="469900" y="1137457"/>
            <a:ext cx="10147300" cy="524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04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ES vs. DES, Advanced Encryption Standard, Data Encryption Standard comparison">
            <a:extLst>
              <a:ext uri="{FF2B5EF4-FFF2-40B4-BE49-F238E27FC236}">
                <a16:creationId xmlns:a16="http://schemas.microsoft.com/office/drawing/2014/main" id="{C2D1BE64-3DD5-5A86-7067-9744B7345D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241" t="22766" r="6572" b="15219"/>
          <a:stretch/>
        </p:blipFill>
        <p:spPr bwMode="auto">
          <a:xfrm>
            <a:off x="436098" y="1029422"/>
            <a:ext cx="11155680" cy="537137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C1F2A69-4D0E-6D1A-9079-06B7498E5557}"/>
              </a:ext>
            </a:extLst>
          </p:cNvPr>
          <p:cNvSpPr txBox="1"/>
          <p:nvPr/>
        </p:nvSpPr>
        <p:spPr>
          <a:xfrm>
            <a:off x="2498137" y="6202880"/>
            <a:ext cx="1749966" cy="369332"/>
          </a:xfrm>
          <a:prstGeom prst="rect">
            <a:avLst/>
          </a:prstGeom>
        </p:spPr>
        <p:style>
          <a:lnRef idx="0">
            <a:schemeClr val="accent3"/>
          </a:lnRef>
          <a:fillRef idx="3">
            <a:schemeClr val="accent3"/>
          </a:fillRef>
          <a:effectRef idx="3">
            <a:schemeClr val="accent3"/>
          </a:effectRef>
          <a:fontRef idx="minor">
            <a:schemeClr val="lt1"/>
          </a:fontRef>
        </p:style>
        <p:txBody>
          <a:bodyPr wrap="none" rtlCol="0">
            <a:spAutoFit/>
          </a:bodyPr>
          <a:lstStyle/>
          <a:p>
            <a:r>
              <a:rPr lang="en-MY" dirty="0"/>
              <a:t>Feistel Structure</a:t>
            </a:r>
          </a:p>
        </p:txBody>
      </p:sp>
      <p:sp>
        <p:nvSpPr>
          <p:cNvPr id="5" name="TextBox 4">
            <a:extLst>
              <a:ext uri="{FF2B5EF4-FFF2-40B4-BE49-F238E27FC236}">
                <a16:creationId xmlns:a16="http://schemas.microsoft.com/office/drawing/2014/main" id="{83B0CD02-44E6-9BE0-DE15-B14C27F23C23}"/>
              </a:ext>
            </a:extLst>
          </p:cNvPr>
          <p:cNvSpPr txBox="1"/>
          <p:nvPr/>
        </p:nvSpPr>
        <p:spPr>
          <a:xfrm>
            <a:off x="8710902" y="6117174"/>
            <a:ext cx="982961" cy="369332"/>
          </a:xfrm>
          <a:prstGeom prst="rect">
            <a:avLst/>
          </a:prstGeom>
        </p:spPr>
        <p:style>
          <a:lnRef idx="0">
            <a:schemeClr val="accent3"/>
          </a:lnRef>
          <a:fillRef idx="3">
            <a:schemeClr val="accent3"/>
          </a:fillRef>
          <a:effectRef idx="3">
            <a:schemeClr val="accent3"/>
          </a:effectRef>
          <a:fontRef idx="minor">
            <a:schemeClr val="lt1"/>
          </a:fontRef>
        </p:style>
        <p:txBody>
          <a:bodyPr wrap="none" rtlCol="0">
            <a:spAutoFit/>
          </a:bodyPr>
          <a:lstStyle/>
          <a:p>
            <a:r>
              <a:rPr lang="en-MY" dirty="0"/>
              <a:t>Iterative</a:t>
            </a:r>
          </a:p>
        </p:txBody>
      </p:sp>
      <p:sp>
        <p:nvSpPr>
          <p:cNvPr id="6" name="Title 1">
            <a:extLst>
              <a:ext uri="{FF2B5EF4-FFF2-40B4-BE49-F238E27FC236}">
                <a16:creationId xmlns:a16="http://schemas.microsoft.com/office/drawing/2014/main" id="{1F37C2B4-CF53-39F3-4D17-2965E9EE9961}"/>
              </a:ext>
            </a:extLst>
          </p:cNvPr>
          <p:cNvSpPr>
            <a:spLocks noGrp="1"/>
          </p:cNvSpPr>
          <p:nvPr>
            <p:ph type="title"/>
          </p:nvPr>
        </p:nvSpPr>
        <p:spPr>
          <a:xfrm>
            <a:off x="469900" y="-403695"/>
            <a:ext cx="9146383" cy="1371600"/>
          </a:xfrm>
        </p:spPr>
        <p:txBody>
          <a:bodyPr>
            <a:normAutofit/>
          </a:bodyPr>
          <a:lstStyle/>
          <a:p>
            <a:r>
              <a:rPr lang="en-MY" sz="4800" dirty="0"/>
              <a:t>DES vs AES</a:t>
            </a:r>
          </a:p>
        </p:txBody>
      </p:sp>
    </p:spTree>
    <p:extLst>
      <p:ext uri="{BB962C8B-B14F-4D97-AF65-F5344CB8AC3E}">
        <p14:creationId xmlns:p14="http://schemas.microsoft.com/office/powerpoint/2010/main" val="955149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5016891" y="4237000"/>
            <a:ext cx="6942724" cy="798400"/>
          </a:xfrm>
          <a:prstGeom prst="rect">
            <a:avLst/>
          </a:prstGeom>
        </p:spPr>
        <p:txBody>
          <a:bodyPr spcFirstLastPara="1" wrap="square" lIns="121900" tIns="121900" rIns="121900" bIns="121900" anchor="b" anchorCtr="0">
            <a:noAutofit/>
          </a:bodyPr>
          <a:lstStyle/>
          <a:p>
            <a:r>
              <a:rPr lang="en-MY" dirty="0"/>
              <a:t>Symmetric Encryption Algorithm</a:t>
            </a:r>
            <a:endParaRPr dirty="0"/>
          </a:p>
        </p:txBody>
      </p:sp>
      <p:sp>
        <p:nvSpPr>
          <p:cNvPr id="207" name="Google Shape;207;p43"/>
          <p:cNvSpPr txBox="1">
            <a:spLocks noGrp="1"/>
          </p:cNvSpPr>
          <p:nvPr>
            <p:ph type="title" idx="2"/>
          </p:nvPr>
        </p:nvSpPr>
        <p:spPr>
          <a:xfrm>
            <a:off x="1397693" y="4383333"/>
            <a:ext cx="3217200" cy="1242000"/>
          </a:xfrm>
          <a:prstGeom prst="rect">
            <a:avLst/>
          </a:prstGeom>
        </p:spPr>
        <p:txBody>
          <a:bodyPr spcFirstLastPara="1" wrap="square" lIns="121900" tIns="121900" rIns="121900" bIns="121900" anchor="ctr" anchorCtr="0">
            <a:noAutofit/>
          </a:bodyPr>
          <a:lstStyle/>
          <a:p>
            <a:r>
              <a:rPr lang="en-US" dirty="0"/>
              <a:t>07</a:t>
            </a:r>
            <a:endParaRPr dirty="0"/>
          </a:p>
        </p:txBody>
      </p:sp>
      <p:sp>
        <p:nvSpPr>
          <p:cNvPr id="208" name="Google Shape;208;p43"/>
          <p:cNvSpPr txBox="1">
            <a:spLocks noGrp="1"/>
          </p:cNvSpPr>
          <p:nvPr>
            <p:ph type="subTitle" idx="1"/>
          </p:nvPr>
        </p:nvSpPr>
        <p:spPr>
          <a:xfrm>
            <a:off x="5013774" y="5005733"/>
            <a:ext cx="4951320" cy="619600"/>
          </a:xfrm>
          <a:prstGeom prst="rect">
            <a:avLst/>
          </a:prstGeom>
        </p:spPr>
        <p:txBody>
          <a:bodyPr spcFirstLastPara="1" wrap="square" lIns="121900" tIns="121900" rIns="121900" bIns="121900" anchor="t" anchorCtr="0">
            <a:noAutofit/>
          </a:bodyPr>
          <a:lstStyle/>
          <a:p>
            <a:pPr marL="0" indent="0"/>
            <a:r>
              <a:rPr lang="en-MY" dirty="0"/>
              <a:t>Key Management</a:t>
            </a:r>
          </a:p>
          <a:p>
            <a:pPr marL="0" indent="0"/>
            <a:endParaRPr lang="en-MY" dirty="0"/>
          </a:p>
        </p:txBody>
      </p:sp>
      <p:cxnSp>
        <p:nvCxnSpPr>
          <p:cNvPr id="209" name="Google Shape;209;p43"/>
          <p:cNvCxnSpPr/>
          <p:nvPr/>
        </p:nvCxnSpPr>
        <p:spPr>
          <a:xfrm>
            <a:off x="4814333" y="4337729"/>
            <a:ext cx="0" cy="13332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13763065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93A803-DD6B-DCEA-60BE-FB7BD20AEA20}"/>
              </a:ext>
            </a:extLst>
          </p:cNvPr>
          <p:cNvPicPr>
            <a:picLocks noChangeAspect="1"/>
          </p:cNvPicPr>
          <p:nvPr/>
        </p:nvPicPr>
        <p:blipFill rotWithShape="1">
          <a:blip r:embed="rId3"/>
          <a:srcRect t="22428"/>
          <a:stretch/>
        </p:blipFill>
        <p:spPr>
          <a:xfrm>
            <a:off x="402957" y="1596325"/>
            <a:ext cx="11251768" cy="4107051"/>
          </a:xfrm>
          <a:prstGeom prst="rect">
            <a:avLst/>
          </a:prstGeom>
        </p:spPr>
      </p:pic>
      <p:sp>
        <p:nvSpPr>
          <p:cNvPr id="2" name="Title 1">
            <a:extLst>
              <a:ext uri="{FF2B5EF4-FFF2-40B4-BE49-F238E27FC236}">
                <a16:creationId xmlns:a16="http://schemas.microsoft.com/office/drawing/2014/main" id="{62EB1BFD-89BA-B97B-2A07-68B07194753B}"/>
              </a:ext>
            </a:extLst>
          </p:cNvPr>
          <p:cNvSpPr txBox="1">
            <a:spLocks/>
          </p:cNvSpPr>
          <p:nvPr/>
        </p:nvSpPr>
        <p:spPr>
          <a:xfrm>
            <a:off x="154343" y="0"/>
            <a:ext cx="11360800" cy="7636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latin typeface="Bahnschrift" panose="020B0502040204020203" pitchFamily="34" charset="0"/>
              </a:rPr>
              <a:t>Key Management – Challenge</a:t>
            </a:r>
            <a:endParaRPr lang="en-MY" dirty="0">
              <a:latin typeface="Bahnschrift" panose="020B0502040204020203" pitchFamily="34" charset="0"/>
            </a:endParaRPr>
          </a:p>
        </p:txBody>
      </p:sp>
    </p:spTree>
    <p:extLst>
      <p:ext uri="{BB962C8B-B14F-4D97-AF65-F5344CB8AC3E}">
        <p14:creationId xmlns:p14="http://schemas.microsoft.com/office/powerpoint/2010/main" val="1204314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BFD-89BA-B97B-2A07-68B07194753B}"/>
              </a:ext>
            </a:extLst>
          </p:cNvPr>
          <p:cNvSpPr txBox="1">
            <a:spLocks/>
          </p:cNvSpPr>
          <p:nvPr/>
        </p:nvSpPr>
        <p:spPr>
          <a:xfrm>
            <a:off x="154342" y="0"/>
            <a:ext cx="11856843" cy="763600"/>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latin typeface="Bahnschrift" panose="020B0502040204020203" pitchFamily="34" charset="0"/>
              </a:rPr>
              <a:t>Key Management – Method 1 : Diffie Helman Key Exchange</a:t>
            </a:r>
            <a:endParaRPr lang="en-MY" dirty="0">
              <a:latin typeface="Bahnschrift" panose="020B0502040204020203" pitchFamily="34" charset="0"/>
            </a:endParaRPr>
          </a:p>
        </p:txBody>
      </p:sp>
      <p:sp>
        <p:nvSpPr>
          <p:cNvPr id="5" name="TextBox 4">
            <a:extLst>
              <a:ext uri="{FF2B5EF4-FFF2-40B4-BE49-F238E27FC236}">
                <a16:creationId xmlns:a16="http://schemas.microsoft.com/office/drawing/2014/main" id="{77C51F1B-6C75-55BD-110E-ECD1C5F458AE}"/>
              </a:ext>
            </a:extLst>
          </p:cNvPr>
          <p:cNvSpPr txBox="1"/>
          <p:nvPr/>
        </p:nvSpPr>
        <p:spPr>
          <a:xfrm>
            <a:off x="-19791" y="997247"/>
            <a:ext cx="5239068" cy="4662815"/>
          </a:xfrm>
          <a:prstGeom prst="rect">
            <a:avLst/>
          </a:prstGeom>
          <a:solidFill>
            <a:schemeClr val="bg2">
              <a:lumMod val="90000"/>
              <a:lumOff val="10000"/>
            </a:schemeClr>
          </a:solidFill>
        </p:spPr>
        <p:txBody>
          <a:bodyPr wrap="square">
            <a:spAutoFit/>
          </a:bodyPr>
          <a:lstStyle/>
          <a:p>
            <a:r>
              <a:rPr lang="en-US" sz="1650" b="1" dirty="0">
                <a:latin typeface="Bahnschrift" panose="020B0502040204020203" pitchFamily="34" charset="0"/>
              </a:rPr>
              <a:t>Process:</a:t>
            </a:r>
            <a:endParaRPr lang="en-US" sz="1650" dirty="0">
              <a:latin typeface="Bahnschrift" panose="020B0502040204020203" pitchFamily="34" charset="0"/>
            </a:endParaRPr>
          </a:p>
          <a:p>
            <a:pPr marL="342900" indent="-342900">
              <a:buFont typeface="+mj-lt"/>
              <a:buAutoNum type="arabicPeriod"/>
            </a:pPr>
            <a:r>
              <a:rPr lang="en-US" sz="1650" b="1" dirty="0">
                <a:solidFill>
                  <a:srgbClr val="FFC000"/>
                </a:solidFill>
                <a:latin typeface="Bahnschrift" panose="020B0502040204020203" pitchFamily="34" charset="0"/>
              </a:rPr>
              <a:t>Agree on Shared Parameters:</a:t>
            </a:r>
            <a:endParaRPr lang="en-US" sz="1650" dirty="0">
              <a:solidFill>
                <a:srgbClr val="FFC000"/>
              </a:solidFill>
              <a:latin typeface="Bahnschrift" panose="020B0502040204020203" pitchFamily="34" charset="0"/>
            </a:endParaRPr>
          </a:p>
          <a:p>
            <a:pPr marL="285750" indent="-285750">
              <a:buFont typeface="Arial" panose="020B0604020202020204" pitchFamily="34" charset="0"/>
              <a:buChar char="•"/>
            </a:pPr>
            <a:r>
              <a:rPr lang="en-US" sz="1650" dirty="0">
                <a:latin typeface="Bahnschrift" panose="020B0502040204020203" pitchFamily="34" charset="0"/>
              </a:rPr>
              <a:t>Alice and Bob agree on a large prime number P and a base G.</a:t>
            </a:r>
          </a:p>
          <a:p>
            <a:pPr marL="342900" indent="-342900">
              <a:buFont typeface="+mj-lt"/>
              <a:buAutoNum type="arabicPeriod" startAt="2"/>
            </a:pPr>
            <a:r>
              <a:rPr lang="en-US" sz="1650" b="1" dirty="0">
                <a:solidFill>
                  <a:srgbClr val="FFC000"/>
                </a:solidFill>
                <a:latin typeface="Bahnschrift" panose="020B0502040204020203" pitchFamily="34" charset="0"/>
              </a:rPr>
              <a:t>Generate Private Keys:</a:t>
            </a:r>
          </a:p>
          <a:p>
            <a:pPr marL="285750" indent="-285750">
              <a:buFont typeface="Arial" panose="020B0604020202020204" pitchFamily="34" charset="0"/>
              <a:buChar char="•"/>
            </a:pPr>
            <a:r>
              <a:rPr lang="en-US" sz="1650" dirty="0">
                <a:latin typeface="Bahnschrift" panose="020B0502040204020203" pitchFamily="34" charset="0"/>
              </a:rPr>
              <a:t>Alice generates a private key A</a:t>
            </a:r>
          </a:p>
          <a:p>
            <a:pPr marL="285750" indent="-285750">
              <a:buFont typeface="Arial" panose="020B0604020202020204" pitchFamily="34" charset="0"/>
              <a:buChar char="•"/>
            </a:pPr>
            <a:r>
              <a:rPr lang="en-US" sz="1650" dirty="0">
                <a:latin typeface="Bahnschrift" panose="020B0502040204020203" pitchFamily="34" charset="0"/>
              </a:rPr>
              <a:t>Bob generates a private key B</a:t>
            </a:r>
          </a:p>
          <a:p>
            <a:r>
              <a:rPr lang="en-US" sz="1650" dirty="0">
                <a:solidFill>
                  <a:srgbClr val="FFC000"/>
                </a:solidFill>
                <a:latin typeface="Bahnschrift" panose="020B0502040204020203" pitchFamily="34" charset="0"/>
              </a:rPr>
              <a:t>3.  Calculate Public Keys:</a:t>
            </a:r>
          </a:p>
          <a:p>
            <a:pPr marL="285750" indent="-285750">
              <a:buFont typeface="Arial" panose="020B0604020202020204" pitchFamily="34" charset="0"/>
              <a:buChar char="•"/>
            </a:pPr>
            <a:r>
              <a:rPr lang="en-US" sz="1650" dirty="0">
                <a:latin typeface="Bahnschrift" panose="020B0502040204020203" pitchFamily="34" charset="0"/>
              </a:rPr>
              <a:t>Alice calculates her public key AAA</a:t>
            </a:r>
          </a:p>
          <a:p>
            <a:pPr marL="285750" indent="-285750">
              <a:buFont typeface="Arial" panose="020B0604020202020204" pitchFamily="34" charset="0"/>
              <a:buChar char="•"/>
            </a:pPr>
            <a:r>
              <a:rPr lang="en-US" sz="1650" dirty="0">
                <a:latin typeface="Bahnschrift" panose="020B0502040204020203" pitchFamily="34" charset="0"/>
              </a:rPr>
              <a:t>Bob calculates his public key BBB</a:t>
            </a:r>
          </a:p>
          <a:p>
            <a:r>
              <a:rPr lang="en-US" sz="1650" b="1" dirty="0">
                <a:solidFill>
                  <a:srgbClr val="FFC000"/>
                </a:solidFill>
                <a:latin typeface="Bahnschrift" panose="020B0502040204020203" pitchFamily="34" charset="0"/>
              </a:rPr>
              <a:t>4. Exchange Public Keys:</a:t>
            </a:r>
            <a:endParaRPr lang="en-US" sz="1650" dirty="0">
              <a:solidFill>
                <a:srgbClr val="FFC000"/>
              </a:solidFill>
              <a:latin typeface="Bahnschrift" panose="020B0502040204020203" pitchFamily="34" charset="0"/>
            </a:endParaRPr>
          </a:p>
          <a:p>
            <a:pPr marL="285750" indent="-285750">
              <a:buFont typeface="Arial" panose="020B0604020202020204" pitchFamily="34" charset="0"/>
              <a:buChar char="•"/>
            </a:pPr>
            <a:r>
              <a:rPr lang="en-US" sz="1650" dirty="0">
                <a:latin typeface="Bahnschrift" panose="020B0502040204020203" pitchFamily="34" charset="0"/>
              </a:rPr>
              <a:t>Alice sends AAA to Bob.</a:t>
            </a:r>
          </a:p>
          <a:p>
            <a:pPr marL="285750" indent="-285750">
              <a:buFont typeface="Arial" panose="020B0604020202020204" pitchFamily="34" charset="0"/>
              <a:buChar char="•"/>
            </a:pPr>
            <a:r>
              <a:rPr lang="en-US" sz="1650" dirty="0">
                <a:latin typeface="Bahnschrift" panose="020B0502040204020203" pitchFamily="34" charset="0"/>
              </a:rPr>
              <a:t>Bob sends BBB to Alice.</a:t>
            </a:r>
          </a:p>
          <a:p>
            <a:r>
              <a:rPr lang="en-US" sz="1650" b="1" dirty="0">
                <a:solidFill>
                  <a:srgbClr val="FFC000"/>
                </a:solidFill>
                <a:latin typeface="Bahnschrift" panose="020B0502040204020203" pitchFamily="34" charset="0"/>
              </a:rPr>
              <a:t>5.Compute Shared Secret:</a:t>
            </a:r>
          </a:p>
          <a:p>
            <a:pPr marL="285750" indent="-285750">
              <a:buFont typeface="Arial" panose="020B0604020202020204" pitchFamily="34" charset="0"/>
              <a:buChar char="•"/>
            </a:pPr>
            <a:r>
              <a:rPr lang="en-US" sz="1650" dirty="0">
                <a:latin typeface="Bahnschrift" panose="020B0502040204020203" pitchFamily="34" charset="0"/>
              </a:rPr>
              <a:t>Alice computes shared </a:t>
            </a:r>
            <a:r>
              <a:rPr lang="en-US" sz="1650" dirty="0" err="1">
                <a:latin typeface="Bahnschrift" panose="020B0502040204020203" pitchFamily="34" charset="0"/>
              </a:rPr>
              <a:t>secret,SS</a:t>
            </a:r>
            <a:r>
              <a:rPr lang="en-US" sz="1650" dirty="0">
                <a:latin typeface="Bahnschrift" panose="020B0502040204020203" pitchFamily="34" charset="0"/>
              </a:rPr>
              <a:t> using BBB</a:t>
            </a:r>
          </a:p>
          <a:p>
            <a:pPr marL="285750" indent="-285750">
              <a:buFont typeface="Arial" panose="020B0604020202020204" pitchFamily="34" charset="0"/>
              <a:buChar char="•"/>
            </a:pPr>
            <a:r>
              <a:rPr lang="en-US" sz="1650" dirty="0">
                <a:latin typeface="Bahnschrift" panose="020B0502040204020203" pitchFamily="34" charset="0"/>
              </a:rPr>
              <a:t>Bob computes shared </a:t>
            </a:r>
            <a:r>
              <a:rPr lang="en-US" sz="1650" dirty="0" err="1">
                <a:latin typeface="Bahnschrift" panose="020B0502040204020203" pitchFamily="34" charset="0"/>
              </a:rPr>
              <a:t>secret,SS</a:t>
            </a:r>
            <a:r>
              <a:rPr lang="en-US" sz="1650" dirty="0">
                <a:latin typeface="Bahnschrift" panose="020B0502040204020203" pitchFamily="34" charset="0"/>
              </a:rPr>
              <a:t> using AAA Both Alice and Bob now have the shared secret, SS which can be used to derive the symmetric key.</a:t>
            </a:r>
          </a:p>
        </p:txBody>
      </p:sp>
      <p:pic>
        <p:nvPicPr>
          <p:cNvPr id="3" name="Picture 2">
            <a:extLst>
              <a:ext uri="{FF2B5EF4-FFF2-40B4-BE49-F238E27FC236}">
                <a16:creationId xmlns:a16="http://schemas.microsoft.com/office/drawing/2014/main" id="{45A7D23B-547A-9475-5CCE-4E0405F2B76D}"/>
              </a:ext>
            </a:extLst>
          </p:cNvPr>
          <p:cNvPicPr>
            <a:picLocks noChangeAspect="1"/>
          </p:cNvPicPr>
          <p:nvPr/>
        </p:nvPicPr>
        <p:blipFill>
          <a:blip r:embed="rId3"/>
          <a:stretch>
            <a:fillRect/>
          </a:stretch>
        </p:blipFill>
        <p:spPr>
          <a:xfrm>
            <a:off x="5045143" y="944022"/>
            <a:ext cx="7146857" cy="5241673"/>
          </a:xfrm>
          <a:prstGeom prst="rect">
            <a:avLst/>
          </a:prstGeom>
        </p:spPr>
      </p:pic>
      <p:sp>
        <p:nvSpPr>
          <p:cNvPr id="7" name="TextBox 6">
            <a:extLst>
              <a:ext uri="{FF2B5EF4-FFF2-40B4-BE49-F238E27FC236}">
                <a16:creationId xmlns:a16="http://schemas.microsoft.com/office/drawing/2014/main" id="{D367AC15-5CBE-0CE5-D113-F991ADC23068}"/>
              </a:ext>
            </a:extLst>
          </p:cNvPr>
          <p:cNvSpPr txBox="1"/>
          <p:nvPr/>
        </p:nvSpPr>
        <p:spPr>
          <a:xfrm>
            <a:off x="154342" y="5913978"/>
            <a:ext cx="12037658" cy="923330"/>
          </a:xfrm>
          <a:prstGeom prst="rect">
            <a:avLst/>
          </a:prstGeom>
          <a:noFill/>
        </p:spPr>
        <p:txBody>
          <a:bodyPr wrap="square">
            <a:spAutoFit/>
          </a:bodyPr>
          <a:lstStyle/>
          <a:p>
            <a:r>
              <a:rPr lang="en-US" b="1" dirty="0"/>
              <a:t>Notes:</a:t>
            </a:r>
            <a:endParaRPr lang="en-US" dirty="0"/>
          </a:p>
          <a:p>
            <a:pPr>
              <a:buFont typeface="Arial" panose="020B0604020202020204" pitchFamily="34" charset="0"/>
              <a:buChar char="•"/>
            </a:pPr>
            <a:r>
              <a:rPr lang="en-US" dirty="0"/>
              <a:t>The Diffie-Hellman exchange ensures that even if Darth intercepts AAA and BBB, he cannot easily determine the shared secret , SS without knowing the private key A or B.</a:t>
            </a:r>
          </a:p>
        </p:txBody>
      </p:sp>
    </p:spTree>
    <p:extLst>
      <p:ext uri="{BB962C8B-B14F-4D97-AF65-F5344CB8AC3E}">
        <p14:creationId xmlns:p14="http://schemas.microsoft.com/office/powerpoint/2010/main" val="392985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FA37F0F-B80F-F7F1-66B2-2CC3A6ECCE87}"/>
              </a:ext>
            </a:extLst>
          </p:cNvPr>
          <p:cNvSpPr txBox="1">
            <a:spLocks/>
          </p:cNvSpPr>
          <p:nvPr/>
        </p:nvSpPr>
        <p:spPr>
          <a:xfrm>
            <a:off x="167578" y="154983"/>
            <a:ext cx="11856843" cy="763600"/>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latin typeface="Bahnschrift" panose="020B0502040204020203" pitchFamily="34" charset="0"/>
              </a:rPr>
              <a:t>Key Management – Method 2 : Key Distribution Centre (KDC) Kerberos</a:t>
            </a:r>
            <a:endParaRPr lang="en-MY" dirty="0">
              <a:latin typeface="Bahnschrift" panose="020B0502040204020203" pitchFamily="34" charset="0"/>
            </a:endParaRPr>
          </a:p>
        </p:txBody>
      </p:sp>
      <p:sp>
        <p:nvSpPr>
          <p:cNvPr id="6" name="Content Placeholder 5">
            <a:extLst>
              <a:ext uri="{FF2B5EF4-FFF2-40B4-BE49-F238E27FC236}">
                <a16:creationId xmlns:a16="http://schemas.microsoft.com/office/drawing/2014/main" id="{42D99888-7768-646B-A9EC-AC4000264CBD}"/>
              </a:ext>
            </a:extLst>
          </p:cNvPr>
          <p:cNvSpPr>
            <a:spLocks noGrp="1"/>
          </p:cNvSpPr>
          <p:nvPr>
            <p:ph idx="1"/>
          </p:nvPr>
        </p:nvSpPr>
        <p:spPr>
          <a:xfrm>
            <a:off x="304577" y="1206768"/>
            <a:ext cx="11412142" cy="5496249"/>
          </a:xfrm>
        </p:spPr>
        <p:txBody>
          <a:bodyPr>
            <a:normAutofit lnSpcReduction="10000"/>
          </a:bodyPr>
          <a:lstStyle/>
          <a:p>
            <a:pPr algn="just"/>
            <a:r>
              <a:rPr lang="en-US" dirty="0">
                <a:latin typeface="Bahnschrift" panose="020B0502040204020203" pitchFamily="34" charset="0"/>
              </a:rPr>
              <a:t>A Key Distribution Center is the way to automatically distribute keys to support arbitrary connections between pairs of users. </a:t>
            </a:r>
          </a:p>
          <a:p>
            <a:pPr algn="just"/>
            <a:r>
              <a:rPr lang="en-US" dirty="0">
                <a:latin typeface="Bahnschrift" panose="020B0502040204020203" pitchFamily="34" charset="0"/>
              </a:rPr>
              <a:t>The users can be a computer, a process or applications. </a:t>
            </a:r>
          </a:p>
          <a:p>
            <a:pPr algn="just"/>
            <a:r>
              <a:rPr lang="en-US" dirty="0">
                <a:latin typeface="Bahnschrift" panose="020B0502040204020203" pitchFamily="34" charset="0"/>
              </a:rPr>
              <a:t>Each user shares a unique key with the KDC, known as the </a:t>
            </a:r>
            <a:r>
              <a:rPr lang="en-US" dirty="0">
                <a:solidFill>
                  <a:srgbClr val="FFC000"/>
                </a:solidFill>
                <a:latin typeface="Bahnschrift" panose="020B0502040204020203" pitchFamily="34" charset="0"/>
              </a:rPr>
              <a:t>master key</a:t>
            </a:r>
            <a:r>
              <a:rPr lang="en-US" dirty="0">
                <a:latin typeface="Bahnschrift" panose="020B0502040204020203" pitchFamily="34" charset="0"/>
              </a:rPr>
              <a:t>.</a:t>
            </a:r>
          </a:p>
          <a:p>
            <a:pPr algn="just"/>
            <a:r>
              <a:rPr lang="en-US" dirty="0">
                <a:latin typeface="Bahnschrift" panose="020B0502040204020203" pitchFamily="34" charset="0"/>
              </a:rPr>
              <a:t>The </a:t>
            </a:r>
            <a:r>
              <a:rPr lang="en-US" dirty="0">
                <a:solidFill>
                  <a:srgbClr val="FFC000"/>
                </a:solidFill>
                <a:latin typeface="Bahnschrift" panose="020B0502040204020203" pitchFamily="34" charset="0"/>
              </a:rPr>
              <a:t>master key </a:t>
            </a:r>
            <a:r>
              <a:rPr lang="en-US" dirty="0">
                <a:latin typeface="Bahnschrift" panose="020B0502040204020203" pitchFamily="34" charset="0"/>
              </a:rPr>
              <a:t>is used to identify the user and, the second key is used to encrypt the communication between the two users. This second key is usually known as the </a:t>
            </a:r>
            <a:r>
              <a:rPr lang="en-US" dirty="0">
                <a:solidFill>
                  <a:srgbClr val="FFC000"/>
                </a:solidFill>
                <a:latin typeface="Bahnschrift" panose="020B0502040204020203" pitchFamily="34" charset="0"/>
              </a:rPr>
              <a:t>session key</a:t>
            </a:r>
            <a:r>
              <a:rPr lang="en-US" dirty="0">
                <a:latin typeface="Bahnschrift" panose="020B0502040204020203" pitchFamily="34" charset="0"/>
              </a:rPr>
              <a:t>.</a:t>
            </a:r>
          </a:p>
          <a:p>
            <a:pPr algn="just"/>
            <a:r>
              <a:rPr lang="en-US" dirty="0">
                <a:latin typeface="Bahnschrift" panose="020B0502040204020203" pitchFamily="34" charset="0"/>
              </a:rPr>
              <a:t>The session key is encrypted using the master key and it is then sent to the clients for an end-to-end encrypted connection.</a:t>
            </a:r>
          </a:p>
          <a:p>
            <a:pPr algn="just"/>
            <a:r>
              <a:rPr lang="en-US" dirty="0">
                <a:latin typeface="Bahnschrift" panose="020B0502040204020203" pitchFamily="34" charset="0"/>
              </a:rPr>
              <a:t>Each session will have a different key. This is an extra layer of protection because all the traffic is encrypted using different keys.</a:t>
            </a:r>
          </a:p>
          <a:p>
            <a:pPr algn="just"/>
            <a:r>
              <a:rPr lang="en-US" dirty="0">
                <a:latin typeface="Bahnschrift" panose="020B0502040204020203" pitchFamily="34" charset="0"/>
              </a:rPr>
              <a:t>So, if an attacker gets one key, it won’t be able to decrypt all the messages, only those messages encrypted with the specific key.</a:t>
            </a:r>
          </a:p>
          <a:p>
            <a:endParaRPr lang="en-MY" dirty="0"/>
          </a:p>
        </p:txBody>
      </p:sp>
    </p:spTree>
    <p:extLst>
      <p:ext uri="{BB962C8B-B14F-4D97-AF65-F5344CB8AC3E}">
        <p14:creationId xmlns:p14="http://schemas.microsoft.com/office/powerpoint/2010/main" val="331899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FA37F0F-B80F-F7F1-66B2-2CC3A6ECCE87}"/>
              </a:ext>
            </a:extLst>
          </p:cNvPr>
          <p:cNvSpPr txBox="1">
            <a:spLocks/>
          </p:cNvSpPr>
          <p:nvPr/>
        </p:nvSpPr>
        <p:spPr>
          <a:xfrm>
            <a:off x="167578" y="154983"/>
            <a:ext cx="11856843" cy="763600"/>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latin typeface="Bahnschrift" panose="020B0502040204020203" pitchFamily="34" charset="0"/>
              </a:rPr>
              <a:t>Key Management – Method 2 : Key Distribution Centre (KDC)</a:t>
            </a:r>
            <a:endParaRPr lang="en-MY" dirty="0">
              <a:latin typeface="Bahnschrift" panose="020B0502040204020203" pitchFamily="34" charset="0"/>
            </a:endParaRPr>
          </a:p>
        </p:txBody>
      </p:sp>
      <p:pic>
        <p:nvPicPr>
          <p:cNvPr id="7" name="Picture 6">
            <a:extLst>
              <a:ext uri="{FF2B5EF4-FFF2-40B4-BE49-F238E27FC236}">
                <a16:creationId xmlns:a16="http://schemas.microsoft.com/office/drawing/2014/main" id="{92A8E81C-474E-BE45-244A-DD375E7D4902}"/>
              </a:ext>
            </a:extLst>
          </p:cNvPr>
          <p:cNvPicPr>
            <a:picLocks noChangeAspect="1"/>
          </p:cNvPicPr>
          <p:nvPr/>
        </p:nvPicPr>
        <p:blipFill>
          <a:blip r:embed="rId3"/>
          <a:stretch>
            <a:fillRect/>
          </a:stretch>
        </p:blipFill>
        <p:spPr>
          <a:xfrm>
            <a:off x="167578" y="1029111"/>
            <a:ext cx="11856843" cy="2333951"/>
          </a:xfrm>
          <a:prstGeom prst="rect">
            <a:avLst/>
          </a:prstGeom>
        </p:spPr>
      </p:pic>
      <p:pic>
        <p:nvPicPr>
          <p:cNvPr id="9" name="Picture 8">
            <a:extLst>
              <a:ext uri="{FF2B5EF4-FFF2-40B4-BE49-F238E27FC236}">
                <a16:creationId xmlns:a16="http://schemas.microsoft.com/office/drawing/2014/main" id="{8926EFF5-B1EF-3E37-E1E1-F9FA5B914463}"/>
              </a:ext>
            </a:extLst>
          </p:cNvPr>
          <p:cNvPicPr>
            <a:picLocks noChangeAspect="1"/>
          </p:cNvPicPr>
          <p:nvPr/>
        </p:nvPicPr>
        <p:blipFill>
          <a:blip r:embed="rId4"/>
          <a:stretch>
            <a:fillRect/>
          </a:stretch>
        </p:blipFill>
        <p:spPr>
          <a:xfrm>
            <a:off x="3208149" y="3494939"/>
            <a:ext cx="4632017" cy="3229426"/>
          </a:xfrm>
          <a:prstGeom prst="rect">
            <a:avLst/>
          </a:prstGeom>
        </p:spPr>
      </p:pic>
    </p:spTree>
    <p:extLst>
      <p:ext uri="{BB962C8B-B14F-4D97-AF65-F5344CB8AC3E}">
        <p14:creationId xmlns:p14="http://schemas.microsoft.com/office/powerpoint/2010/main" val="1500656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FA37F0F-B80F-F7F1-66B2-2CC3A6ECCE87}"/>
              </a:ext>
            </a:extLst>
          </p:cNvPr>
          <p:cNvSpPr txBox="1">
            <a:spLocks/>
          </p:cNvSpPr>
          <p:nvPr/>
        </p:nvSpPr>
        <p:spPr>
          <a:xfrm>
            <a:off x="167578" y="154983"/>
            <a:ext cx="11856843" cy="763600"/>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a:lstStyle>
          <a:p>
            <a:r>
              <a:rPr lang="en-US" dirty="0">
                <a:latin typeface="Bahnschrift" panose="020B0502040204020203" pitchFamily="34" charset="0"/>
              </a:rPr>
              <a:t>Key Management – Method 2 : Key Distribution Centre (KDC)</a:t>
            </a:r>
            <a:endParaRPr lang="en-MY" dirty="0">
              <a:latin typeface="Bahnschrift" panose="020B0502040204020203" pitchFamily="34" charset="0"/>
            </a:endParaRPr>
          </a:p>
        </p:txBody>
      </p:sp>
      <p:pic>
        <p:nvPicPr>
          <p:cNvPr id="2" name="Picture 1">
            <a:extLst>
              <a:ext uri="{FF2B5EF4-FFF2-40B4-BE49-F238E27FC236}">
                <a16:creationId xmlns:a16="http://schemas.microsoft.com/office/drawing/2014/main" id="{530EE68F-47C2-DF0D-EB4B-4A651B895CB8}"/>
              </a:ext>
            </a:extLst>
          </p:cNvPr>
          <p:cNvPicPr>
            <a:picLocks noChangeAspect="1"/>
          </p:cNvPicPr>
          <p:nvPr/>
        </p:nvPicPr>
        <p:blipFill>
          <a:blip r:embed="rId3"/>
          <a:stretch>
            <a:fillRect/>
          </a:stretch>
        </p:blipFill>
        <p:spPr>
          <a:xfrm>
            <a:off x="335156" y="1246517"/>
            <a:ext cx="11412559" cy="5456500"/>
          </a:xfrm>
          <a:prstGeom prst="rect">
            <a:avLst/>
          </a:prstGeom>
        </p:spPr>
      </p:pic>
    </p:spTree>
    <p:extLst>
      <p:ext uri="{BB962C8B-B14F-4D97-AF65-F5344CB8AC3E}">
        <p14:creationId xmlns:p14="http://schemas.microsoft.com/office/powerpoint/2010/main" val="187001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E581B-5445-616E-188A-B8C9DAD74ECF}"/>
              </a:ext>
            </a:extLst>
          </p:cNvPr>
          <p:cNvSpPr>
            <a:spLocks noGrp="1"/>
          </p:cNvSpPr>
          <p:nvPr>
            <p:ph type="title"/>
          </p:nvPr>
        </p:nvSpPr>
        <p:spPr/>
        <p:txBody>
          <a:bodyPr/>
          <a:lstStyle/>
          <a:p>
            <a:r>
              <a:rPr lang="en-MY" dirty="0"/>
              <a:t>Key Management : Comparison of Methods</a:t>
            </a:r>
          </a:p>
        </p:txBody>
      </p:sp>
      <p:pic>
        <p:nvPicPr>
          <p:cNvPr id="5" name="Picture 4">
            <a:extLst>
              <a:ext uri="{FF2B5EF4-FFF2-40B4-BE49-F238E27FC236}">
                <a16:creationId xmlns:a16="http://schemas.microsoft.com/office/drawing/2014/main" id="{7797E463-8D5B-B302-E709-1861BEA25065}"/>
              </a:ext>
            </a:extLst>
          </p:cNvPr>
          <p:cNvPicPr>
            <a:picLocks noChangeAspect="1"/>
          </p:cNvPicPr>
          <p:nvPr/>
        </p:nvPicPr>
        <p:blipFill>
          <a:blip r:embed="rId2"/>
          <a:stretch>
            <a:fillRect/>
          </a:stretch>
        </p:blipFill>
        <p:spPr>
          <a:xfrm>
            <a:off x="1301857" y="1506322"/>
            <a:ext cx="9323301" cy="4620270"/>
          </a:xfrm>
          <a:prstGeom prst="rect">
            <a:avLst/>
          </a:prstGeom>
        </p:spPr>
      </p:pic>
    </p:spTree>
    <p:extLst>
      <p:ext uri="{BB962C8B-B14F-4D97-AF65-F5344CB8AC3E}">
        <p14:creationId xmlns:p14="http://schemas.microsoft.com/office/powerpoint/2010/main" val="29190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244692" y="-619277"/>
            <a:ext cx="9144001" cy="1371600"/>
          </a:xfrm>
        </p:spPr>
        <p:txBody>
          <a:bodyPr/>
          <a:lstStyle/>
          <a:p>
            <a:pPr eaLnBrk="1" hangingPunct="1"/>
            <a:r>
              <a:rPr lang="en-US" dirty="0">
                <a:latin typeface="Bahnschrift" panose="020B0502040204020203" pitchFamily="34" charset="0"/>
              </a:rPr>
              <a:t>Summary</a:t>
            </a:r>
            <a:endParaRPr lang="en-AU" dirty="0">
              <a:latin typeface="Bahnschrift" panose="020B0502040204020203" pitchFamily="34" charset="0"/>
            </a:endParaRPr>
          </a:p>
        </p:txBody>
      </p:sp>
      <p:graphicFrame>
        <p:nvGraphicFramePr>
          <p:cNvPr id="2" name="Diagram 1">
            <a:extLst>
              <a:ext uri="{FF2B5EF4-FFF2-40B4-BE49-F238E27FC236}">
                <a16:creationId xmlns:a16="http://schemas.microsoft.com/office/drawing/2014/main" id="{530AD999-CB46-49D5-9865-4AA128041E5E}"/>
              </a:ext>
            </a:extLst>
          </p:cNvPr>
          <p:cNvGraphicFramePr/>
          <p:nvPr>
            <p:extLst>
              <p:ext uri="{D42A27DB-BD31-4B8C-83A1-F6EECF244321}">
                <p14:modId xmlns:p14="http://schemas.microsoft.com/office/powerpoint/2010/main" val="1046544256"/>
              </p:ext>
            </p:extLst>
          </p:nvPr>
        </p:nvGraphicFramePr>
        <p:xfrm>
          <a:off x="528746" y="681136"/>
          <a:ext cx="11134508" cy="61768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7084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27C8C-C68F-3E99-AFB1-1BAE0E6924E5}"/>
              </a:ext>
            </a:extLst>
          </p:cNvPr>
          <p:cNvSpPr>
            <a:spLocks noGrp="1"/>
          </p:cNvSpPr>
          <p:nvPr>
            <p:ph type="title"/>
          </p:nvPr>
        </p:nvSpPr>
        <p:spPr/>
        <p:txBody>
          <a:bodyPr/>
          <a:lstStyle/>
          <a:p>
            <a:r>
              <a:rPr lang="en-MY" b="1" dirty="0">
                <a:solidFill>
                  <a:srgbClr val="FFC000"/>
                </a:solidFill>
                <a:latin typeface="Bahnschrift" panose="020B0502040204020203" pitchFamily="34" charset="0"/>
              </a:rPr>
              <a:t>Test 1</a:t>
            </a:r>
          </a:p>
        </p:txBody>
      </p:sp>
      <p:sp>
        <p:nvSpPr>
          <p:cNvPr id="3" name="Content Placeholder 2">
            <a:extLst>
              <a:ext uri="{FF2B5EF4-FFF2-40B4-BE49-F238E27FC236}">
                <a16:creationId xmlns:a16="http://schemas.microsoft.com/office/drawing/2014/main" id="{95B76E7A-5C46-E103-27B9-A7EBC5C8DDC7}"/>
              </a:ext>
            </a:extLst>
          </p:cNvPr>
          <p:cNvSpPr>
            <a:spLocks noGrp="1"/>
          </p:cNvSpPr>
          <p:nvPr>
            <p:ph sz="half" idx="1"/>
          </p:nvPr>
        </p:nvSpPr>
        <p:spPr>
          <a:xfrm>
            <a:off x="1505173" y="991892"/>
            <a:ext cx="9498623" cy="5866108"/>
          </a:xfrm>
        </p:spPr>
        <p:txBody>
          <a:bodyPr>
            <a:normAutofit/>
          </a:bodyPr>
          <a:lstStyle/>
          <a:p>
            <a:r>
              <a:rPr lang="en-US" dirty="0">
                <a:latin typeface="Bahnschrift" panose="020B0502040204020203" pitchFamily="34" charset="0"/>
              </a:rPr>
              <a:t>Mode: </a:t>
            </a:r>
            <a:r>
              <a:rPr lang="en-US" dirty="0">
                <a:solidFill>
                  <a:schemeClr val="accent1"/>
                </a:solidFill>
                <a:latin typeface="Bahnschrift" panose="020B0502040204020203" pitchFamily="34" charset="0"/>
              </a:rPr>
              <a:t>Physical</a:t>
            </a:r>
          </a:p>
          <a:p>
            <a:r>
              <a:rPr lang="en-US" dirty="0">
                <a:latin typeface="Bahnschrift" panose="020B0502040204020203" pitchFamily="34" charset="0"/>
              </a:rPr>
              <a:t>Test Date/Time : </a:t>
            </a:r>
            <a:r>
              <a:rPr lang="en-US" dirty="0">
                <a:solidFill>
                  <a:srgbClr val="FF0000"/>
                </a:solidFill>
                <a:latin typeface="Bahnschrift" panose="020B0502040204020203" pitchFamily="34" charset="0"/>
              </a:rPr>
              <a:t>TBD</a:t>
            </a:r>
          </a:p>
          <a:p>
            <a:r>
              <a:rPr lang="en-US" dirty="0">
                <a:latin typeface="Bahnschrift" panose="020B0502040204020203" pitchFamily="34" charset="0"/>
              </a:rPr>
              <a:t>Test Venue : </a:t>
            </a:r>
            <a:r>
              <a:rPr lang="en-US" dirty="0">
                <a:solidFill>
                  <a:srgbClr val="FF0000"/>
                </a:solidFill>
                <a:latin typeface="Bahnschrift" panose="020B0502040204020203" pitchFamily="34" charset="0"/>
              </a:rPr>
              <a:t>TBD</a:t>
            </a:r>
          </a:p>
          <a:p>
            <a:r>
              <a:rPr lang="en-US" dirty="0">
                <a:latin typeface="Bahnschrift" panose="020B0502040204020203" pitchFamily="34" charset="0"/>
              </a:rPr>
              <a:t>Duration for Test: </a:t>
            </a:r>
            <a:r>
              <a:rPr lang="en-US" dirty="0">
                <a:solidFill>
                  <a:srgbClr val="FFC000"/>
                </a:solidFill>
                <a:latin typeface="Bahnschrift" panose="020B0502040204020203" pitchFamily="34" charset="0"/>
              </a:rPr>
              <a:t>90 Minutes</a:t>
            </a:r>
          </a:p>
          <a:p>
            <a:r>
              <a:rPr lang="en-US" dirty="0">
                <a:latin typeface="Bahnschrift" panose="020B0502040204020203" pitchFamily="34" charset="0"/>
              </a:rPr>
              <a:t>No of Questions : TBD</a:t>
            </a:r>
          </a:p>
          <a:p>
            <a:r>
              <a:rPr lang="en-US" dirty="0">
                <a:latin typeface="Bahnschrift" panose="020B0502040204020203" pitchFamily="34" charset="0"/>
              </a:rPr>
              <a:t>Format : </a:t>
            </a:r>
            <a:r>
              <a:rPr lang="en-US" dirty="0">
                <a:solidFill>
                  <a:schemeClr val="accent6">
                    <a:lumMod val="60000"/>
                    <a:lumOff val="40000"/>
                  </a:schemeClr>
                </a:solidFill>
                <a:latin typeface="Bahnschrift" panose="020B0502040204020203" pitchFamily="34" charset="0"/>
              </a:rPr>
              <a:t>MCQ, True/False, Subjective</a:t>
            </a:r>
          </a:p>
          <a:p>
            <a:r>
              <a:rPr lang="en-US" dirty="0">
                <a:latin typeface="Bahnschrift" panose="020B0502040204020203" pitchFamily="34" charset="0"/>
              </a:rPr>
              <a:t>Topics : </a:t>
            </a:r>
            <a:r>
              <a:rPr lang="en-US" dirty="0">
                <a:solidFill>
                  <a:srgbClr val="FFFF00"/>
                </a:solidFill>
                <a:latin typeface="Bahnschrift" panose="020B0502040204020203" pitchFamily="34" charset="0"/>
              </a:rPr>
              <a:t>01  until  06 (except 2)</a:t>
            </a:r>
          </a:p>
          <a:p>
            <a:endParaRPr lang="en-US" dirty="0">
              <a:latin typeface="Bahnschrift" panose="020B0502040204020203" pitchFamily="34" charset="0"/>
            </a:endParaRPr>
          </a:p>
        </p:txBody>
      </p:sp>
    </p:spTree>
    <p:extLst>
      <p:ext uri="{BB962C8B-B14F-4D97-AF65-F5344CB8AC3E}">
        <p14:creationId xmlns:p14="http://schemas.microsoft.com/office/powerpoint/2010/main" val="1526369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3.xml><?xml version="1.0" encoding="utf-8"?>
<a:theme xmlns:a="http://schemas.openxmlformats.org/drawingml/2006/main" name="1_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9109</TotalTime>
  <Words>7428</Words>
  <Application>Microsoft Office PowerPoint</Application>
  <PresentationFormat>Widescreen</PresentationFormat>
  <Paragraphs>819</Paragraphs>
  <Slides>72</Slides>
  <Notes>46</Notes>
  <HiddenSlides>0</HiddenSlides>
  <MMClips>0</MMClips>
  <ScaleCrop>false</ScaleCrop>
  <HeadingPairs>
    <vt:vector size="6" baseType="variant">
      <vt:variant>
        <vt:lpstr>Fonts Used</vt:lpstr>
      </vt:variant>
      <vt:variant>
        <vt:i4>17</vt:i4>
      </vt:variant>
      <vt:variant>
        <vt:lpstr>Theme</vt:lpstr>
      </vt:variant>
      <vt:variant>
        <vt:i4>4</vt:i4>
      </vt:variant>
      <vt:variant>
        <vt:lpstr>Slide Titles</vt:lpstr>
      </vt:variant>
      <vt:variant>
        <vt:i4>72</vt:i4>
      </vt:variant>
    </vt:vector>
  </HeadingPairs>
  <TitlesOfParts>
    <vt:vector size="93" baseType="lpstr">
      <vt:lpstr>Courier</vt:lpstr>
      <vt:lpstr>Microsoft JhengHei UI Light</vt:lpstr>
      <vt:lpstr>Times-Roman</vt:lpstr>
      <vt:lpstr>Aharoni</vt:lpstr>
      <vt:lpstr>Arial</vt:lpstr>
      <vt:lpstr>Bahnschrift</vt:lpstr>
      <vt:lpstr>Bahnschrift SemiBold</vt:lpstr>
      <vt:lpstr>Calibri</vt:lpstr>
      <vt:lpstr>Calibri Light</vt:lpstr>
      <vt:lpstr>Candara</vt:lpstr>
      <vt:lpstr>Corbel</vt:lpstr>
      <vt:lpstr>Courier New</vt:lpstr>
      <vt:lpstr>Montserrat</vt:lpstr>
      <vt:lpstr>Montserrat ExtraBold</vt:lpstr>
      <vt:lpstr>Times New Roman</vt:lpstr>
      <vt:lpstr>Verdana</vt:lpstr>
      <vt:lpstr>Wingdings</vt:lpstr>
      <vt:lpstr>Office Theme</vt:lpstr>
      <vt:lpstr>Digital Blue Tunnel 16x9</vt:lpstr>
      <vt:lpstr>1_Futuristic Background by Slidesgo</vt:lpstr>
      <vt:lpstr>1_Digital Blue Tunnel 16x9</vt:lpstr>
      <vt:lpstr>PowerPoint Presentation</vt:lpstr>
      <vt:lpstr>OUTLINE</vt:lpstr>
      <vt:lpstr>Objectives</vt:lpstr>
      <vt:lpstr>INTRODUCTION</vt:lpstr>
      <vt:lpstr>Terminology</vt:lpstr>
      <vt:lpstr>Basic Concept of Cryptography</vt:lpstr>
      <vt:lpstr>Cryptographic Systems</vt:lpstr>
      <vt:lpstr>Types of Encryption Techniques</vt:lpstr>
      <vt:lpstr>SYMMETRIC</vt:lpstr>
      <vt:lpstr>Simplified Model of  Symmetric Encryption</vt:lpstr>
      <vt:lpstr>Symmetric Encryption Techniques</vt:lpstr>
      <vt:lpstr>Stream Cipher (recap)</vt:lpstr>
      <vt:lpstr>Block Cipher</vt:lpstr>
      <vt:lpstr>Block Cipher Modes of Operation</vt:lpstr>
      <vt:lpstr>Block Cipher Modes of Operation</vt:lpstr>
      <vt:lpstr>Block Cipher Modes of Operation</vt:lpstr>
      <vt:lpstr>Block Cipher Modes of Operation</vt:lpstr>
      <vt:lpstr>Block Cipher Modes of Operation</vt:lpstr>
      <vt:lpstr>Block Cipher Modes of Operation</vt:lpstr>
      <vt:lpstr>Block Cipher Modes of Operation</vt:lpstr>
      <vt:lpstr>Symmetric Encryption Technique</vt:lpstr>
      <vt:lpstr>What is a Feistel Cipher?</vt:lpstr>
      <vt:lpstr>Feistel Cipher - Introduction</vt:lpstr>
      <vt:lpstr>Feistel Cipher - Introduction</vt:lpstr>
      <vt:lpstr>Feistel Cipher – Steps</vt:lpstr>
      <vt:lpstr>PowerPoint Presentation</vt:lpstr>
      <vt:lpstr>Feistel Cipher – Decryption</vt:lpstr>
      <vt:lpstr>Feistel Cipher - Design Features</vt:lpstr>
      <vt:lpstr>Quiz 1</vt:lpstr>
      <vt:lpstr>Symmetric Encryption Algorithm</vt:lpstr>
      <vt:lpstr>Block Cipher</vt:lpstr>
      <vt:lpstr>Data Encryption Standard (DES)</vt:lpstr>
      <vt:lpstr>DES Two main operations  1) Key Generation 2) Encryption  </vt:lpstr>
      <vt:lpstr>PowerPoint Presentation</vt:lpstr>
      <vt:lpstr>PowerPoint Presentation</vt:lpstr>
      <vt:lpstr>PowerPoint Presentation</vt:lpstr>
      <vt:lpstr>DES Limitations </vt:lpstr>
      <vt:lpstr>Quiz 2</vt:lpstr>
      <vt:lpstr>Symmetric Encryption Algorithm</vt:lpstr>
      <vt:lpstr>PowerPoint Presentation</vt:lpstr>
      <vt:lpstr>PowerPoint Presentation</vt:lpstr>
      <vt:lpstr>AES – Steps</vt:lpstr>
      <vt:lpstr>AES – Algorithm</vt:lpstr>
      <vt:lpstr>AES – Algorithm</vt:lpstr>
      <vt:lpstr>AES - Data Structure</vt:lpstr>
      <vt:lpstr>AES : Initial Round</vt:lpstr>
      <vt:lpstr>AES : Round Functions</vt:lpstr>
      <vt:lpstr>AES : Round Functions</vt:lpstr>
      <vt:lpstr>AES : Round Functions - A. The SubBytes step</vt:lpstr>
      <vt:lpstr>PowerPoint Presentation</vt:lpstr>
      <vt:lpstr>AES : Round Functions - B. ShiftRows </vt:lpstr>
      <vt:lpstr>AES : Round Functions - B. ShiftRows </vt:lpstr>
      <vt:lpstr>AES : Round Functions - C. MixColumns Step </vt:lpstr>
      <vt:lpstr>AES : Round Functions - C. MixColumns Step </vt:lpstr>
      <vt:lpstr>AES : Round Functions - C. MixColumns Step </vt:lpstr>
      <vt:lpstr>AES : Round Functions - C. MixColumns Step </vt:lpstr>
      <vt:lpstr>AES : Round Functions - D. AddRoundKey  </vt:lpstr>
      <vt:lpstr>AES : Round Functions - D. AddRoundKey  </vt:lpstr>
      <vt:lpstr>Usages of AES</vt:lpstr>
      <vt:lpstr>Usages of AES (example : Google Cloud)</vt:lpstr>
      <vt:lpstr>Quiz 3</vt:lpstr>
      <vt:lpstr>DES vs AES</vt:lpstr>
      <vt:lpstr>DES vs AES</vt:lpstr>
      <vt:lpstr>Symmetric Encryption Algorithm</vt:lpstr>
      <vt:lpstr>PowerPoint Presentation</vt:lpstr>
      <vt:lpstr>PowerPoint Presentation</vt:lpstr>
      <vt:lpstr>PowerPoint Presentation</vt:lpstr>
      <vt:lpstr>PowerPoint Presentation</vt:lpstr>
      <vt:lpstr>PowerPoint Presentation</vt:lpstr>
      <vt:lpstr>Key Management : Comparison of Methods</vt:lpstr>
      <vt:lpstr>Summary</vt:lpstr>
      <vt:lpstr>Test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svS13116fg</dc:creator>
  <cp:lastModifiedBy>Cheah Yong Xhie</cp:lastModifiedBy>
  <cp:revision>222</cp:revision>
  <dcterms:created xsi:type="dcterms:W3CDTF">2016-08-05T21:30:10Z</dcterms:created>
  <dcterms:modified xsi:type="dcterms:W3CDTF">2025-10-16T03:17:34Z</dcterms:modified>
</cp:coreProperties>
</file>